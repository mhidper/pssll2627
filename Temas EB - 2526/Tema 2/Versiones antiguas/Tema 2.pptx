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ownloads\6508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ownloads\65219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ownloads\une_rt_m_page_spread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ownloads\65227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ropbox\DOCENCIA%20UPO\CURSO%2024-25\Pssll\EPD\EPD%20T-2_curso%2024_25\EPD_T-2_Bases%20de%20dato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Evolución de la tasa de actividad por género y total en España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'tabla-65081'!$B$8</c:f>
              <c:strCache>
                <c:ptCount val="1"/>
                <c:pt idx="0">
                  <c:v>Ambos sexos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'tabla-65081'!$A$9:$A$98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'tabla-65081'!$B$9:$B$98</c:f>
              <c:numCache>
                <c:formatCode>#,##0.00</c:formatCode>
                <c:ptCount val="90"/>
                <c:pt idx="0">
                  <c:v>54.06</c:v>
                </c:pt>
                <c:pt idx="1">
                  <c:v>54.48</c:v>
                </c:pt>
                <c:pt idx="2">
                  <c:v>54.92</c:v>
                </c:pt>
                <c:pt idx="3">
                  <c:v>54.95</c:v>
                </c:pt>
                <c:pt idx="4">
                  <c:v>55.28</c:v>
                </c:pt>
                <c:pt idx="5">
                  <c:v>55.65</c:v>
                </c:pt>
                <c:pt idx="6">
                  <c:v>56.15</c:v>
                </c:pt>
                <c:pt idx="7">
                  <c:v>56.25</c:v>
                </c:pt>
                <c:pt idx="8">
                  <c:v>56.24</c:v>
                </c:pt>
                <c:pt idx="9">
                  <c:v>56.55</c:v>
                </c:pt>
                <c:pt idx="10">
                  <c:v>56.93</c:v>
                </c:pt>
                <c:pt idx="11">
                  <c:v>57.12</c:v>
                </c:pt>
                <c:pt idx="12">
                  <c:v>57.38</c:v>
                </c:pt>
                <c:pt idx="13">
                  <c:v>57.86</c:v>
                </c:pt>
                <c:pt idx="14">
                  <c:v>57.86</c:v>
                </c:pt>
                <c:pt idx="15">
                  <c:v>58.08</c:v>
                </c:pt>
                <c:pt idx="16">
                  <c:v>58.3</c:v>
                </c:pt>
                <c:pt idx="17">
                  <c:v>58.63</c:v>
                </c:pt>
                <c:pt idx="18">
                  <c:v>58.74</c:v>
                </c:pt>
                <c:pt idx="19">
                  <c:v>58.88</c:v>
                </c:pt>
                <c:pt idx="20">
                  <c:v>58.9</c:v>
                </c:pt>
                <c:pt idx="21">
                  <c:v>59.23</c:v>
                </c:pt>
                <c:pt idx="22">
                  <c:v>59.5</c:v>
                </c:pt>
                <c:pt idx="23">
                  <c:v>59.47</c:v>
                </c:pt>
                <c:pt idx="24">
                  <c:v>59.67</c:v>
                </c:pt>
                <c:pt idx="25">
                  <c:v>60.07</c:v>
                </c:pt>
                <c:pt idx="26">
                  <c:v>60.23</c:v>
                </c:pt>
                <c:pt idx="27">
                  <c:v>60.35</c:v>
                </c:pt>
                <c:pt idx="28">
                  <c:v>60.39</c:v>
                </c:pt>
                <c:pt idx="29">
                  <c:v>60.3</c:v>
                </c:pt>
                <c:pt idx="30">
                  <c:v>60.05</c:v>
                </c:pt>
                <c:pt idx="31">
                  <c:v>59.99</c:v>
                </c:pt>
                <c:pt idx="32">
                  <c:v>60.09</c:v>
                </c:pt>
                <c:pt idx="33">
                  <c:v>60.41</c:v>
                </c:pt>
                <c:pt idx="34">
                  <c:v>60.37</c:v>
                </c:pt>
                <c:pt idx="35">
                  <c:v>60.25</c:v>
                </c:pt>
                <c:pt idx="36">
                  <c:v>60.16</c:v>
                </c:pt>
                <c:pt idx="37">
                  <c:v>60.44</c:v>
                </c:pt>
                <c:pt idx="38">
                  <c:v>60.44</c:v>
                </c:pt>
                <c:pt idx="39">
                  <c:v>60.29</c:v>
                </c:pt>
                <c:pt idx="40">
                  <c:v>60.31</c:v>
                </c:pt>
                <c:pt idx="41">
                  <c:v>60.5</c:v>
                </c:pt>
                <c:pt idx="42">
                  <c:v>60.55</c:v>
                </c:pt>
                <c:pt idx="43">
                  <c:v>60.23</c:v>
                </c:pt>
                <c:pt idx="44">
                  <c:v>60.18</c:v>
                </c:pt>
                <c:pt idx="45">
                  <c:v>60</c:v>
                </c:pt>
                <c:pt idx="46">
                  <c:v>60.04</c:v>
                </c:pt>
                <c:pt idx="47">
                  <c:v>59.86</c:v>
                </c:pt>
                <c:pt idx="48">
                  <c:v>59.46</c:v>
                </c:pt>
                <c:pt idx="49">
                  <c:v>59.63</c:v>
                </c:pt>
                <c:pt idx="50">
                  <c:v>59.53</c:v>
                </c:pt>
                <c:pt idx="51">
                  <c:v>59.77</c:v>
                </c:pt>
                <c:pt idx="52">
                  <c:v>59.45</c:v>
                </c:pt>
                <c:pt idx="53">
                  <c:v>59.79</c:v>
                </c:pt>
                <c:pt idx="54">
                  <c:v>59.5</c:v>
                </c:pt>
                <c:pt idx="55">
                  <c:v>59.43</c:v>
                </c:pt>
                <c:pt idx="56">
                  <c:v>59.29</c:v>
                </c:pt>
                <c:pt idx="57">
                  <c:v>59.41</c:v>
                </c:pt>
                <c:pt idx="58">
                  <c:v>59.28</c:v>
                </c:pt>
                <c:pt idx="59">
                  <c:v>58.95</c:v>
                </c:pt>
                <c:pt idx="60">
                  <c:v>58.78</c:v>
                </c:pt>
                <c:pt idx="61">
                  <c:v>58.84</c:v>
                </c:pt>
                <c:pt idx="62">
                  <c:v>58.92</c:v>
                </c:pt>
                <c:pt idx="63">
                  <c:v>58.8</c:v>
                </c:pt>
                <c:pt idx="64">
                  <c:v>58.46</c:v>
                </c:pt>
                <c:pt idx="65">
                  <c:v>58.8</c:v>
                </c:pt>
                <c:pt idx="66">
                  <c:v>58.73</c:v>
                </c:pt>
                <c:pt idx="67">
                  <c:v>58.61</c:v>
                </c:pt>
                <c:pt idx="68">
                  <c:v>58.35</c:v>
                </c:pt>
                <c:pt idx="69">
                  <c:v>58.74</c:v>
                </c:pt>
                <c:pt idx="70">
                  <c:v>58.72</c:v>
                </c:pt>
                <c:pt idx="71">
                  <c:v>58.74</c:v>
                </c:pt>
                <c:pt idx="72">
                  <c:v>58.18</c:v>
                </c:pt>
                <c:pt idx="73">
                  <c:v>55.54</c:v>
                </c:pt>
                <c:pt idx="74">
                  <c:v>57.83</c:v>
                </c:pt>
                <c:pt idx="75">
                  <c:v>58.19</c:v>
                </c:pt>
                <c:pt idx="76">
                  <c:v>57.56</c:v>
                </c:pt>
                <c:pt idx="77">
                  <c:v>58.42</c:v>
                </c:pt>
                <c:pt idx="78">
                  <c:v>59.01</c:v>
                </c:pt>
                <c:pt idx="79">
                  <c:v>58.53</c:v>
                </c:pt>
                <c:pt idx="80">
                  <c:v>58.36</c:v>
                </c:pt>
                <c:pt idx="81">
                  <c:v>58.6</c:v>
                </c:pt>
                <c:pt idx="82">
                  <c:v>58.76</c:v>
                </c:pt>
                <c:pt idx="83">
                  <c:v>58.4</c:v>
                </c:pt>
                <c:pt idx="84">
                  <c:v>58.44</c:v>
                </c:pt>
                <c:pt idx="85">
                  <c:v>58.85</c:v>
                </c:pt>
                <c:pt idx="86">
                  <c:v>59.29</c:v>
                </c:pt>
                <c:pt idx="87">
                  <c:v>58.83</c:v>
                </c:pt>
                <c:pt idx="88">
                  <c:v>58.63</c:v>
                </c:pt>
                <c:pt idx="89">
                  <c:v>58.9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3F-460D-AE94-B5FEC17AA9B2}"/>
            </c:ext>
          </c:extLst>
        </c:ser>
        <c:ser>
          <c:idx val="1"/>
          <c:order val="1"/>
          <c:tx>
            <c:strRef>
              <c:f>'tabla-65081'!$C$8</c:f>
              <c:strCache>
                <c:ptCount val="1"/>
                <c:pt idx="0">
                  <c:v>Hombres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'tabla-65081'!$A$9:$A$98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'tabla-65081'!$C$9:$C$98</c:f>
              <c:numCache>
                <c:formatCode>#,##0.00</c:formatCode>
                <c:ptCount val="90"/>
                <c:pt idx="0">
                  <c:v>66.69</c:v>
                </c:pt>
                <c:pt idx="1">
                  <c:v>66.900000000000006</c:v>
                </c:pt>
                <c:pt idx="2">
                  <c:v>67.47</c:v>
                </c:pt>
                <c:pt idx="3">
                  <c:v>67.260000000000005</c:v>
                </c:pt>
                <c:pt idx="4">
                  <c:v>67.41</c:v>
                </c:pt>
                <c:pt idx="5">
                  <c:v>67.72</c:v>
                </c:pt>
                <c:pt idx="6">
                  <c:v>68.23</c:v>
                </c:pt>
                <c:pt idx="7">
                  <c:v>68.069999999999993</c:v>
                </c:pt>
                <c:pt idx="8">
                  <c:v>67.83</c:v>
                </c:pt>
                <c:pt idx="9">
                  <c:v>68.05</c:v>
                </c:pt>
                <c:pt idx="10">
                  <c:v>68.540000000000006</c:v>
                </c:pt>
                <c:pt idx="11">
                  <c:v>68.37</c:v>
                </c:pt>
                <c:pt idx="12">
                  <c:v>68.67</c:v>
                </c:pt>
                <c:pt idx="13">
                  <c:v>69</c:v>
                </c:pt>
                <c:pt idx="14">
                  <c:v>69.23</c:v>
                </c:pt>
                <c:pt idx="15">
                  <c:v>69.08</c:v>
                </c:pt>
                <c:pt idx="16">
                  <c:v>69.03</c:v>
                </c:pt>
                <c:pt idx="17">
                  <c:v>69.2</c:v>
                </c:pt>
                <c:pt idx="18">
                  <c:v>69.569999999999993</c:v>
                </c:pt>
                <c:pt idx="19">
                  <c:v>69.08</c:v>
                </c:pt>
                <c:pt idx="20">
                  <c:v>69.040000000000006</c:v>
                </c:pt>
                <c:pt idx="21">
                  <c:v>69.48</c:v>
                </c:pt>
                <c:pt idx="22">
                  <c:v>69.739999999999995</c:v>
                </c:pt>
                <c:pt idx="23">
                  <c:v>69.34</c:v>
                </c:pt>
                <c:pt idx="24">
                  <c:v>69.42</c:v>
                </c:pt>
                <c:pt idx="25">
                  <c:v>69.709999999999994</c:v>
                </c:pt>
                <c:pt idx="26">
                  <c:v>69.83</c:v>
                </c:pt>
                <c:pt idx="27">
                  <c:v>69.209999999999994</c:v>
                </c:pt>
                <c:pt idx="28">
                  <c:v>69.11</c:v>
                </c:pt>
                <c:pt idx="29">
                  <c:v>68.88</c:v>
                </c:pt>
                <c:pt idx="30">
                  <c:v>68.430000000000007</c:v>
                </c:pt>
                <c:pt idx="31">
                  <c:v>68.16</c:v>
                </c:pt>
                <c:pt idx="32">
                  <c:v>68.02</c:v>
                </c:pt>
                <c:pt idx="33">
                  <c:v>68.459999999999994</c:v>
                </c:pt>
                <c:pt idx="34">
                  <c:v>68.349999999999994</c:v>
                </c:pt>
                <c:pt idx="35">
                  <c:v>67.760000000000005</c:v>
                </c:pt>
                <c:pt idx="36">
                  <c:v>67.5</c:v>
                </c:pt>
                <c:pt idx="37">
                  <c:v>67.55</c:v>
                </c:pt>
                <c:pt idx="38">
                  <c:v>67.77</c:v>
                </c:pt>
                <c:pt idx="39">
                  <c:v>67.42</c:v>
                </c:pt>
                <c:pt idx="40">
                  <c:v>66.989999999999995</c:v>
                </c:pt>
                <c:pt idx="41">
                  <c:v>67.319999999999993</c:v>
                </c:pt>
                <c:pt idx="42">
                  <c:v>67.37</c:v>
                </c:pt>
                <c:pt idx="43">
                  <c:v>66.72</c:v>
                </c:pt>
                <c:pt idx="44">
                  <c:v>66.569999999999993</c:v>
                </c:pt>
                <c:pt idx="45">
                  <c:v>66.319999999999993</c:v>
                </c:pt>
                <c:pt idx="46">
                  <c:v>66.61</c:v>
                </c:pt>
                <c:pt idx="47">
                  <c:v>66.05</c:v>
                </c:pt>
                <c:pt idx="48">
                  <c:v>65.48</c:v>
                </c:pt>
                <c:pt idx="49">
                  <c:v>65.86</c:v>
                </c:pt>
                <c:pt idx="50">
                  <c:v>66.02</c:v>
                </c:pt>
                <c:pt idx="51">
                  <c:v>65.95</c:v>
                </c:pt>
                <c:pt idx="52">
                  <c:v>65.66</c:v>
                </c:pt>
                <c:pt idx="53">
                  <c:v>65.84</c:v>
                </c:pt>
                <c:pt idx="54">
                  <c:v>65.900000000000006</c:v>
                </c:pt>
                <c:pt idx="55">
                  <c:v>65.37</c:v>
                </c:pt>
                <c:pt idx="56">
                  <c:v>65.25</c:v>
                </c:pt>
                <c:pt idx="57">
                  <c:v>65.209999999999994</c:v>
                </c:pt>
                <c:pt idx="58">
                  <c:v>65.260000000000005</c:v>
                </c:pt>
                <c:pt idx="59">
                  <c:v>64.8</c:v>
                </c:pt>
                <c:pt idx="60">
                  <c:v>64.62</c:v>
                </c:pt>
                <c:pt idx="61">
                  <c:v>64.7</c:v>
                </c:pt>
                <c:pt idx="62">
                  <c:v>65.040000000000006</c:v>
                </c:pt>
                <c:pt idx="63">
                  <c:v>64.569999999999993</c:v>
                </c:pt>
                <c:pt idx="64">
                  <c:v>64.290000000000006</c:v>
                </c:pt>
                <c:pt idx="65">
                  <c:v>64.62</c:v>
                </c:pt>
                <c:pt idx="66">
                  <c:v>64.86</c:v>
                </c:pt>
                <c:pt idx="67">
                  <c:v>64.45</c:v>
                </c:pt>
                <c:pt idx="68">
                  <c:v>63.99</c:v>
                </c:pt>
                <c:pt idx="69">
                  <c:v>64.42</c:v>
                </c:pt>
                <c:pt idx="70">
                  <c:v>64.459999999999994</c:v>
                </c:pt>
                <c:pt idx="71">
                  <c:v>64.239999999999995</c:v>
                </c:pt>
                <c:pt idx="72">
                  <c:v>63.63</c:v>
                </c:pt>
                <c:pt idx="73">
                  <c:v>61.35</c:v>
                </c:pt>
                <c:pt idx="74">
                  <c:v>63.44</c:v>
                </c:pt>
                <c:pt idx="75">
                  <c:v>63.3</c:v>
                </c:pt>
                <c:pt idx="76">
                  <c:v>62.88</c:v>
                </c:pt>
                <c:pt idx="77">
                  <c:v>63.7</c:v>
                </c:pt>
                <c:pt idx="78">
                  <c:v>64.459999999999994</c:v>
                </c:pt>
                <c:pt idx="79">
                  <c:v>63.79</c:v>
                </c:pt>
                <c:pt idx="80">
                  <c:v>63.68</c:v>
                </c:pt>
                <c:pt idx="81">
                  <c:v>63.95</c:v>
                </c:pt>
                <c:pt idx="82">
                  <c:v>64.400000000000006</c:v>
                </c:pt>
                <c:pt idx="83">
                  <c:v>63.7</c:v>
                </c:pt>
                <c:pt idx="84">
                  <c:v>63.38</c:v>
                </c:pt>
                <c:pt idx="85">
                  <c:v>64.069999999999993</c:v>
                </c:pt>
                <c:pt idx="86">
                  <c:v>64.55</c:v>
                </c:pt>
                <c:pt idx="87">
                  <c:v>63.78</c:v>
                </c:pt>
                <c:pt idx="88">
                  <c:v>63.73</c:v>
                </c:pt>
                <c:pt idx="89">
                  <c:v>63.9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3F-460D-AE94-B5FEC17AA9B2}"/>
            </c:ext>
          </c:extLst>
        </c:ser>
        <c:ser>
          <c:idx val="2"/>
          <c:order val="2"/>
          <c:tx>
            <c:strRef>
              <c:f>'tabla-65081'!$D$8</c:f>
              <c:strCache>
                <c:ptCount val="1"/>
                <c:pt idx="0">
                  <c:v>Mujeres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'tabla-65081'!$A$9:$A$98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'tabla-65081'!$D$9:$D$98</c:f>
              <c:numCache>
                <c:formatCode>#,##0.00</c:formatCode>
                <c:ptCount val="90"/>
                <c:pt idx="0">
                  <c:v>42.08</c:v>
                </c:pt>
                <c:pt idx="1">
                  <c:v>42.67</c:v>
                </c:pt>
                <c:pt idx="2">
                  <c:v>42.99</c:v>
                </c:pt>
                <c:pt idx="3">
                  <c:v>43.24</c:v>
                </c:pt>
                <c:pt idx="4">
                  <c:v>43.73</c:v>
                </c:pt>
                <c:pt idx="5">
                  <c:v>44.15</c:v>
                </c:pt>
                <c:pt idx="6">
                  <c:v>44.62</c:v>
                </c:pt>
                <c:pt idx="7">
                  <c:v>44.98</c:v>
                </c:pt>
                <c:pt idx="8">
                  <c:v>45.17</c:v>
                </c:pt>
                <c:pt idx="9">
                  <c:v>45.56</c:v>
                </c:pt>
                <c:pt idx="10">
                  <c:v>45.83</c:v>
                </c:pt>
                <c:pt idx="11">
                  <c:v>46.34</c:v>
                </c:pt>
                <c:pt idx="12">
                  <c:v>46.55</c:v>
                </c:pt>
                <c:pt idx="13">
                  <c:v>47.15</c:v>
                </c:pt>
                <c:pt idx="14">
                  <c:v>46.93</c:v>
                </c:pt>
                <c:pt idx="15">
                  <c:v>47.49</c:v>
                </c:pt>
                <c:pt idx="16">
                  <c:v>47.97</c:v>
                </c:pt>
                <c:pt idx="17">
                  <c:v>48.46</c:v>
                </c:pt>
                <c:pt idx="18">
                  <c:v>48.32</c:v>
                </c:pt>
                <c:pt idx="19">
                  <c:v>49.06</c:v>
                </c:pt>
                <c:pt idx="20">
                  <c:v>49.13</c:v>
                </c:pt>
                <c:pt idx="21">
                  <c:v>49.34</c:v>
                </c:pt>
                <c:pt idx="22">
                  <c:v>49.61</c:v>
                </c:pt>
                <c:pt idx="23">
                  <c:v>49.94</c:v>
                </c:pt>
                <c:pt idx="24">
                  <c:v>50.25</c:v>
                </c:pt>
                <c:pt idx="25">
                  <c:v>50.75</c:v>
                </c:pt>
                <c:pt idx="26">
                  <c:v>50.95</c:v>
                </c:pt>
                <c:pt idx="27">
                  <c:v>51.78</c:v>
                </c:pt>
                <c:pt idx="28">
                  <c:v>51.95</c:v>
                </c:pt>
                <c:pt idx="29">
                  <c:v>52.01</c:v>
                </c:pt>
                <c:pt idx="30">
                  <c:v>51.96</c:v>
                </c:pt>
                <c:pt idx="31">
                  <c:v>52.12</c:v>
                </c:pt>
                <c:pt idx="32">
                  <c:v>52.45</c:v>
                </c:pt>
                <c:pt idx="33">
                  <c:v>52.65</c:v>
                </c:pt>
                <c:pt idx="34">
                  <c:v>52.68</c:v>
                </c:pt>
                <c:pt idx="35">
                  <c:v>53.01</c:v>
                </c:pt>
                <c:pt idx="36">
                  <c:v>53.1</c:v>
                </c:pt>
                <c:pt idx="37">
                  <c:v>53.6</c:v>
                </c:pt>
                <c:pt idx="38">
                  <c:v>53.4</c:v>
                </c:pt>
                <c:pt idx="39">
                  <c:v>53.44</c:v>
                </c:pt>
                <c:pt idx="40">
                  <c:v>53.91</c:v>
                </c:pt>
                <c:pt idx="41">
                  <c:v>53.97</c:v>
                </c:pt>
                <c:pt idx="42">
                  <c:v>54.02</c:v>
                </c:pt>
                <c:pt idx="43">
                  <c:v>54.03</c:v>
                </c:pt>
                <c:pt idx="44">
                  <c:v>54.07</c:v>
                </c:pt>
                <c:pt idx="45">
                  <c:v>53.96</c:v>
                </c:pt>
                <c:pt idx="46">
                  <c:v>53.78</c:v>
                </c:pt>
                <c:pt idx="47">
                  <c:v>53.96</c:v>
                </c:pt>
                <c:pt idx="48">
                  <c:v>53.75</c:v>
                </c:pt>
                <c:pt idx="49">
                  <c:v>53.71</c:v>
                </c:pt>
                <c:pt idx="50">
                  <c:v>53.35</c:v>
                </c:pt>
                <c:pt idx="51">
                  <c:v>53.9</c:v>
                </c:pt>
                <c:pt idx="52">
                  <c:v>53.55</c:v>
                </c:pt>
                <c:pt idx="53">
                  <c:v>54.03</c:v>
                </c:pt>
                <c:pt idx="54">
                  <c:v>53.42</c:v>
                </c:pt>
                <c:pt idx="55">
                  <c:v>53.79</c:v>
                </c:pt>
                <c:pt idx="56">
                  <c:v>53.64</c:v>
                </c:pt>
                <c:pt idx="57">
                  <c:v>53.91</c:v>
                </c:pt>
                <c:pt idx="58">
                  <c:v>53.61</c:v>
                </c:pt>
                <c:pt idx="59">
                  <c:v>53.41</c:v>
                </c:pt>
                <c:pt idx="60">
                  <c:v>53.24</c:v>
                </c:pt>
                <c:pt idx="61">
                  <c:v>53.28</c:v>
                </c:pt>
                <c:pt idx="62">
                  <c:v>53.13</c:v>
                </c:pt>
                <c:pt idx="63">
                  <c:v>53.33</c:v>
                </c:pt>
                <c:pt idx="64">
                  <c:v>52.94</c:v>
                </c:pt>
                <c:pt idx="65">
                  <c:v>53.29</c:v>
                </c:pt>
                <c:pt idx="66">
                  <c:v>52.93</c:v>
                </c:pt>
                <c:pt idx="67">
                  <c:v>53.08</c:v>
                </c:pt>
                <c:pt idx="68">
                  <c:v>53.02</c:v>
                </c:pt>
                <c:pt idx="69">
                  <c:v>53.37</c:v>
                </c:pt>
                <c:pt idx="70">
                  <c:v>53.28</c:v>
                </c:pt>
                <c:pt idx="71">
                  <c:v>53.53</c:v>
                </c:pt>
                <c:pt idx="72">
                  <c:v>53.03</c:v>
                </c:pt>
                <c:pt idx="73">
                  <c:v>50.05</c:v>
                </c:pt>
                <c:pt idx="74">
                  <c:v>52.53</c:v>
                </c:pt>
                <c:pt idx="75">
                  <c:v>53.35</c:v>
                </c:pt>
                <c:pt idx="76">
                  <c:v>52.53</c:v>
                </c:pt>
                <c:pt idx="77">
                  <c:v>53.42</c:v>
                </c:pt>
                <c:pt idx="78">
                  <c:v>53.85</c:v>
                </c:pt>
                <c:pt idx="79">
                  <c:v>53.56</c:v>
                </c:pt>
                <c:pt idx="80">
                  <c:v>53.33</c:v>
                </c:pt>
                <c:pt idx="81">
                  <c:v>53.54</c:v>
                </c:pt>
                <c:pt idx="82">
                  <c:v>53.42</c:v>
                </c:pt>
                <c:pt idx="83">
                  <c:v>53.39</c:v>
                </c:pt>
                <c:pt idx="84">
                  <c:v>53.76</c:v>
                </c:pt>
                <c:pt idx="85">
                  <c:v>53.92</c:v>
                </c:pt>
                <c:pt idx="86">
                  <c:v>54.31</c:v>
                </c:pt>
                <c:pt idx="87">
                  <c:v>54.15</c:v>
                </c:pt>
                <c:pt idx="88">
                  <c:v>53.8</c:v>
                </c:pt>
                <c:pt idx="89">
                  <c:v>54.16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3F-460D-AE94-B5FEC17AA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228130336"/>
        <c:axId val="1228135136"/>
      </c:lineChart>
      <c:catAx>
        <c:axId val="122813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28135136"/>
        <c:crosses val="autoZero"/>
        <c:auto val="1"/>
        <c:lblAlgn val="ctr"/>
        <c:lblOffset val="100"/>
        <c:noMultiLvlLbl val="0"/>
      </c:catAx>
      <c:valAx>
        <c:axId val="1228135136"/>
        <c:scaling>
          <c:orientation val="minMax"/>
          <c:min val="35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28130336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Tasa de paro en España (por género y total)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'tabla-65219'!$B$8</c:f>
              <c:strCache>
                <c:ptCount val="1"/>
                <c:pt idx="0">
                  <c:v>Ambos sexos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'tabla-65219'!$A$9:$A$98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'tabla-65219'!$B$9:$B$98</c:f>
              <c:numCache>
                <c:formatCode>#,##0.00</c:formatCode>
                <c:ptCount val="90"/>
                <c:pt idx="0">
                  <c:v>11.55</c:v>
                </c:pt>
                <c:pt idx="1">
                  <c:v>11.15</c:v>
                </c:pt>
                <c:pt idx="2">
                  <c:v>11.49</c:v>
                </c:pt>
                <c:pt idx="3">
                  <c:v>11.61</c:v>
                </c:pt>
                <c:pt idx="4">
                  <c:v>11.99</c:v>
                </c:pt>
                <c:pt idx="5">
                  <c:v>11.28</c:v>
                </c:pt>
                <c:pt idx="6">
                  <c:v>11.3</c:v>
                </c:pt>
                <c:pt idx="7">
                  <c:v>11.37</c:v>
                </c:pt>
                <c:pt idx="8">
                  <c:v>11.5</c:v>
                </c:pt>
                <c:pt idx="9">
                  <c:v>11.09</c:v>
                </c:pt>
                <c:pt idx="10">
                  <c:v>10.74</c:v>
                </c:pt>
                <c:pt idx="11">
                  <c:v>10.53</c:v>
                </c:pt>
                <c:pt idx="12">
                  <c:v>10.17</c:v>
                </c:pt>
                <c:pt idx="13">
                  <c:v>9.32</c:v>
                </c:pt>
                <c:pt idx="14">
                  <c:v>8.41</c:v>
                </c:pt>
                <c:pt idx="15">
                  <c:v>8.7100000000000009</c:v>
                </c:pt>
                <c:pt idx="16">
                  <c:v>9.0299999999999994</c:v>
                </c:pt>
                <c:pt idx="17">
                  <c:v>8.44</c:v>
                </c:pt>
                <c:pt idx="18">
                  <c:v>8.08</c:v>
                </c:pt>
                <c:pt idx="19">
                  <c:v>8.26</c:v>
                </c:pt>
                <c:pt idx="20">
                  <c:v>8.42</c:v>
                </c:pt>
                <c:pt idx="21">
                  <c:v>7.93</c:v>
                </c:pt>
                <c:pt idx="22">
                  <c:v>8.01</c:v>
                </c:pt>
                <c:pt idx="23">
                  <c:v>8.57</c:v>
                </c:pt>
                <c:pt idx="24">
                  <c:v>9.6</c:v>
                </c:pt>
                <c:pt idx="25">
                  <c:v>10.36</c:v>
                </c:pt>
                <c:pt idx="26">
                  <c:v>11.23</c:v>
                </c:pt>
                <c:pt idx="27">
                  <c:v>13.79</c:v>
                </c:pt>
                <c:pt idx="28">
                  <c:v>17.239999999999998</c:v>
                </c:pt>
                <c:pt idx="29">
                  <c:v>17.77</c:v>
                </c:pt>
                <c:pt idx="30">
                  <c:v>17.75</c:v>
                </c:pt>
                <c:pt idx="31">
                  <c:v>18.66</c:v>
                </c:pt>
                <c:pt idx="32">
                  <c:v>19.84</c:v>
                </c:pt>
                <c:pt idx="33">
                  <c:v>19.89</c:v>
                </c:pt>
                <c:pt idx="34">
                  <c:v>19.59</c:v>
                </c:pt>
                <c:pt idx="35">
                  <c:v>20.11</c:v>
                </c:pt>
                <c:pt idx="36">
                  <c:v>21.08</c:v>
                </c:pt>
                <c:pt idx="37">
                  <c:v>20.64</c:v>
                </c:pt>
                <c:pt idx="38">
                  <c:v>21.28</c:v>
                </c:pt>
                <c:pt idx="39">
                  <c:v>22.56</c:v>
                </c:pt>
                <c:pt idx="40">
                  <c:v>24.19</c:v>
                </c:pt>
                <c:pt idx="41">
                  <c:v>24.4</c:v>
                </c:pt>
                <c:pt idx="42">
                  <c:v>24.79</c:v>
                </c:pt>
                <c:pt idx="43">
                  <c:v>25.77</c:v>
                </c:pt>
                <c:pt idx="44">
                  <c:v>26.94</c:v>
                </c:pt>
                <c:pt idx="45">
                  <c:v>26.06</c:v>
                </c:pt>
                <c:pt idx="46">
                  <c:v>25.65</c:v>
                </c:pt>
                <c:pt idx="47">
                  <c:v>25.73</c:v>
                </c:pt>
                <c:pt idx="48">
                  <c:v>25.93</c:v>
                </c:pt>
                <c:pt idx="49">
                  <c:v>24.47</c:v>
                </c:pt>
                <c:pt idx="50">
                  <c:v>23.67</c:v>
                </c:pt>
                <c:pt idx="51">
                  <c:v>23.7</c:v>
                </c:pt>
                <c:pt idx="52">
                  <c:v>23.78</c:v>
                </c:pt>
                <c:pt idx="53">
                  <c:v>22.37</c:v>
                </c:pt>
                <c:pt idx="54">
                  <c:v>21.18</c:v>
                </c:pt>
                <c:pt idx="55">
                  <c:v>20.9</c:v>
                </c:pt>
                <c:pt idx="56">
                  <c:v>21</c:v>
                </c:pt>
                <c:pt idx="57">
                  <c:v>20</c:v>
                </c:pt>
                <c:pt idx="58">
                  <c:v>18.91</c:v>
                </c:pt>
                <c:pt idx="59">
                  <c:v>18.63</c:v>
                </c:pt>
                <c:pt idx="60">
                  <c:v>18.75</c:v>
                </c:pt>
                <c:pt idx="61">
                  <c:v>17.22</c:v>
                </c:pt>
                <c:pt idx="62">
                  <c:v>16.38</c:v>
                </c:pt>
                <c:pt idx="63">
                  <c:v>16.55</c:v>
                </c:pt>
                <c:pt idx="64">
                  <c:v>16.739999999999998</c:v>
                </c:pt>
                <c:pt idx="65">
                  <c:v>15.28</c:v>
                </c:pt>
                <c:pt idx="66">
                  <c:v>14.55</c:v>
                </c:pt>
                <c:pt idx="67">
                  <c:v>14.45</c:v>
                </c:pt>
                <c:pt idx="68">
                  <c:v>14.7</c:v>
                </c:pt>
                <c:pt idx="69">
                  <c:v>14.02</c:v>
                </c:pt>
                <c:pt idx="70">
                  <c:v>13.92</c:v>
                </c:pt>
                <c:pt idx="71">
                  <c:v>13.78</c:v>
                </c:pt>
                <c:pt idx="72">
                  <c:v>14.41</c:v>
                </c:pt>
                <c:pt idx="73">
                  <c:v>15.33</c:v>
                </c:pt>
                <c:pt idx="74">
                  <c:v>16.260000000000002</c:v>
                </c:pt>
                <c:pt idx="75">
                  <c:v>16.13</c:v>
                </c:pt>
                <c:pt idx="76">
                  <c:v>16.14</c:v>
                </c:pt>
                <c:pt idx="77">
                  <c:v>15.39</c:v>
                </c:pt>
                <c:pt idx="78">
                  <c:v>14.71</c:v>
                </c:pt>
                <c:pt idx="79">
                  <c:v>13.44</c:v>
                </c:pt>
                <c:pt idx="80">
                  <c:v>13.73</c:v>
                </c:pt>
                <c:pt idx="81">
                  <c:v>12.69</c:v>
                </c:pt>
                <c:pt idx="82">
                  <c:v>12.73</c:v>
                </c:pt>
                <c:pt idx="83">
                  <c:v>12.99</c:v>
                </c:pt>
                <c:pt idx="84">
                  <c:v>13.38</c:v>
                </c:pt>
                <c:pt idx="85">
                  <c:v>11.67</c:v>
                </c:pt>
                <c:pt idx="86">
                  <c:v>11.89</c:v>
                </c:pt>
                <c:pt idx="87">
                  <c:v>11.8</c:v>
                </c:pt>
                <c:pt idx="88">
                  <c:v>12.29</c:v>
                </c:pt>
                <c:pt idx="89">
                  <c:v>11.27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C6-4B08-9256-BF81D9DE4970}"/>
            </c:ext>
          </c:extLst>
        </c:ser>
        <c:ser>
          <c:idx val="1"/>
          <c:order val="1"/>
          <c:tx>
            <c:strRef>
              <c:f>'tabla-65219'!$C$8</c:f>
              <c:strCache>
                <c:ptCount val="1"/>
                <c:pt idx="0">
                  <c:v>Hombres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'tabla-65219'!$A$9:$A$98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'tabla-65219'!$C$9:$C$98</c:f>
              <c:numCache>
                <c:formatCode>#,##0.00</c:formatCode>
                <c:ptCount val="90"/>
                <c:pt idx="0">
                  <c:v>8.36</c:v>
                </c:pt>
                <c:pt idx="1">
                  <c:v>7.86</c:v>
                </c:pt>
                <c:pt idx="2">
                  <c:v>8.33</c:v>
                </c:pt>
                <c:pt idx="3">
                  <c:v>8.65</c:v>
                </c:pt>
                <c:pt idx="4">
                  <c:v>8.76</c:v>
                </c:pt>
                <c:pt idx="5">
                  <c:v>8.27</c:v>
                </c:pt>
                <c:pt idx="6">
                  <c:v>8.39</c:v>
                </c:pt>
                <c:pt idx="7">
                  <c:v>8.58</c:v>
                </c:pt>
                <c:pt idx="8">
                  <c:v>8.68</c:v>
                </c:pt>
                <c:pt idx="9">
                  <c:v>8.33</c:v>
                </c:pt>
                <c:pt idx="10">
                  <c:v>8.1999999999999993</c:v>
                </c:pt>
                <c:pt idx="11">
                  <c:v>7.83</c:v>
                </c:pt>
                <c:pt idx="12">
                  <c:v>7.84</c:v>
                </c:pt>
                <c:pt idx="13">
                  <c:v>7.41</c:v>
                </c:pt>
                <c:pt idx="14">
                  <c:v>6.56</c:v>
                </c:pt>
                <c:pt idx="15">
                  <c:v>6.73</c:v>
                </c:pt>
                <c:pt idx="16">
                  <c:v>6.86</c:v>
                </c:pt>
                <c:pt idx="17">
                  <c:v>6.38</c:v>
                </c:pt>
                <c:pt idx="18">
                  <c:v>6.05</c:v>
                </c:pt>
                <c:pt idx="19">
                  <c:v>6.12</c:v>
                </c:pt>
                <c:pt idx="20">
                  <c:v>6.34</c:v>
                </c:pt>
                <c:pt idx="21">
                  <c:v>6.15</c:v>
                </c:pt>
                <c:pt idx="22">
                  <c:v>6.25</c:v>
                </c:pt>
                <c:pt idx="23">
                  <c:v>6.89</c:v>
                </c:pt>
                <c:pt idx="24">
                  <c:v>7.9</c:v>
                </c:pt>
                <c:pt idx="25">
                  <c:v>9.06</c:v>
                </c:pt>
                <c:pt idx="26">
                  <c:v>10.29</c:v>
                </c:pt>
                <c:pt idx="27">
                  <c:v>12.96</c:v>
                </c:pt>
                <c:pt idx="28">
                  <c:v>16.850000000000001</c:v>
                </c:pt>
                <c:pt idx="29">
                  <c:v>17.559999999999999</c:v>
                </c:pt>
                <c:pt idx="30">
                  <c:v>17.62</c:v>
                </c:pt>
                <c:pt idx="31">
                  <c:v>18.559999999999999</c:v>
                </c:pt>
                <c:pt idx="32">
                  <c:v>19.8</c:v>
                </c:pt>
                <c:pt idx="33">
                  <c:v>19.559999999999999</c:v>
                </c:pt>
                <c:pt idx="34">
                  <c:v>19.12</c:v>
                </c:pt>
                <c:pt idx="35">
                  <c:v>19.8</c:v>
                </c:pt>
                <c:pt idx="36">
                  <c:v>20.6</c:v>
                </c:pt>
                <c:pt idx="37">
                  <c:v>20.420000000000002</c:v>
                </c:pt>
                <c:pt idx="38">
                  <c:v>20.9</c:v>
                </c:pt>
                <c:pt idx="39">
                  <c:v>22.26</c:v>
                </c:pt>
                <c:pt idx="40">
                  <c:v>23.96</c:v>
                </c:pt>
                <c:pt idx="41">
                  <c:v>24.43</c:v>
                </c:pt>
                <c:pt idx="42">
                  <c:v>24.54</c:v>
                </c:pt>
                <c:pt idx="43">
                  <c:v>25.4</c:v>
                </c:pt>
                <c:pt idx="44">
                  <c:v>26.66</c:v>
                </c:pt>
                <c:pt idx="45">
                  <c:v>25.5</c:v>
                </c:pt>
                <c:pt idx="46">
                  <c:v>25.19</c:v>
                </c:pt>
                <c:pt idx="47">
                  <c:v>25.04</c:v>
                </c:pt>
                <c:pt idx="48">
                  <c:v>25.37</c:v>
                </c:pt>
                <c:pt idx="49">
                  <c:v>23.7</c:v>
                </c:pt>
                <c:pt idx="50">
                  <c:v>22.53</c:v>
                </c:pt>
                <c:pt idx="51">
                  <c:v>22.8</c:v>
                </c:pt>
                <c:pt idx="52">
                  <c:v>22.74</c:v>
                </c:pt>
                <c:pt idx="53">
                  <c:v>20.96</c:v>
                </c:pt>
                <c:pt idx="54">
                  <c:v>19.899999999999999</c:v>
                </c:pt>
                <c:pt idx="55">
                  <c:v>19.489999999999998</c:v>
                </c:pt>
                <c:pt idx="56">
                  <c:v>19.45</c:v>
                </c:pt>
                <c:pt idx="57">
                  <c:v>18.41</c:v>
                </c:pt>
                <c:pt idx="58">
                  <c:v>17.39</c:v>
                </c:pt>
                <c:pt idx="59">
                  <c:v>17.22</c:v>
                </c:pt>
                <c:pt idx="60">
                  <c:v>17.22</c:v>
                </c:pt>
                <c:pt idx="61">
                  <c:v>15.64</c:v>
                </c:pt>
                <c:pt idx="62">
                  <c:v>14.8</c:v>
                </c:pt>
                <c:pt idx="63">
                  <c:v>14.97</c:v>
                </c:pt>
                <c:pt idx="64">
                  <c:v>15.18</c:v>
                </c:pt>
                <c:pt idx="65">
                  <c:v>13.72</c:v>
                </c:pt>
                <c:pt idx="66">
                  <c:v>13.12</c:v>
                </c:pt>
                <c:pt idx="67">
                  <c:v>12.87</c:v>
                </c:pt>
                <c:pt idx="68">
                  <c:v>12.9</c:v>
                </c:pt>
                <c:pt idx="69">
                  <c:v>12.49</c:v>
                </c:pt>
                <c:pt idx="70">
                  <c:v>12.17</c:v>
                </c:pt>
                <c:pt idx="71">
                  <c:v>12.23</c:v>
                </c:pt>
                <c:pt idx="72">
                  <c:v>12.79</c:v>
                </c:pt>
                <c:pt idx="73">
                  <c:v>14.13</c:v>
                </c:pt>
                <c:pt idx="74">
                  <c:v>14.39</c:v>
                </c:pt>
                <c:pt idx="75">
                  <c:v>14.17</c:v>
                </c:pt>
                <c:pt idx="76">
                  <c:v>14.24</c:v>
                </c:pt>
                <c:pt idx="77">
                  <c:v>13.57</c:v>
                </c:pt>
                <c:pt idx="78">
                  <c:v>13.16</c:v>
                </c:pt>
                <c:pt idx="79">
                  <c:v>11.93</c:v>
                </c:pt>
                <c:pt idx="80">
                  <c:v>12.17</c:v>
                </c:pt>
                <c:pt idx="81">
                  <c:v>11.17</c:v>
                </c:pt>
                <c:pt idx="82">
                  <c:v>10.81</c:v>
                </c:pt>
                <c:pt idx="83">
                  <c:v>11.44</c:v>
                </c:pt>
                <c:pt idx="84">
                  <c:v>11.68</c:v>
                </c:pt>
                <c:pt idx="85">
                  <c:v>10.27</c:v>
                </c:pt>
                <c:pt idx="86">
                  <c:v>10.32</c:v>
                </c:pt>
                <c:pt idx="87">
                  <c:v>10.42</c:v>
                </c:pt>
                <c:pt idx="88">
                  <c:v>11</c:v>
                </c:pt>
                <c:pt idx="89">
                  <c:v>10.08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C6-4B08-9256-BF81D9DE4970}"/>
            </c:ext>
          </c:extLst>
        </c:ser>
        <c:ser>
          <c:idx val="2"/>
          <c:order val="2"/>
          <c:tx>
            <c:strRef>
              <c:f>'tabla-65219'!$D$8</c:f>
              <c:strCache>
                <c:ptCount val="1"/>
                <c:pt idx="0">
                  <c:v>Mujeres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'tabla-65219'!$A$9:$A$98</c:f>
              <c:strCache>
                <c:ptCount val="90"/>
                <c:pt idx="0">
                  <c:v>2002T1</c:v>
                </c:pt>
                <c:pt idx="1">
                  <c:v>2002T2</c:v>
                </c:pt>
                <c:pt idx="2">
                  <c:v>2002T3</c:v>
                </c:pt>
                <c:pt idx="3">
                  <c:v>2002T4</c:v>
                </c:pt>
                <c:pt idx="4">
                  <c:v>2003T1</c:v>
                </c:pt>
                <c:pt idx="5">
                  <c:v>2003T2</c:v>
                </c:pt>
                <c:pt idx="6">
                  <c:v>2003T3</c:v>
                </c:pt>
                <c:pt idx="7">
                  <c:v>2003T4</c:v>
                </c:pt>
                <c:pt idx="8">
                  <c:v>2004T1</c:v>
                </c:pt>
                <c:pt idx="9">
                  <c:v>2004T2</c:v>
                </c:pt>
                <c:pt idx="10">
                  <c:v>2004T3</c:v>
                </c:pt>
                <c:pt idx="11">
                  <c:v>2004T4</c:v>
                </c:pt>
                <c:pt idx="12">
                  <c:v>2005T1</c:v>
                </c:pt>
                <c:pt idx="13">
                  <c:v>2005T2</c:v>
                </c:pt>
                <c:pt idx="14">
                  <c:v>2005T3</c:v>
                </c:pt>
                <c:pt idx="15">
                  <c:v>2005T4</c:v>
                </c:pt>
                <c:pt idx="16">
                  <c:v>2006T1</c:v>
                </c:pt>
                <c:pt idx="17">
                  <c:v>2006T2</c:v>
                </c:pt>
                <c:pt idx="18">
                  <c:v>2006T3</c:v>
                </c:pt>
                <c:pt idx="19">
                  <c:v>2006T4</c:v>
                </c:pt>
                <c:pt idx="20">
                  <c:v>2007T1</c:v>
                </c:pt>
                <c:pt idx="21">
                  <c:v>2007T2</c:v>
                </c:pt>
                <c:pt idx="22">
                  <c:v>2007T3</c:v>
                </c:pt>
                <c:pt idx="23">
                  <c:v>2007T4</c:v>
                </c:pt>
                <c:pt idx="24">
                  <c:v>2008T1</c:v>
                </c:pt>
                <c:pt idx="25">
                  <c:v>2008T2</c:v>
                </c:pt>
                <c:pt idx="26">
                  <c:v>2008T3</c:v>
                </c:pt>
                <c:pt idx="27">
                  <c:v>2008T4</c:v>
                </c:pt>
                <c:pt idx="28">
                  <c:v>2009T1</c:v>
                </c:pt>
                <c:pt idx="29">
                  <c:v>2009T2</c:v>
                </c:pt>
                <c:pt idx="30">
                  <c:v>2009T3</c:v>
                </c:pt>
                <c:pt idx="31">
                  <c:v>2009T4</c:v>
                </c:pt>
                <c:pt idx="32">
                  <c:v>2010T1</c:v>
                </c:pt>
                <c:pt idx="33">
                  <c:v>2010T2</c:v>
                </c:pt>
                <c:pt idx="34">
                  <c:v>2010T3</c:v>
                </c:pt>
                <c:pt idx="35">
                  <c:v>2010T4</c:v>
                </c:pt>
                <c:pt idx="36">
                  <c:v>2011T1</c:v>
                </c:pt>
                <c:pt idx="37">
                  <c:v>2011T2</c:v>
                </c:pt>
                <c:pt idx="38">
                  <c:v>2011T3</c:v>
                </c:pt>
                <c:pt idx="39">
                  <c:v>2011T4</c:v>
                </c:pt>
                <c:pt idx="40">
                  <c:v>2012T1</c:v>
                </c:pt>
                <c:pt idx="41">
                  <c:v>2012T2</c:v>
                </c:pt>
                <c:pt idx="42">
                  <c:v>2012T3</c:v>
                </c:pt>
                <c:pt idx="43">
                  <c:v>2012T4</c:v>
                </c:pt>
                <c:pt idx="44">
                  <c:v>2013T1</c:v>
                </c:pt>
                <c:pt idx="45">
                  <c:v>2013T2</c:v>
                </c:pt>
                <c:pt idx="46">
                  <c:v>2013T3</c:v>
                </c:pt>
                <c:pt idx="47">
                  <c:v>2013T4</c:v>
                </c:pt>
                <c:pt idx="48">
                  <c:v>2014T1</c:v>
                </c:pt>
                <c:pt idx="49">
                  <c:v>2014T2</c:v>
                </c:pt>
                <c:pt idx="50">
                  <c:v>2014T3</c:v>
                </c:pt>
                <c:pt idx="51">
                  <c:v>2014T4</c:v>
                </c:pt>
                <c:pt idx="52">
                  <c:v>2015T1</c:v>
                </c:pt>
                <c:pt idx="53">
                  <c:v>2015T2</c:v>
                </c:pt>
                <c:pt idx="54">
                  <c:v>2015T3</c:v>
                </c:pt>
                <c:pt idx="55">
                  <c:v>2015T4</c:v>
                </c:pt>
                <c:pt idx="56">
                  <c:v>2016T1</c:v>
                </c:pt>
                <c:pt idx="57">
                  <c:v>2016T2</c:v>
                </c:pt>
                <c:pt idx="58">
                  <c:v>2016T3</c:v>
                </c:pt>
                <c:pt idx="59">
                  <c:v>2016T4</c:v>
                </c:pt>
                <c:pt idx="60">
                  <c:v>2017T1</c:v>
                </c:pt>
                <c:pt idx="61">
                  <c:v>2017T2</c:v>
                </c:pt>
                <c:pt idx="62">
                  <c:v>2017T3</c:v>
                </c:pt>
                <c:pt idx="63">
                  <c:v>2017T4</c:v>
                </c:pt>
                <c:pt idx="64">
                  <c:v>2018T1</c:v>
                </c:pt>
                <c:pt idx="65">
                  <c:v>2018T2</c:v>
                </c:pt>
                <c:pt idx="66">
                  <c:v>2018T3</c:v>
                </c:pt>
                <c:pt idx="67">
                  <c:v>2018T4</c:v>
                </c:pt>
                <c:pt idx="68">
                  <c:v>2019T1</c:v>
                </c:pt>
                <c:pt idx="69">
                  <c:v>2019T2</c:v>
                </c:pt>
                <c:pt idx="70">
                  <c:v>2019T3</c:v>
                </c:pt>
                <c:pt idx="71">
                  <c:v>2019T4</c:v>
                </c:pt>
                <c:pt idx="72">
                  <c:v>2020T1</c:v>
                </c:pt>
                <c:pt idx="73">
                  <c:v>2020T2</c:v>
                </c:pt>
                <c:pt idx="74">
                  <c:v>2020T3</c:v>
                </c:pt>
                <c:pt idx="75">
                  <c:v>2020T4</c:v>
                </c:pt>
                <c:pt idx="76">
                  <c:v>2021T1</c:v>
                </c:pt>
                <c:pt idx="77">
                  <c:v>2021T2</c:v>
                </c:pt>
                <c:pt idx="78">
                  <c:v>2021T3</c:v>
                </c:pt>
                <c:pt idx="79">
                  <c:v>2021T4</c:v>
                </c:pt>
                <c:pt idx="80">
                  <c:v>2022T1</c:v>
                </c:pt>
                <c:pt idx="81">
                  <c:v>2022T2</c:v>
                </c:pt>
                <c:pt idx="82">
                  <c:v>2022T3</c:v>
                </c:pt>
                <c:pt idx="83">
                  <c:v>2022T4</c:v>
                </c:pt>
                <c:pt idx="84">
                  <c:v>2023T1</c:v>
                </c:pt>
                <c:pt idx="85">
                  <c:v>2023T2</c:v>
                </c:pt>
                <c:pt idx="86">
                  <c:v>2023T3</c:v>
                </c:pt>
                <c:pt idx="87">
                  <c:v>2023T4</c:v>
                </c:pt>
                <c:pt idx="88">
                  <c:v>2024T1</c:v>
                </c:pt>
                <c:pt idx="89">
                  <c:v>2024T2</c:v>
                </c:pt>
              </c:strCache>
            </c:strRef>
          </c:cat>
          <c:val>
            <c:numRef>
              <c:f>'tabla-65219'!$D$9:$D$98</c:f>
              <c:numCache>
                <c:formatCode>#,##0.00</c:formatCode>
                <c:ptCount val="90"/>
                <c:pt idx="0">
                  <c:v>16.350000000000001</c:v>
                </c:pt>
                <c:pt idx="1">
                  <c:v>16.04</c:v>
                </c:pt>
                <c:pt idx="2">
                  <c:v>16.2</c:v>
                </c:pt>
                <c:pt idx="3">
                  <c:v>16</c:v>
                </c:pt>
                <c:pt idx="4">
                  <c:v>16.73</c:v>
                </c:pt>
                <c:pt idx="5">
                  <c:v>15.68</c:v>
                </c:pt>
                <c:pt idx="6">
                  <c:v>15.54</c:v>
                </c:pt>
                <c:pt idx="7">
                  <c:v>15.41</c:v>
                </c:pt>
                <c:pt idx="8">
                  <c:v>15.55</c:v>
                </c:pt>
                <c:pt idx="9">
                  <c:v>15.03</c:v>
                </c:pt>
                <c:pt idx="10">
                  <c:v>14.36</c:v>
                </c:pt>
                <c:pt idx="11">
                  <c:v>14.35</c:v>
                </c:pt>
                <c:pt idx="12">
                  <c:v>13.46</c:v>
                </c:pt>
                <c:pt idx="13">
                  <c:v>12</c:v>
                </c:pt>
                <c:pt idx="14">
                  <c:v>11.04</c:v>
                </c:pt>
                <c:pt idx="15">
                  <c:v>11.47</c:v>
                </c:pt>
                <c:pt idx="16">
                  <c:v>12.03</c:v>
                </c:pt>
                <c:pt idx="17">
                  <c:v>11.28</c:v>
                </c:pt>
                <c:pt idx="18">
                  <c:v>10.91</c:v>
                </c:pt>
                <c:pt idx="19">
                  <c:v>11.17</c:v>
                </c:pt>
                <c:pt idx="20">
                  <c:v>11.23</c:v>
                </c:pt>
                <c:pt idx="21">
                  <c:v>10.35</c:v>
                </c:pt>
                <c:pt idx="22">
                  <c:v>10.39</c:v>
                </c:pt>
                <c:pt idx="23">
                  <c:v>10.82</c:v>
                </c:pt>
                <c:pt idx="24">
                  <c:v>11.88</c:v>
                </c:pt>
                <c:pt idx="25">
                  <c:v>12.08</c:v>
                </c:pt>
                <c:pt idx="26">
                  <c:v>12.48</c:v>
                </c:pt>
                <c:pt idx="27">
                  <c:v>14.85</c:v>
                </c:pt>
                <c:pt idx="28">
                  <c:v>17.760000000000002</c:v>
                </c:pt>
                <c:pt idx="29">
                  <c:v>18.04</c:v>
                </c:pt>
                <c:pt idx="30">
                  <c:v>17.91</c:v>
                </c:pt>
                <c:pt idx="31">
                  <c:v>18.8</c:v>
                </c:pt>
                <c:pt idx="32">
                  <c:v>19.899999999999999</c:v>
                </c:pt>
                <c:pt idx="33">
                  <c:v>20.3</c:v>
                </c:pt>
                <c:pt idx="34">
                  <c:v>20.18</c:v>
                </c:pt>
                <c:pt idx="35">
                  <c:v>20.51</c:v>
                </c:pt>
                <c:pt idx="36">
                  <c:v>21.66</c:v>
                </c:pt>
                <c:pt idx="37">
                  <c:v>20.92</c:v>
                </c:pt>
                <c:pt idx="38">
                  <c:v>21.75</c:v>
                </c:pt>
                <c:pt idx="39">
                  <c:v>22.92</c:v>
                </c:pt>
                <c:pt idx="40">
                  <c:v>24.46</c:v>
                </c:pt>
                <c:pt idx="41">
                  <c:v>24.36</c:v>
                </c:pt>
                <c:pt idx="42">
                  <c:v>25.1</c:v>
                </c:pt>
                <c:pt idx="43">
                  <c:v>26.22</c:v>
                </c:pt>
                <c:pt idx="44">
                  <c:v>27.26</c:v>
                </c:pt>
                <c:pt idx="45">
                  <c:v>26.71</c:v>
                </c:pt>
                <c:pt idx="46">
                  <c:v>26.18</c:v>
                </c:pt>
                <c:pt idx="47">
                  <c:v>26.53</c:v>
                </c:pt>
                <c:pt idx="48">
                  <c:v>26.57</c:v>
                </c:pt>
                <c:pt idx="49">
                  <c:v>25.38</c:v>
                </c:pt>
                <c:pt idx="50">
                  <c:v>25.01</c:v>
                </c:pt>
                <c:pt idx="51">
                  <c:v>24.74</c:v>
                </c:pt>
                <c:pt idx="52">
                  <c:v>24.98</c:v>
                </c:pt>
                <c:pt idx="53">
                  <c:v>24.01</c:v>
                </c:pt>
                <c:pt idx="54">
                  <c:v>22.69</c:v>
                </c:pt>
                <c:pt idx="55">
                  <c:v>22.52</c:v>
                </c:pt>
                <c:pt idx="56">
                  <c:v>22.78</c:v>
                </c:pt>
                <c:pt idx="57">
                  <c:v>21.82</c:v>
                </c:pt>
                <c:pt idx="58">
                  <c:v>20.66</c:v>
                </c:pt>
                <c:pt idx="59">
                  <c:v>20.25</c:v>
                </c:pt>
                <c:pt idx="60">
                  <c:v>20.51</c:v>
                </c:pt>
                <c:pt idx="61">
                  <c:v>19.04</c:v>
                </c:pt>
                <c:pt idx="62">
                  <c:v>18.21</c:v>
                </c:pt>
                <c:pt idx="63">
                  <c:v>18.350000000000001</c:v>
                </c:pt>
                <c:pt idx="64">
                  <c:v>18.54</c:v>
                </c:pt>
                <c:pt idx="65">
                  <c:v>17.079999999999998</c:v>
                </c:pt>
                <c:pt idx="66">
                  <c:v>16.22</c:v>
                </c:pt>
                <c:pt idx="67">
                  <c:v>16.260000000000002</c:v>
                </c:pt>
                <c:pt idx="68">
                  <c:v>16.739999999999998</c:v>
                </c:pt>
                <c:pt idx="69">
                  <c:v>15.78</c:v>
                </c:pt>
                <c:pt idx="70">
                  <c:v>15.92</c:v>
                </c:pt>
                <c:pt idx="71">
                  <c:v>15.55</c:v>
                </c:pt>
                <c:pt idx="72">
                  <c:v>16.239999999999998</c:v>
                </c:pt>
                <c:pt idx="73">
                  <c:v>16.72</c:v>
                </c:pt>
                <c:pt idx="74">
                  <c:v>18.39</c:v>
                </c:pt>
                <c:pt idx="75">
                  <c:v>18.329999999999998</c:v>
                </c:pt>
                <c:pt idx="76">
                  <c:v>18.3</c:v>
                </c:pt>
                <c:pt idx="77">
                  <c:v>17.45</c:v>
                </c:pt>
                <c:pt idx="78">
                  <c:v>16.47</c:v>
                </c:pt>
                <c:pt idx="79">
                  <c:v>15.15</c:v>
                </c:pt>
                <c:pt idx="80">
                  <c:v>15.49</c:v>
                </c:pt>
                <c:pt idx="81">
                  <c:v>14.4</c:v>
                </c:pt>
                <c:pt idx="82">
                  <c:v>14.92</c:v>
                </c:pt>
                <c:pt idx="83">
                  <c:v>14.74</c:v>
                </c:pt>
                <c:pt idx="84">
                  <c:v>15.27</c:v>
                </c:pt>
                <c:pt idx="85">
                  <c:v>13.24</c:v>
                </c:pt>
                <c:pt idx="86">
                  <c:v>13.66</c:v>
                </c:pt>
                <c:pt idx="87">
                  <c:v>13.33</c:v>
                </c:pt>
                <c:pt idx="88">
                  <c:v>13.73</c:v>
                </c:pt>
                <c:pt idx="89">
                  <c:v>12.61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C6-4B08-9256-BF81D9DE49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63580512"/>
        <c:axId val="263584832"/>
      </c:lineChart>
      <c:catAx>
        <c:axId val="26358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63584832"/>
        <c:crosses val="autoZero"/>
        <c:auto val="1"/>
        <c:lblAlgn val="ctr"/>
        <c:lblOffset val="100"/>
        <c:noMultiLvlLbl val="0"/>
      </c:catAx>
      <c:valAx>
        <c:axId val="263584832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63580512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Tasas de paro en España vs varios países UE y 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Euro area – 20 countries (from 2023)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Hoja1!$A$2:$A$500</c:f>
              <c:strCache>
                <c:ptCount val="499"/>
                <c:pt idx="0">
                  <c:v>1983-01</c:v>
                </c:pt>
                <c:pt idx="1">
                  <c:v>1983-02</c:v>
                </c:pt>
                <c:pt idx="2">
                  <c:v>1983-03</c:v>
                </c:pt>
                <c:pt idx="3">
                  <c:v>1983-04</c:v>
                </c:pt>
                <c:pt idx="4">
                  <c:v>1983-05</c:v>
                </c:pt>
                <c:pt idx="5">
                  <c:v>1983-06</c:v>
                </c:pt>
                <c:pt idx="6">
                  <c:v>1983-07</c:v>
                </c:pt>
                <c:pt idx="7">
                  <c:v>1983-08</c:v>
                </c:pt>
                <c:pt idx="8">
                  <c:v>1983-09</c:v>
                </c:pt>
                <c:pt idx="9">
                  <c:v>1983-10</c:v>
                </c:pt>
                <c:pt idx="10">
                  <c:v>1983-11</c:v>
                </c:pt>
                <c:pt idx="11">
                  <c:v>1983-12</c:v>
                </c:pt>
                <c:pt idx="12">
                  <c:v>1984-01</c:v>
                </c:pt>
                <c:pt idx="13">
                  <c:v>1984-02</c:v>
                </c:pt>
                <c:pt idx="14">
                  <c:v>1984-03</c:v>
                </c:pt>
                <c:pt idx="15">
                  <c:v>1984-04</c:v>
                </c:pt>
                <c:pt idx="16">
                  <c:v>1984-05</c:v>
                </c:pt>
                <c:pt idx="17">
                  <c:v>1984-06</c:v>
                </c:pt>
                <c:pt idx="18">
                  <c:v>1984-07</c:v>
                </c:pt>
                <c:pt idx="19">
                  <c:v>1984-08</c:v>
                </c:pt>
                <c:pt idx="20">
                  <c:v>1984-09</c:v>
                </c:pt>
                <c:pt idx="21">
                  <c:v>1984-10</c:v>
                </c:pt>
                <c:pt idx="22">
                  <c:v>1984-11</c:v>
                </c:pt>
                <c:pt idx="23">
                  <c:v>1984-12</c:v>
                </c:pt>
                <c:pt idx="24">
                  <c:v>1985-01</c:v>
                </c:pt>
                <c:pt idx="25">
                  <c:v>1985-02</c:v>
                </c:pt>
                <c:pt idx="26">
                  <c:v>1985-03</c:v>
                </c:pt>
                <c:pt idx="27">
                  <c:v>1985-04</c:v>
                </c:pt>
                <c:pt idx="28">
                  <c:v>1985-05</c:v>
                </c:pt>
                <c:pt idx="29">
                  <c:v>1985-06</c:v>
                </c:pt>
                <c:pt idx="30">
                  <c:v>1985-07</c:v>
                </c:pt>
                <c:pt idx="31">
                  <c:v>1985-08</c:v>
                </c:pt>
                <c:pt idx="32">
                  <c:v>1985-09</c:v>
                </c:pt>
                <c:pt idx="33">
                  <c:v>1985-10</c:v>
                </c:pt>
                <c:pt idx="34">
                  <c:v>1985-11</c:v>
                </c:pt>
                <c:pt idx="35">
                  <c:v>1985-12</c:v>
                </c:pt>
                <c:pt idx="36">
                  <c:v>1986-01</c:v>
                </c:pt>
                <c:pt idx="37">
                  <c:v>1986-02</c:v>
                </c:pt>
                <c:pt idx="38">
                  <c:v>1986-03</c:v>
                </c:pt>
                <c:pt idx="39">
                  <c:v>1986-04</c:v>
                </c:pt>
                <c:pt idx="40">
                  <c:v>1986-05</c:v>
                </c:pt>
                <c:pt idx="41">
                  <c:v>1986-06</c:v>
                </c:pt>
                <c:pt idx="42">
                  <c:v>1986-07</c:v>
                </c:pt>
                <c:pt idx="43">
                  <c:v>1986-08</c:v>
                </c:pt>
                <c:pt idx="44">
                  <c:v>1986-09</c:v>
                </c:pt>
                <c:pt idx="45">
                  <c:v>1986-10</c:v>
                </c:pt>
                <c:pt idx="46">
                  <c:v>1986-11</c:v>
                </c:pt>
                <c:pt idx="47">
                  <c:v>1986-12</c:v>
                </c:pt>
                <c:pt idx="48">
                  <c:v>1987-01</c:v>
                </c:pt>
                <c:pt idx="49">
                  <c:v>1987-02</c:v>
                </c:pt>
                <c:pt idx="50">
                  <c:v>1987-03</c:v>
                </c:pt>
                <c:pt idx="51">
                  <c:v>1987-04</c:v>
                </c:pt>
                <c:pt idx="52">
                  <c:v>1987-05</c:v>
                </c:pt>
                <c:pt idx="53">
                  <c:v>1987-06</c:v>
                </c:pt>
                <c:pt idx="54">
                  <c:v>1987-07</c:v>
                </c:pt>
                <c:pt idx="55">
                  <c:v>1987-08</c:v>
                </c:pt>
                <c:pt idx="56">
                  <c:v>1987-09</c:v>
                </c:pt>
                <c:pt idx="57">
                  <c:v>1987-10</c:v>
                </c:pt>
                <c:pt idx="58">
                  <c:v>1987-11</c:v>
                </c:pt>
                <c:pt idx="59">
                  <c:v>1987-12</c:v>
                </c:pt>
                <c:pt idx="60">
                  <c:v>1988-01</c:v>
                </c:pt>
                <c:pt idx="61">
                  <c:v>1988-02</c:v>
                </c:pt>
                <c:pt idx="62">
                  <c:v>1988-03</c:v>
                </c:pt>
                <c:pt idx="63">
                  <c:v>1988-04</c:v>
                </c:pt>
                <c:pt idx="64">
                  <c:v>1988-05</c:v>
                </c:pt>
                <c:pt idx="65">
                  <c:v>1988-06</c:v>
                </c:pt>
                <c:pt idx="66">
                  <c:v>1988-07</c:v>
                </c:pt>
                <c:pt idx="67">
                  <c:v>1988-08</c:v>
                </c:pt>
                <c:pt idx="68">
                  <c:v>1988-09</c:v>
                </c:pt>
                <c:pt idx="69">
                  <c:v>1988-10</c:v>
                </c:pt>
                <c:pt idx="70">
                  <c:v>1988-11</c:v>
                </c:pt>
                <c:pt idx="71">
                  <c:v>1988-12</c:v>
                </c:pt>
                <c:pt idx="72">
                  <c:v>1989-01</c:v>
                </c:pt>
                <c:pt idx="73">
                  <c:v>1989-02</c:v>
                </c:pt>
                <c:pt idx="74">
                  <c:v>1989-03</c:v>
                </c:pt>
                <c:pt idx="75">
                  <c:v>1989-04</c:v>
                </c:pt>
                <c:pt idx="76">
                  <c:v>1989-05</c:v>
                </c:pt>
                <c:pt idx="77">
                  <c:v>1989-06</c:v>
                </c:pt>
                <c:pt idx="78">
                  <c:v>1989-07</c:v>
                </c:pt>
                <c:pt idx="79">
                  <c:v>1989-08</c:v>
                </c:pt>
                <c:pt idx="80">
                  <c:v>1989-09</c:v>
                </c:pt>
                <c:pt idx="81">
                  <c:v>1989-10</c:v>
                </c:pt>
                <c:pt idx="82">
                  <c:v>1989-11</c:v>
                </c:pt>
                <c:pt idx="83">
                  <c:v>1989-12</c:v>
                </c:pt>
                <c:pt idx="84">
                  <c:v>1990-01</c:v>
                </c:pt>
                <c:pt idx="85">
                  <c:v>1990-02</c:v>
                </c:pt>
                <c:pt idx="86">
                  <c:v>1990-03</c:v>
                </c:pt>
                <c:pt idx="87">
                  <c:v>1990-04</c:v>
                </c:pt>
                <c:pt idx="88">
                  <c:v>1990-05</c:v>
                </c:pt>
                <c:pt idx="89">
                  <c:v>1990-06</c:v>
                </c:pt>
                <c:pt idx="90">
                  <c:v>1990-07</c:v>
                </c:pt>
                <c:pt idx="91">
                  <c:v>1990-08</c:v>
                </c:pt>
                <c:pt idx="92">
                  <c:v>1990-09</c:v>
                </c:pt>
                <c:pt idx="93">
                  <c:v>1990-10</c:v>
                </c:pt>
                <c:pt idx="94">
                  <c:v>1990-11</c:v>
                </c:pt>
                <c:pt idx="95">
                  <c:v>1990-12</c:v>
                </c:pt>
                <c:pt idx="96">
                  <c:v>1991-01</c:v>
                </c:pt>
                <c:pt idx="97">
                  <c:v>1991-02</c:v>
                </c:pt>
                <c:pt idx="98">
                  <c:v>1991-03</c:v>
                </c:pt>
                <c:pt idx="99">
                  <c:v>1991-04</c:v>
                </c:pt>
                <c:pt idx="100">
                  <c:v>1991-05</c:v>
                </c:pt>
                <c:pt idx="101">
                  <c:v>1991-06</c:v>
                </c:pt>
                <c:pt idx="102">
                  <c:v>1991-07</c:v>
                </c:pt>
                <c:pt idx="103">
                  <c:v>1991-08</c:v>
                </c:pt>
                <c:pt idx="104">
                  <c:v>1991-09</c:v>
                </c:pt>
                <c:pt idx="105">
                  <c:v>1991-10</c:v>
                </c:pt>
                <c:pt idx="106">
                  <c:v>1991-11</c:v>
                </c:pt>
                <c:pt idx="107">
                  <c:v>1991-12</c:v>
                </c:pt>
                <c:pt idx="108">
                  <c:v>1992-01</c:v>
                </c:pt>
                <c:pt idx="109">
                  <c:v>1992-02</c:v>
                </c:pt>
                <c:pt idx="110">
                  <c:v>1992-03</c:v>
                </c:pt>
                <c:pt idx="111">
                  <c:v>1992-04</c:v>
                </c:pt>
                <c:pt idx="112">
                  <c:v>1992-05</c:v>
                </c:pt>
                <c:pt idx="113">
                  <c:v>1992-06</c:v>
                </c:pt>
                <c:pt idx="114">
                  <c:v>1992-07</c:v>
                </c:pt>
                <c:pt idx="115">
                  <c:v>1992-08</c:v>
                </c:pt>
                <c:pt idx="116">
                  <c:v>1992-09</c:v>
                </c:pt>
                <c:pt idx="117">
                  <c:v>1992-10</c:v>
                </c:pt>
                <c:pt idx="118">
                  <c:v>1992-11</c:v>
                </c:pt>
                <c:pt idx="119">
                  <c:v>1992-12</c:v>
                </c:pt>
                <c:pt idx="120">
                  <c:v>1993-01</c:v>
                </c:pt>
                <c:pt idx="121">
                  <c:v>1993-02</c:v>
                </c:pt>
                <c:pt idx="122">
                  <c:v>1993-03</c:v>
                </c:pt>
                <c:pt idx="123">
                  <c:v>1993-04</c:v>
                </c:pt>
                <c:pt idx="124">
                  <c:v>1993-05</c:v>
                </c:pt>
                <c:pt idx="125">
                  <c:v>1993-06</c:v>
                </c:pt>
                <c:pt idx="126">
                  <c:v>1993-07</c:v>
                </c:pt>
                <c:pt idx="127">
                  <c:v>1993-08</c:v>
                </c:pt>
                <c:pt idx="128">
                  <c:v>1993-09</c:v>
                </c:pt>
                <c:pt idx="129">
                  <c:v>1993-10</c:v>
                </c:pt>
                <c:pt idx="130">
                  <c:v>1993-11</c:v>
                </c:pt>
                <c:pt idx="131">
                  <c:v>1993-12</c:v>
                </c:pt>
                <c:pt idx="132">
                  <c:v>1994-01</c:v>
                </c:pt>
                <c:pt idx="133">
                  <c:v>1994-02</c:v>
                </c:pt>
                <c:pt idx="134">
                  <c:v>1994-03</c:v>
                </c:pt>
                <c:pt idx="135">
                  <c:v>1994-04</c:v>
                </c:pt>
                <c:pt idx="136">
                  <c:v>1994-05</c:v>
                </c:pt>
                <c:pt idx="137">
                  <c:v>1994-06</c:v>
                </c:pt>
                <c:pt idx="138">
                  <c:v>1994-07</c:v>
                </c:pt>
                <c:pt idx="139">
                  <c:v>1994-08</c:v>
                </c:pt>
                <c:pt idx="140">
                  <c:v>1994-09</c:v>
                </c:pt>
                <c:pt idx="141">
                  <c:v>1994-10</c:v>
                </c:pt>
                <c:pt idx="142">
                  <c:v>1994-11</c:v>
                </c:pt>
                <c:pt idx="143">
                  <c:v>1994-12</c:v>
                </c:pt>
                <c:pt idx="144">
                  <c:v>1995-01</c:v>
                </c:pt>
                <c:pt idx="145">
                  <c:v>1995-02</c:v>
                </c:pt>
                <c:pt idx="146">
                  <c:v>1995-03</c:v>
                </c:pt>
                <c:pt idx="147">
                  <c:v>1995-04</c:v>
                </c:pt>
                <c:pt idx="148">
                  <c:v>1995-05</c:v>
                </c:pt>
                <c:pt idx="149">
                  <c:v>1995-06</c:v>
                </c:pt>
                <c:pt idx="150">
                  <c:v>1995-07</c:v>
                </c:pt>
                <c:pt idx="151">
                  <c:v>1995-08</c:v>
                </c:pt>
                <c:pt idx="152">
                  <c:v>1995-09</c:v>
                </c:pt>
                <c:pt idx="153">
                  <c:v>1995-10</c:v>
                </c:pt>
                <c:pt idx="154">
                  <c:v>1995-11</c:v>
                </c:pt>
                <c:pt idx="155">
                  <c:v>1995-12</c:v>
                </c:pt>
                <c:pt idx="156">
                  <c:v>1996-01</c:v>
                </c:pt>
                <c:pt idx="157">
                  <c:v>1996-02</c:v>
                </c:pt>
                <c:pt idx="158">
                  <c:v>1996-03</c:v>
                </c:pt>
                <c:pt idx="159">
                  <c:v>1996-04</c:v>
                </c:pt>
                <c:pt idx="160">
                  <c:v>1996-05</c:v>
                </c:pt>
                <c:pt idx="161">
                  <c:v>1996-06</c:v>
                </c:pt>
                <c:pt idx="162">
                  <c:v>1996-07</c:v>
                </c:pt>
                <c:pt idx="163">
                  <c:v>1996-08</c:v>
                </c:pt>
                <c:pt idx="164">
                  <c:v>1996-09</c:v>
                </c:pt>
                <c:pt idx="165">
                  <c:v>1996-10</c:v>
                </c:pt>
                <c:pt idx="166">
                  <c:v>1996-11</c:v>
                </c:pt>
                <c:pt idx="167">
                  <c:v>1996-12</c:v>
                </c:pt>
                <c:pt idx="168">
                  <c:v>1997-01</c:v>
                </c:pt>
                <c:pt idx="169">
                  <c:v>1997-02</c:v>
                </c:pt>
                <c:pt idx="170">
                  <c:v>1997-03</c:v>
                </c:pt>
                <c:pt idx="171">
                  <c:v>1997-04</c:v>
                </c:pt>
                <c:pt idx="172">
                  <c:v>1997-05</c:v>
                </c:pt>
                <c:pt idx="173">
                  <c:v>1997-06</c:v>
                </c:pt>
                <c:pt idx="174">
                  <c:v>1997-07</c:v>
                </c:pt>
                <c:pt idx="175">
                  <c:v>1997-08</c:v>
                </c:pt>
                <c:pt idx="176">
                  <c:v>1997-09</c:v>
                </c:pt>
                <c:pt idx="177">
                  <c:v>1997-10</c:v>
                </c:pt>
                <c:pt idx="178">
                  <c:v>1997-11</c:v>
                </c:pt>
                <c:pt idx="179">
                  <c:v>1997-12</c:v>
                </c:pt>
                <c:pt idx="180">
                  <c:v>1998-01</c:v>
                </c:pt>
                <c:pt idx="181">
                  <c:v>1998-02</c:v>
                </c:pt>
                <c:pt idx="182">
                  <c:v>1998-03</c:v>
                </c:pt>
                <c:pt idx="183">
                  <c:v>1998-04</c:v>
                </c:pt>
                <c:pt idx="184">
                  <c:v>1998-05</c:v>
                </c:pt>
                <c:pt idx="185">
                  <c:v>1998-06</c:v>
                </c:pt>
                <c:pt idx="186">
                  <c:v>1998-07</c:v>
                </c:pt>
                <c:pt idx="187">
                  <c:v>1998-08</c:v>
                </c:pt>
                <c:pt idx="188">
                  <c:v>1998-09</c:v>
                </c:pt>
                <c:pt idx="189">
                  <c:v>1998-10</c:v>
                </c:pt>
                <c:pt idx="190">
                  <c:v>1998-11</c:v>
                </c:pt>
                <c:pt idx="191">
                  <c:v>1998-12</c:v>
                </c:pt>
                <c:pt idx="192">
                  <c:v>1999-01</c:v>
                </c:pt>
                <c:pt idx="193">
                  <c:v>1999-02</c:v>
                </c:pt>
                <c:pt idx="194">
                  <c:v>1999-03</c:v>
                </c:pt>
                <c:pt idx="195">
                  <c:v>1999-04</c:v>
                </c:pt>
                <c:pt idx="196">
                  <c:v>1999-05</c:v>
                </c:pt>
                <c:pt idx="197">
                  <c:v>1999-06</c:v>
                </c:pt>
                <c:pt idx="198">
                  <c:v>1999-07</c:v>
                </c:pt>
                <c:pt idx="199">
                  <c:v>1999-08</c:v>
                </c:pt>
                <c:pt idx="200">
                  <c:v>1999-09</c:v>
                </c:pt>
                <c:pt idx="201">
                  <c:v>1999-10</c:v>
                </c:pt>
                <c:pt idx="202">
                  <c:v>1999-11</c:v>
                </c:pt>
                <c:pt idx="203">
                  <c:v>1999-12</c:v>
                </c:pt>
                <c:pt idx="204">
                  <c:v>2000-01</c:v>
                </c:pt>
                <c:pt idx="205">
                  <c:v>2000-02</c:v>
                </c:pt>
                <c:pt idx="206">
                  <c:v>2000-03</c:v>
                </c:pt>
                <c:pt idx="207">
                  <c:v>2000-04</c:v>
                </c:pt>
                <c:pt idx="208">
                  <c:v>2000-05</c:v>
                </c:pt>
                <c:pt idx="209">
                  <c:v>2000-06</c:v>
                </c:pt>
                <c:pt idx="210">
                  <c:v>2000-07</c:v>
                </c:pt>
                <c:pt idx="211">
                  <c:v>2000-08</c:v>
                </c:pt>
                <c:pt idx="212">
                  <c:v>2000-09</c:v>
                </c:pt>
                <c:pt idx="213">
                  <c:v>2000-10</c:v>
                </c:pt>
                <c:pt idx="214">
                  <c:v>2000-11</c:v>
                </c:pt>
                <c:pt idx="215">
                  <c:v>2000-12</c:v>
                </c:pt>
                <c:pt idx="216">
                  <c:v>2001-01</c:v>
                </c:pt>
                <c:pt idx="217">
                  <c:v>2001-02</c:v>
                </c:pt>
                <c:pt idx="218">
                  <c:v>2001-03</c:v>
                </c:pt>
                <c:pt idx="219">
                  <c:v>2001-04</c:v>
                </c:pt>
                <c:pt idx="220">
                  <c:v>2001-05</c:v>
                </c:pt>
                <c:pt idx="221">
                  <c:v>2001-06</c:v>
                </c:pt>
                <c:pt idx="222">
                  <c:v>2001-07</c:v>
                </c:pt>
                <c:pt idx="223">
                  <c:v>2001-08</c:v>
                </c:pt>
                <c:pt idx="224">
                  <c:v>2001-09</c:v>
                </c:pt>
                <c:pt idx="225">
                  <c:v>2001-10</c:v>
                </c:pt>
                <c:pt idx="226">
                  <c:v>2001-11</c:v>
                </c:pt>
                <c:pt idx="227">
                  <c:v>2001-12</c:v>
                </c:pt>
                <c:pt idx="228">
                  <c:v>2002-01</c:v>
                </c:pt>
                <c:pt idx="229">
                  <c:v>2002-02</c:v>
                </c:pt>
                <c:pt idx="230">
                  <c:v>2002-03</c:v>
                </c:pt>
                <c:pt idx="231">
                  <c:v>2002-04</c:v>
                </c:pt>
                <c:pt idx="232">
                  <c:v>2002-05</c:v>
                </c:pt>
                <c:pt idx="233">
                  <c:v>2002-06</c:v>
                </c:pt>
                <c:pt idx="234">
                  <c:v>2002-07</c:v>
                </c:pt>
                <c:pt idx="235">
                  <c:v>2002-08</c:v>
                </c:pt>
                <c:pt idx="236">
                  <c:v>2002-09</c:v>
                </c:pt>
                <c:pt idx="237">
                  <c:v>2002-10</c:v>
                </c:pt>
                <c:pt idx="238">
                  <c:v>2002-11</c:v>
                </c:pt>
                <c:pt idx="239">
                  <c:v>2002-12</c:v>
                </c:pt>
                <c:pt idx="240">
                  <c:v>2003-01</c:v>
                </c:pt>
                <c:pt idx="241">
                  <c:v>2003-02</c:v>
                </c:pt>
                <c:pt idx="242">
                  <c:v>2003-03</c:v>
                </c:pt>
                <c:pt idx="243">
                  <c:v>2003-04</c:v>
                </c:pt>
                <c:pt idx="244">
                  <c:v>2003-05</c:v>
                </c:pt>
                <c:pt idx="245">
                  <c:v>2003-06</c:v>
                </c:pt>
                <c:pt idx="246">
                  <c:v>2003-07</c:v>
                </c:pt>
                <c:pt idx="247">
                  <c:v>2003-08</c:v>
                </c:pt>
                <c:pt idx="248">
                  <c:v>2003-09</c:v>
                </c:pt>
                <c:pt idx="249">
                  <c:v>2003-10</c:v>
                </c:pt>
                <c:pt idx="250">
                  <c:v>2003-11</c:v>
                </c:pt>
                <c:pt idx="251">
                  <c:v>2003-12</c:v>
                </c:pt>
                <c:pt idx="252">
                  <c:v>2004-01</c:v>
                </c:pt>
                <c:pt idx="253">
                  <c:v>2004-02</c:v>
                </c:pt>
                <c:pt idx="254">
                  <c:v>2004-03</c:v>
                </c:pt>
                <c:pt idx="255">
                  <c:v>2004-04</c:v>
                </c:pt>
                <c:pt idx="256">
                  <c:v>2004-05</c:v>
                </c:pt>
                <c:pt idx="257">
                  <c:v>2004-06</c:v>
                </c:pt>
                <c:pt idx="258">
                  <c:v>2004-07</c:v>
                </c:pt>
                <c:pt idx="259">
                  <c:v>2004-08</c:v>
                </c:pt>
                <c:pt idx="260">
                  <c:v>2004-09</c:v>
                </c:pt>
                <c:pt idx="261">
                  <c:v>2004-10</c:v>
                </c:pt>
                <c:pt idx="262">
                  <c:v>2004-11</c:v>
                </c:pt>
                <c:pt idx="263">
                  <c:v>2004-12</c:v>
                </c:pt>
                <c:pt idx="264">
                  <c:v>2005-01</c:v>
                </c:pt>
                <c:pt idx="265">
                  <c:v>2005-02</c:v>
                </c:pt>
                <c:pt idx="266">
                  <c:v>2005-03</c:v>
                </c:pt>
                <c:pt idx="267">
                  <c:v>2005-04</c:v>
                </c:pt>
                <c:pt idx="268">
                  <c:v>2005-05</c:v>
                </c:pt>
                <c:pt idx="269">
                  <c:v>2005-06</c:v>
                </c:pt>
                <c:pt idx="270">
                  <c:v>2005-07</c:v>
                </c:pt>
                <c:pt idx="271">
                  <c:v>2005-08</c:v>
                </c:pt>
                <c:pt idx="272">
                  <c:v>2005-09</c:v>
                </c:pt>
                <c:pt idx="273">
                  <c:v>2005-10</c:v>
                </c:pt>
                <c:pt idx="274">
                  <c:v>2005-11</c:v>
                </c:pt>
                <c:pt idx="275">
                  <c:v>2005-12</c:v>
                </c:pt>
                <c:pt idx="276">
                  <c:v>2006-01</c:v>
                </c:pt>
                <c:pt idx="277">
                  <c:v>2006-02</c:v>
                </c:pt>
                <c:pt idx="278">
                  <c:v>2006-03</c:v>
                </c:pt>
                <c:pt idx="279">
                  <c:v>2006-04</c:v>
                </c:pt>
                <c:pt idx="280">
                  <c:v>2006-05</c:v>
                </c:pt>
                <c:pt idx="281">
                  <c:v>2006-06</c:v>
                </c:pt>
                <c:pt idx="282">
                  <c:v>2006-07</c:v>
                </c:pt>
                <c:pt idx="283">
                  <c:v>2006-08</c:v>
                </c:pt>
                <c:pt idx="284">
                  <c:v>2006-09</c:v>
                </c:pt>
                <c:pt idx="285">
                  <c:v>2006-10</c:v>
                </c:pt>
                <c:pt idx="286">
                  <c:v>2006-11</c:v>
                </c:pt>
                <c:pt idx="287">
                  <c:v>2006-12</c:v>
                </c:pt>
                <c:pt idx="288">
                  <c:v>2007-01</c:v>
                </c:pt>
                <c:pt idx="289">
                  <c:v>2007-02</c:v>
                </c:pt>
                <c:pt idx="290">
                  <c:v>2007-03</c:v>
                </c:pt>
                <c:pt idx="291">
                  <c:v>2007-04</c:v>
                </c:pt>
                <c:pt idx="292">
                  <c:v>2007-05</c:v>
                </c:pt>
                <c:pt idx="293">
                  <c:v>2007-06</c:v>
                </c:pt>
                <c:pt idx="294">
                  <c:v>2007-07</c:v>
                </c:pt>
                <c:pt idx="295">
                  <c:v>2007-08</c:v>
                </c:pt>
                <c:pt idx="296">
                  <c:v>2007-09</c:v>
                </c:pt>
                <c:pt idx="297">
                  <c:v>2007-10</c:v>
                </c:pt>
                <c:pt idx="298">
                  <c:v>2007-11</c:v>
                </c:pt>
                <c:pt idx="299">
                  <c:v>2007-12</c:v>
                </c:pt>
                <c:pt idx="300">
                  <c:v>2008-01</c:v>
                </c:pt>
                <c:pt idx="301">
                  <c:v>2008-02</c:v>
                </c:pt>
                <c:pt idx="302">
                  <c:v>2008-03</c:v>
                </c:pt>
                <c:pt idx="303">
                  <c:v>2008-04</c:v>
                </c:pt>
                <c:pt idx="304">
                  <c:v>2008-05</c:v>
                </c:pt>
                <c:pt idx="305">
                  <c:v>2008-06</c:v>
                </c:pt>
                <c:pt idx="306">
                  <c:v>2008-07</c:v>
                </c:pt>
                <c:pt idx="307">
                  <c:v>2008-08</c:v>
                </c:pt>
                <c:pt idx="308">
                  <c:v>2008-09</c:v>
                </c:pt>
                <c:pt idx="309">
                  <c:v>2008-10</c:v>
                </c:pt>
                <c:pt idx="310">
                  <c:v>2008-11</c:v>
                </c:pt>
                <c:pt idx="311">
                  <c:v>2008-12</c:v>
                </c:pt>
                <c:pt idx="312">
                  <c:v>2009-01</c:v>
                </c:pt>
                <c:pt idx="313">
                  <c:v>2009-02</c:v>
                </c:pt>
                <c:pt idx="314">
                  <c:v>2009-03</c:v>
                </c:pt>
                <c:pt idx="315">
                  <c:v>2009-04</c:v>
                </c:pt>
                <c:pt idx="316">
                  <c:v>2009-05</c:v>
                </c:pt>
                <c:pt idx="317">
                  <c:v>2009-06</c:v>
                </c:pt>
                <c:pt idx="318">
                  <c:v>2009-07</c:v>
                </c:pt>
                <c:pt idx="319">
                  <c:v>2009-08</c:v>
                </c:pt>
                <c:pt idx="320">
                  <c:v>2009-09</c:v>
                </c:pt>
                <c:pt idx="321">
                  <c:v>2009-10</c:v>
                </c:pt>
                <c:pt idx="322">
                  <c:v>2009-11</c:v>
                </c:pt>
                <c:pt idx="323">
                  <c:v>2009-12</c:v>
                </c:pt>
                <c:pt idx="324">
                  <c:v>2010-01</c:v>
                </c:pt>
                <c:pt idx="325">
                  <c:v>2010-02</c:v>
                </c:pt>
                <c:pt idx="326">
                  <c:v>2010-03</c:v>
                </c:pt>
                <c:pt idx="327">
                  <c:v>2010-04</c:v>
                </c:pt>
                <c:pt idx="328">
                  <c:v>2010-05</c:v>
                </c:pt>
                <c:pt idx="329">
                  <c:v>2010-06</c:v>
                </c:pt>
                <c:pt idx="330">
                  <c:v>2010-07</c:v>
                </c:pt>
                <c:pt idx="331">
                  <c:v>2010-08</c:v>
                </c:pt>
                <c:pt idx="332">
                  <c:v>2010-09</c:v>
                </c:pt>
                <c:pt idx="333">
                  <c:v>2010-10</c:v>
                </c:pt>
                <c:pt idx="334">
                  <c:v>2010-11</c:v>
                </c:pt>
                <c:pt idx="335">
                  <c:v>2010-12</c:v>
                </c:pt>
                <c:pt idx="336">
                  <c:v>2011-01</c:v>
                </c:pt>
                <c:pt idx="337">
                  <c:v>2011-02</c:v>
                </c:pt>
                <c:pt idx="338">
                  <c:v>2011-03</c:v>
                </c:pt>
                <c:pt idx="339">
                  <c:v>2011-04</c:v>
                </c:pt>
                <c:pt idx="340">
                  <c:v>2011-05</c:v>
                </c:pt>
                <c:pt idx="341">
                  <c:v>2011-06</c:v>
                </c:pt>
                <c:pt idx="342">
                  <c:v>2011-07</c:v>
                </c:pt>
                <c:pt idx="343">
                  <c:v>2011-08</c:v>
                </c:pt>
                <c:pt idx="344">
                  <c:v>2011-09</c:v>
                </c:pt>
                <c:pt idx="345">
                  <c:v>2011-10</c:v>
                </c:pt>
                <c:pt idx="346">
                  <c:v>2011-11</c:v>
                </c:pt>
                <c:pt idx="347">
                  <c:v>2011-12</c:v>
                </c:pt>
                <c:pt idx="348">
                  <c:v>2012-01</c:v>
                </c:pt>
                <c:pt idx="349">
                  <c:v>2012-02</c:v>
                </c:pt>
                <c:pt idx="350">
                  <c:v>2012-03</c:v>
                </c:pt>
                <c:pt idx="351">
                  <c:v>2012-04</c:v>
                </c:pt>
                <c:pt idx="352">
                  <c:v>2012-05</c:v>
                </c:pt>
                <c:pt idx="353">
                  <c:v>2012-06</c:v>
                </c:pt>
                <c:pt idx="354">
                  <c:v>2012-07</c:v>
                </c:pt>
                <c:pt idx="355">
                  <c:v>2012-08</c:v>
                </c:pt>
                <c:pt idx="356">
                  <c:v>2012-09</c:v>
                </c:pt>
                <c:pt idx="357">
                  <c:v>2012-10</c:v>
                </c:pt>
                <c:pt idx="358">
                  <c:v>2012-11</c:v>
                </c:pt>
                <c:pt idx="359">
                  <c:v>2012-12</c:v>
                </c:pt>
                <c:pt idx="360">
                  <c:v>2013-01</c:v>
                </c:pt>
                <c:pt idx="361">
                  <c:v>2013-02</c:v>
                </c:pt>
                <c:pt idx="362">
                  <c:v>2013-03</c:v>
                </c:pt>
                <c:pt idx="363">
                  <c:v>2013-04</c:v>
                </c:pt>
                <c:pt idx="364">
                  <c:v>2013-05</c:v>
                </c:pt>
                <c:pt idx="365">
                  <c:v>2013-06</c:v>
                </c:pt>
                <c:pt idx="366">
                  <c:v>2013-07</c:v>
                </c:pt>
                <c:pt idx="367">
                  <c:v>2013-08</c:v>
                </c:pt>
                <c:pt idx="368">
                  <c:v>2013-09</c:v>
                </c:pt>
                <c:pt idx="369">
                  <c:v>2013-10</c:v>
                </c:pt>
                <c:pt idx="370">
                  <c:v>2013-11</c:v>
                </c:pt>
                <c:pt idx="371">
                  <c:v>2013-12</c:v>
                </c:pt>
                <c:pt idx="372">
                  <c:v>2014-01</c:v>
                </c:pt>
                <c:pt idx="373">
                  <c:v>2014-02</c:v>
                </c:pt>
                <c:pt idx="374">
                  <c:v>2014-03</c:v>
                </c:pt>
                <c:pt idx="375">
                  <c:v>2014-04</c:v>
                </c:pt>
                <c:pt idx="376">
                  <c:v>2014-05</c:v>
                </c:pt>
                <c:pt idx="377">
                  <c:v>2014-06</c:v>
                </c:pt>
                <c:pt idx="378">
                  <c:v>2014-07</c:v>
                </c:pt>
                <c:pt idx="379">
                  <c:v>2014-08</c:v>
                </c:pt>
                <c:pt idx="380">
                  <c:v>2014-09</c:v>
                </c:pt>
                <c:pt idx="381">
                  <c:v>2014-10</c:v>
                </c:pt>
                <c:pt idx="382">
                  <c:v>2014-11</c:v>
                </c:pt>
                <c:pt idx="383">
                  <c:v>2014-12</c:v>
                </c:pt>
                <c:pt idx="384">
                  <c:v>2015-01</c:v>
                </c:pt>
                <c:pt idx="385">
                  <c:v>2015-02</c:v>
                </c:pt>
                <c:pt idx="386">
                  <c:v>2015-03</c:v>
                </c:pt>
                <c:pt idx="387">
                  <c:v>2015-04</c:v>
                </c:pt>
                <c:pt idx="388">
                  <c:v>2015-05</c:v>
                </c:pt>
                <c:pt idx="389">
                  <c:v>2015-06</c:v>
                </c:pt>
                <c:pt idx="390">
                  <c:v>2015-07</c:v>
                </c:pt>
                <c:pt idx="391">
                  <c:v>2015-08</c:v>
                </c:pt>
                <c:pt idx="392">
                  <c:v>2015-09</c:v>
                </c:pt>
                <c:pt idx="393">
                  <c:v>2015-10</c:v>
                </c:pt>
                <c:pt idx="394">
                  <c:v>2015-11</c:v>
                </c:pt>
                <c:pt idx="395">
                  <c:v>2015-12</c:v>
                </c:pt>
                <c:pt idx="396">
                  <c:v>2016-01</c:v>
                </c:pt>
                <c:pt idx="397">
                  <c:v>2016-02</c:v>
                </c:pt>
                <c:pt idx="398">
                  <c:v>2016-03</c:v>
                </c:pt>
                <c:pt idx="399">
                  <c:v>2016-04</c:v>
                </c:pt>
                <c:pt idx="400">
                  <c:v>2016-05</c:v>
                </c:pt>
                <c:pt idx="401">
                  <c:v>2016-06</c:v>
                </c:pt>
                <c:pt idx="402">
                  <c:v>2016-07</c:v>
                </c:pt>
                <c:pt idx="403">
                  <c:v>2016-08</c:v>
                </c:pt>
                <c:pt idx="404">
                  <c:v>2016-09</c:v>
                </c:pt>
                <c:pt idx="405">
                  <c:v>2016-10</c:v>
                </c:pt>
                <c:pt idx="406">
                  <c:v>2016-11</c:v>
                </c:pt>
                <c:pt idx="407">
                  <c:v>2016-12</c:v>
                </c:pt>
                <c:pt idx="408">
                  <c:v>2017-01</c:v>
                </c:pt>
                <c:pt idx="409">
                  <c:v>2017-02</c:v>
                </c:pt>
                <c:pt idx="410">
                  <c:v>2017-03</c:v>
                </c:pt>
                <c:pt idx="411">
                  <c:v>2017-04</c:v>
                </c:pt>
                <c:pt idx="412">
                  <c:v>2017-05</c:v>
                </c:pt>
                <c:pt idx="413">
                  <c:v>2017-06</c:v>
                </c:pt>
                <c:pt idx="414">
                  <c:v>2017-07</c:v>
                </c:pt>
                <c:pt idx="415">
                  <c:v>2017-08</c:v>
                </c:pt>
                <c:pt idx="416">
                  <c:v>2017-09</c:v>
                </c:pt>
                <c:pt idx="417">
                  <c:v>2017-10</c:v>
                </c:pt>
                <c:pt idx="418">
                  <c:v>2017-11</c:v>
                </c:pt>
                <c:pt idx="419">
                  <c:v>2017-12</c:v>
                </c:pt>
                <c:pt idx="420">
                  <c:v>2018-01</c:v>
                </c:pt>
                <c:pt idx="421">
                  <c:v>2018-02</c:v>
                </c:pt>
                <c:pt idx="422">
                  <c:v>2018-03</c:v>
                </c:pt>
                <c:pt idx="423">
                  <c:v>2018-04</c:v>
                </c:pt>
                <c:pt idx="424">
                  <c:v>2018-05</c:v>
                </c:pt>
                <c:pt idx="425">
                  <c:v>2018-06</c:v>
                </c:pt>
                <c:pt idx="426">
                  <c:v>2018-07</c:v>
                </c:pt>
                <c:pt idx="427">
                  <c:v>2018-08</c:v>
                </c:pt>
                <c:pt idx="428">
                  <c:v>2018-09</c:v>
                </c:pt>
                <c:pt idx="429">
                  <c:v>2018-10</c:v>
                </c:pt>
                <c:pt idx="430">
                  <c:v>2018-11</c:v>
                </c:pt>
                <c:pt idx="431">
                  <c:v>2018-12</c:v>
                </c:pt>
                <c:pt idx="432">
                  <c:v>2019-01</c:v>
                </c:pt>
                <c:pt idx="433">
                  <c:v>2019-02</c:v>
                </c:pt>
                <c:pt idx="434">
                  <c:v>2019-03</c:v>
                </c:pt>
                <c:pt idx="435">
                  <c:v>2019-04</c:v>
                </c:pt>
                <c:pt idx="436">
                  <c:v>2019-05</c:v>
                </c:pt>
                <c:pt idx="437">
                  <c:v>2019-06</c:v>
                </c:pt>
                <c:pt idx="438">
                  <c:v>2019-07</c:v>
                </c:pt>
                <c:pt idx="439">
                  <c:v>2019-08</c:v>
                </c:pt>
                <c:pt idx="440">
                  <c:v>2019-09</c:v>
                </c:pt>
                <c:pt idx="441">
                  <c:v>2019-10</c:v>
                </c:pt>
                <c:pt idx="442">
                  <c:v>2019-11</c:v>
                </c:pt>
                <c:pt idx="443">
                  <c:v>2019-12</c:v>
                </c:pt>
                <c:pt idx="444">
                  <c:v>2020-01</c:v>
                </c:pt>
                <c:pt idx="445">
                  <c:v>2020-02</c:v>
                </c:pt>
                <c:pt idx="446">
                  <c:v>2020-03</c:v>
                </c:pt>
                <c:pt idx="447">
                  <c:v>2020-04</c:v>
                </c:pt>
                <c:pt idx="448">
                  <c:v>2020-05</c:v>
                </c:pt>
                <c:pt idx="449">
                  <c:v>2020-06</c:v>
                </c:pt>
                <c:pt idx="450">
                  <c:v>2020-07</c:v>
                </c:pt>
                <c:pt idx="451">
                  <c:v>2020-08</c:v>
                </c:pt>
                <c:pt idx="452">
                  <c:v>2020-09</c:v>
                </c:pt>
                <c:pt idx="453">
                  <c:v>2020-10</c:v>
                </c:pt>
                <c:pt idx="454">
                  <c:v>2020-11</c:v>
                </c:pt>
                <c:pt idx="455">
                  <c:v>2020-12</c:v>
                </c:pt>
                <c:pt idx="456">
                  <c:v>2021-01</c:v>
                </c:pt>
                <c:pt idx="457">
                  <c:v>2021-02</c:v>
                </c:pt>
                <c:pt idx="458">
                  <c:v>2021-03</c:v>
                </c:pt>
                <c:pt idx="459">
                  <c:v>2021-04</c:v>
                </c:pt>
                <c:pt idx="460">
                  <c:v>2021-05</c:v>
                </c:pt>
                <c:pt idx="461">
                  <c:v>2021-06</c:v>
                </c:pt>
                <c:pt idx="462">
                  <c:v>2021-07</c:v>
                </c:pt>
                <c:pt idx="463">
                  <c:v>2021-08</c:v>
                </c:pt>
                <c:pt idx="464">
                  <c:v>2021-09</c:v>
                </c:pt>
                <c:pt idx="465">
                  <c:v>2021-10</c:v>
                </c:pt>
                <c:pt idx="466">
                  <c:v>2021-11</c:v>
                </c:pt>
                <c:pt idx="467">
                  <c:v>2021-12</c:v>
                </c:pt>
                <c:pt idx="468">
                  <c:v>2022-01</c:v>
                </c:pt>
                <c:pt idx="469">
                  <c:v>2022-02</c:v>
                </c:pt>
                <c:pt idx="470">
                  <c:v>2022-03</c:v>
                </c:pt>
                <c:pt idx="471">
                  <c:v>2022-04</c:v>
                </c:pt>
                <c:pt idx="472">
                  <c:v>2022-05</c:v>
                </c:pt>
                <c:pt idx="473">
                  <c:v>2022-06</c:v>
                </c:pt>
                <c:pt idx="474">
                  <c:v>2022-07</c:v>
                </c:pt>
                <c:pt idx="475">
                  <c:v>2022-08</c:v>
                </c:pt>
                <c:pt idx="476">
                  <c:v>2022-09</c:v>
                </c:pt>
                <c:pt idx="477">
                  <c:v>2022-10</c:v>
                </c:pt>
                <c:pt idx="478">
                  <c:v>2022-11</c:v>
                </c:pt>
                <c:pt idx="479">
                  <c:v>2022-12</c:v>
                </c:pt>
                <c:pt idx="480">
                  <c:v>2023-01</c:v>
                </c:pt>
                <c:pt idx="481">
                  <c:v>2023-02</c:v>
                </c:pt>
                <c:pt idx="482">
                  <c:v>2023-03</c:v>
                </c:pt>
                <c:pt idx="483">
                  <c:v>2023-04</c:v>
                </c:pt>
                <c:pt idx="484">
                  <c:v>2023-05</c:v>
                </c:pt>
                <c:pt idx="485">
                  <c:v>2023-06</c:v>
                </c:pt>
                <c:pt idx="486">
                  <c:v>2023-07</c:v>
                </c:pt>
                <c:pt idx="487">
                  <c:v>2023-08</c:v>
                </c:pt>
                <c:pt idx="488">
                  <c:v>2023-09</c:v>
                </c:pt>
                <c:pt idx="489">
                  <c:v>2023-10</c:v>
                </c:pt>
                <c:pt idx="490">
                  <c:v>2023-11</c:v>
                </c:pt>
                <c:pt idx="491">
                  <c:v>2023-12</c:v>
                </c:pt>
                <c:pt idx="492">
                  <c:v>2024-01</c:v>
                </c:pt>
                <c:pt idx="493">
                  <c:v>2024-02</c:v>
                </c:pt>
                <c:pt idx="494">
                  <c:v>2024-03</c:v>
                </c:pt>
                <c:pt idx="495">
                  <c:v>2024-04</c:v>
                </c:pt>
                <c:pt idx="496">
                  <c:v>2024-05</c:v>
                </c:pt>
                <c:pt idx="497">
                  <c:v>2024-06</c:v>
                </c:pt>
                <c:pt idx="498">
                  <c:v>2024-07</c:v>
                </c:pt>
              </c:strCache>
            </c:strRef>
          </c:cat>
          <c:val>
            <c:numRef>
              <c:f>Hoja1!$B$2:$B$500</c:f>
              <c:numCache>
                <c:formatCode>General</c:formatCode>
                <c:ptCount val="499"/>
                <c:pt idx="204">
                  <c:v>9.4</c:v>
                </c:pt>
                <c:pt idx="205">
                  <c:v>9.4</c:v>
                </c:pt>
                <c:pt idx="206">
                  <c:v>9.3000000000000007</c:v>
                </c:pt>
                <c:pt idx="207">
                  <c:v>9.1999999999999993</c:v>
                </c:pt>
                <c:pt idx="208">
                  <c:v>9.1</c:v>
                </c:pt>
                <c:pt idx="209">
                  <c:v>9.1</c:v>
                </c:pt>
                <c:pt idx="210">
                  <c:v>9</c:v>
                </c:pt>
                <c:pt idx="211">
                  <c:v>9</c:v>
                </c:pt>
                <c:pt idx="212">
                  <c:v>8.9</c:v>
                </c:pt>
                <c:pt idx="213">
                  <c:v>8.8000000000000007</c:v>
                </c:pt>
                <c:pt idx="214">
                  <c:v>8.8000000000000007</c:v>
                </c:pt>
                <c:pt idx="215">
                  <c:v>8.6999999999999993</c:v>
                </c:pt>
                <c:pt idx="216">
                  <c:v>8.6</c:v>
                </c:pt>
                <c:pt idx="217">
                  <c:v>8.5</c:v>
                </c:pt>
                <c:pt idx="218">
                  <c:v>8.5</c:v>
                </c:pt>
                <c:pt idx="219">
                  <c:v>8.5</c:v>
                </c:pt>
                <c:pt idx="220">
                  <c:v>8.5</c:v>
                </c:pt>
                <c:pt idx="221">
                  <c:v>8.5</c:v>
                </c:pt>
                <c:pt idx="222">
                  <c:v>8.5</c:v>
                </c:pt>
                <c:pt idx="223">
                  <c:v>8.5</c:v>
                </c:pt>
                <c:pt idx="224">
                  <c:v>8.5</c:v>
                </c:pt>
                <c:pt idx="225">
                  <c:v>8.5</c:v>
                </c:pt>
                <c:pt idx="226">
                  <c:v>8.6</c:v>
                </c:pt>
                <c:pt idx="227">
                  <c:v>8.6</c:v>
                </c:pt>
                <c:pt idx="228">
                  <c:v>8.6</c:v>
                </c:pt>
                <c:pt idx="229">
                  <c:v>8.6</c:v>
                </c:pt>
                <c:pt idx="230">
                  <c:v>8.6</c:v>
                </c:pt>
                <c:pt idx="231">
                  <c:v>8.6</c:v>
                </c:pt>
                <c:pt idx="232">
                  <c:v>8.6999999999999993</c:v>
                </c:pt>
                <c:pt idx="233">
                  <c:v>8.6999999999999993</c:v>
                </c:pt>
                <c:pt idx="234">
                  <c:v>8.8000000000000007</c:v>
                </c:pt>
                <c:pt idx="235">
                  <c:v>8.8000000000000007</c:v>
                </c:pt>
                <c:pt idx="236">
                  <c:v>8.9</c:v>
                </c:pt>
                <c:pt idx="237">
                  <c:v>8.9</c:v>
                </c:pt>
                <c:pt idx="238">
                  <c:v>8.9</c:v>
                </c:pt>
                <c:pt idx="239">
                  <c:v>9</c:v>
                </c:pt>
                <c:pt idx="240">
                  <c:v>9.1</c:v>
                </c:pt>
                <c:pt idx="241">
                  <c:v>9.1</c:v>
                </c:pt>
                <c:pt idx="242">
                  <c:v>9.1999999999999993</c:v>
                </c:pt>
                <c:pt idx="243">
                  <c:v>9.1999999999999993</c:v>
                </c:pt>
                <c:pt idx="244">
                  <c:v>9.1999999999999993</c:v>
                </c:pt>
                <c:pt idx="245">
                  <c:v>9.1999999999999993</c:v>
                </c:pt>
                <c:pt idx="246">
                  <c:v>9.1999999999999993</c:v>
                </c:pt>
                <c:pt idx="247">
                  <c:v>9.1999999999999993</c:v>
                </c:pt>
                <c:pt idx="248">
                  <c:v>9.1999999999999993</c:v>
                </c:pt>
                <c:pt idx="249">
                  <c:v>9.1999999999999993</c:v>
                </c:pt>
                <c:pt idx="250">
                  <c:v>9.1999999999999993</c:v>
                </c:pt>
                <c:pt idx="251">
                  <c:v>9.3000000000000007</c:v>
                </c:pt>
                <c:pt idx="252">
                  <c:v>9.4</c:v>
                </c:pt>
                <c:pt idx="253">
                  <c:v>9.4</c:v>
                </c:pt>
                <c:pt idx="254">
                  <c:v>9.4</c:v>
                </c:pt>
                <c:pt idx="255">
                  <c:v>9.4</c:v>
                </c:pt>
                <c:pt idx="256">
                  <c:v>9.4</c:v>
                </c:pt>
                <c:pt idx="257">
                  <c:v>9.4</c:v>
                </c:pt>
                <c:pt idx="258">
                  <c:v>9.4</c:v>
                </c:pt>
                <c:pt idx="259">
                  <c:v>9.4</c:v>
                </c:pt>
                <c:pt idx="260">
                  <c:v>9.4</c:v>
                </c:pt>
                <c:pt idx="261">
                  <c:v>9.4</c:v>
                </c:pt>
                <c:pt idx="262">
                  <c:v>9.4</c:v>
                </c:pt>
                <c:pt idx="263">
                  <c:v>9.4</c:v>
                </c:pt>
                <c:pt idx="264">
                  <c:v>9.3000000000000007</c:v>
                </c:pt>
                <c:pt idx="265">
                  <c:v>9.3000000000000007</c:v>
                </c:pt>
                <c:pt idx="266">
                  <c:v>9.3000000000000007</c:v>
                </c:pt>
                <c:pt idx="267">
                  <c:v>9.4</c:v>
                </c:pt>
                <c:pt idx="268">
                  <c:v>9.3000000000000007</c:v>
                </c:pt>
                <c:pt idx="269">
                  <c:v>9.3000000000000007</c:v>
                </c:pt>
                <c:pt idx="270">
                  <c:v>9.1999999999999993</c:v>
                </c:pt>
                <c:pt idx="271">
                  <c:v>9.1999999999999993</c:v>
                </c:pt>
                <c:pt idx="272">
                  <c:v>9.1999999999999993</c:v>
                </c:pt>
                <c:pt idx="273">
                  <c:v>9.1999999999999993</c:v>
                </c:pt>
                <c:pt idx="274">
                  <c:v>9.1</c:v>
                </c:pt>
                <c:pt idx="275">
                  <c:v>9</c:v>
                </c:pt>
                <c:pt idx="276">
                  <c:v>9</c:v>
                </c:pt>
                <c:pt idx="277">
                  <c:v>8.9</c:v>
                </c:pt>
                <c:pt idx="278">
                  <c:v>8.8000000000000007</c:v>
                </c:pt>
                <c:pt idx="279">
                  <c:v>8.6999999999999993</c:v>
                </c:pt>
                <c:pt idx="280">
                  <c:v>8.6</c:v>
                </c:pt>
                <c:pt idx="281">
                  <c:v>8.5</c:v>
                </c:pt>
                <c:pt idx="282">
                  <c:v>8.4</c:v>
                </c:pt>
                <c:pt idx="283">
                  <c:v>8.4</c:v>
                </c:pt>
                <c:pt idx="284">
                  <c:v>8.3000000000000007</c:v>
                </c:pt>
                <c:pt idx="285">
                  <c:v>8.1999999999999993</c:v>
                </c:pt>
                <c:pt idx="286">
                  <c:v>8.1999999999999993</c:v>
                </c:pt>
                <c:pt idx="287">
                  <c:v>8</c:v>
                </c:pt>
                <c:pt idx="288">
                  <c:v>8</c:v>
                </c:pt>
                <c:pt idx="289">
                  <c:v>7.9</c:v>
                </c:pt>
                <c:pt idx="290">
                  <c:v>7.8</c:v>
                </c:pt>
                <c:pt idx="291">
                  <c:v>7.7</c:v>
                </c:pt>
                <c:pt idx="292">
                  <c:v>7.7</c:v>
                </c:pt>
                <c:pt idx="293">
                  <c:v>7.6</c:v>
                </c:pt>
                <c:pt idx="294">
                  <c:v>7.6</c:v>
                </c:pt>
                <c:pt idx="295">
                  <c:v>7.6</c:v>
                </c:pt>
                <c:pt idx="296">
                  <c:v>7.5</c:v>
                </c:pt>
                <c:pt idx="297">
                  <c:v>7.5</c:v>
                </c:pt>
                <c:pt idx="298">
                  <c:v>7.4</c:v>
                </c:pt>
                <c:pt idx="299">
                  <c:v>7.4</c:v>
                </c:pt>
                <c:pt idx="300">
                  <c:v>7.4</c:v>
                </c:pt>
                <c:pt idx="301">
                  <c:v>7.4</c:v>
                </c:pt>
                <c:pt idx="302">
                  <c:v>7.3</c:v>
                </c:pt>
                <c:pt idx="303">
                  <c:v>7.5</c:v>
                </c:pt>
                <c:pt idx="304">
                  <c:v>7.5</c:v>
                </c:pt>
                <c:pt idx="305">
                  <c:v>7.6</c:v>
                </c:pt>
                <c:pt idx="306">
                  <c:v>7.6</c:v>
                </c:pt>
                <c:pt idx="307">
                  <c:v>7.7</c:v>
                </c:pt>
                <c:pt idx="308">
                  <c:v>7.8</c:v>
                </c:pt>
                <c:pt idx="309">
                  <c:v>7.9</c:v>
                </c:pt>
                <c:pt idx="310">
                  <c:v>8.1</c:v>
                </c:pt>
                <c:pt idx="311">
                  <c:v>8.4</c:v>
                </c:pt>
                <c:pt idx="312">
                  <c:v>8.6999999999999993</c:v>
                </c:pt>
                <c:pt idx="313">
                  <c:v>9</c:v>
                </c:pt>
                <c:pt idx="314">
                  <c:v>9.3000000000000007</c:v>
                </c:pt>
                <c:pt idx="315">
                  <c:v>9.5</c:v>
                </c:pt>
                <c:pt idx="316">
                  <c:v>9.6</c:v>
                </c:pt>
                <c:pt idx="317">
                  <c:v>9.6999999999999993</c:v>
                </c:pt>
                <c:pt idx="318">
                  <c:v>9.8000000000000007</c:v>
                </c:pt>
                <c:pt idx="319">
                  <c:v>9.9</c:v>
                </c:pt>
                <c:pt idx="320">
                  <c:v>10</c:v>
                </c:pt>
                <c:pt idx="321">
                  <c:v>10.1</c:v>
                </c:pt>
                <c:pt idx="322">
                  <c:v>10.1</c:v>
                </c:pt>
                <c:pt idx="323">
                  <c:v>10.199999999999999</c:v>
                </c:pt>
                <c:pt idx="324">
                  <c:v>10.199999999999999</c:v>
                </c:pt>
                <c:pt idx="325">
                  <c:v>10.3</c:v>
                </c:pt>
                <c:pt idx="326">
                  <c:v>10.3</c:v>
                </c:pt>
                <c:pt idx="327">
                  <c:v>10.4</c:v>
                </c:pt>
                <c:pt idx="328">
                  <c:v>10.3</c:v>
                </c:pt>
                <c:pt idx="329">
                  <c:v>10.3</c:v>
                </c:pt>
                <c:pt idx="330">
                  <c:v>10.3</c:v>
                </c:pt>
                <c:pt idx="331">
                  <c:v>10.199999999999999</c:v>
                </c:pt>
                <c:pt idx="332">
                  <c:v>10.199999999999999</c:v>
                </c:pt>
                <c:pt idx="333">
                  <c:v>10.3</c:v>
                </c:pt>
                <c:pt idx="334">
                  <c:v>10.199999999999999</c:v>
                </c:pt>
                <c:pt idx="335">
                  <c:v>10.199999999999999</c:v>
                </c:pt>
                <c:pt idx="336">
                  <c:v>10.1</c:v>
                </c:pt>
                <c:pt idx="337">
                  <c:v>10.1</c:v>
                </c:pt>
                <c:pt idx="338">
                  <c:v>10.1</c:v>
                </c:pt>
                <c:pt idx="339">
                  <c:v>10</c:v>
                </c:pt>
                <c:pt idx="340">
                  <c:v>10.1</c:v>
                </c:pt>
                <c:pt idx="341">
                  <c:v>10.1</c:v>
                </c:pt>
                <c:pt idx="342">
                  <c:v>10.199999999999999</c:v>
                </c:pt>
                <c:pt idx="343">
                  <c:v>10.3</c:v>
                </c:pt>
                <c:pt idx="344">
                  <c:v>10.5</c:v>
                </c:pt>
                <c:pt idx="345">
                  <c:v>10.6</c:v>
                </c:pt>
                <c:pt idx="346">
                  <c:v>10.7</c:v>
                </c:pt>
                <c:pt idx="347">
                  <c:v>10.8</c:v>
                </c:pt>
                <c:pt idx="348">
                  <c:v>10.9</c:v>
                </c:pt>
                <c:pt idx="349">
                  <c:v>11</c:v>
                </c:pt>
                <c:pt idx="350">
                  <c:v>11.2</c:v>
                </c:pt>
                <c:pt idx="351">
                  <c:v>11.3</c:v>
                </c:pt>
                <c:pt idx="352">
                  <c:v>11.4</c:v>
                </c:pt>
                <c:pt idx="353">
                  <c:v>11.5</c:v>
                </c:pt>
                <c:pt idx="354">
                  <c:v>11.5</c:v>
                </c:pt>
                <c:pt idx="355">
                  <c:v>11.6</c:v>
                </c:pt>
                <c:pt idx="356">
                  <c:v>11.7</c:v>
                </c:pt>
                <c:pt idx="357">
                  <c:v>11.9</c:v>
                </c:pt>
                <c:pt idx="358">
                  <c:v>12</c:v>
                </c:pt>
                <c:pt idx="359">
                  <c:v>12</c:v>
                </c:pt>
                <c:pt idx="360">
                  <c:v>12.2</c:v>
                </c:pt>
                <c:pt idx="361">
                  <c:v>12.2</c:v>
                </c:pt>
                <c:pt idx="362">
                  <c:v>12.2</c:v>
                </c:pt>
                <c:pt idx="363">
                  <c:v>12.3</c:v>
                </c:pt>
                <c:pt idx="364">
                  <c:v>12.2</c:v>
                </c:pt>
                <c:pt idx="365">
                  <c:v>12.2</c:v>
                </c:pt>
                <c:pt idx="366">
                  <c:v>12.1</c:v>
                </c:pt>
                <c:pt idx="367">
                  <c:v>12.1</c:v>
                </c:pt>
                <c:pt idx="368">
                  <c:v>12.1</c:v>
                </c:pt>
                <c:pt idx="369">
                  <c:v>12.1</c:v>
                </c:pt>
                <c:pt idx="370">
                  <c:v>12.1</c:v>
                </c:pt>
                <c:pt idx="371">
                  <c:v>12</c:v>
                </c:pt>
                <c:pt idx="372">
                  <c:v>12</c:v>
                </c:pt>
                <c:pt idx="373">
                  <c:v>12</c:v>
                </c:pt>
                <c:pt idx="374">
                  <c:v>11.9</c:v>
                </c:pt>
                <c:pt idx="375">
                  <c:v>11.8</c:v>
                </c:pt>
                <c:pt idx="376">
                  <c:v>11.8</c:v>
                </c:pt>
                <c:pt idx="377">
                  <c:v>11.6</c:v>
                </c:pt>
                <c:pt idx="378">
                  <c:v>11.7</c:v>
                </c:pt>
                <c:pt idx="379">
                  <c:v>11.6</c:v>
                </c:pt>
                <c:pt idx="380">
                  <c:v>11.6</c:v>
                </c:pt>
                <c:pt idx="381">
                  <c:v>11.6</c:v>
                </c:pt>
                <c:pt idx="382">
                  <c:v>11.6</c:v>
                </c:pt>
                <c:pt idx="383">
                  <c:v>11.5</c:v>
                </c:pt>
                <c:pt idx="384">
                  <c:v>11.4</c:v>
                </c:pt>
                <c:pt idx="385">
                  <c:v>11.3</c:v>
                </c:pt>
                <c:pt idx="386">
                  <c:v>11.3</c:v>
                </c:pt>
                <c:pt idx="387">
                  <c:v>11.2</c:v>
                </c:pt>
                <c:pt idx="388">
                  <c:v>11.1</c:v>
                </c:pt>
                <c:pt idx="389">
                  <c:v>11.1</c:v>
                </c:pt>
                <c:pt idx="390">
                  <c:v>10.8</c:v>
                </c:pt>
                <c:pt idx="391">
                  <c:v>10.7</c:v>
                </c:pt>
                <c:pt idx="392">
                  <c:v>10.7</c:v>
                </c:pt>
                <c:pt idx="393">
                  <c:v>10.7</c:v>
                </c:pt>
                <c:pt idx="394">
                  <c:v>10.6</c:v>
                </c:pt>
                <c:pt idx="395">
                  <c:v>10.6</c:v>
                </c:pt>
                <c:pt idx="396">
                  <c:v>10.5</c:v>
                </c:pt>
                <c:pt idx="397">
                  <c:v>10.5</c:v>
                </c:pt>
                <c:pt idx="398">
                  <c:v>10.3</c:v>
                </c:pt>
                <c:pt idx="399">
                  <c:v>10.3</c:v>
                </c:pt>
                <c:pt idx="400">
                  <c:v>10.199999999999999</c:v>
                </c:pt>
                <c:pt idx="401">
                  <c:v>10.199999999999999</c:v>
                </c:pt>
                <c:pt idx="402">
                  <c:v>10</c:v>
                </c:pt>
                <c:pt idx="403">
                  <c:v>10</c:v>
                </c:pt>
                <c:pt idx="404">
                  <c:v>9.9</c:v>
                </c:pt>
                <c:pt idx="405">
                  <c:v>9.9</c:v>
                </c:pt>
                <c:pt idx="406">
                  <c:v>9.9</c:v>
                </c:pt>
                <c:pt idx="407">
                  <c:v>9.6999999999999993</c:v>
                </c:pt>
                <c:pt idx="408">
                  <c:v>9.6</c:v>
                </c:pt>
                <c:pt idx="409">
                  <c:v>9.5</c:v>
                </c:pt>
                <c:pt idx="410">
                  <c:v>9.5</c:v>
                </c:pt>
                <c:pt idx="411">
                  <c:v>9.3000000000000007</c:v>
                </c:pt>
                <c:pt idx="412">
                  <c:v>9.3000000000000007</c:v>
                </c:pt>
                <c:pt idx="413">
                  <c:v>9.1</c:v>
                </c:pt>
                <c:pt idx="414">
                  <c:v>9.1</c:v>
                </c:pt>
                <c:pt idx="415">
                  <c:v>9</c:v>
                </c:pt>
                <c:pt idx="416">
                  <c:v>8.9</c:v>
                </c:pt>
                <c:pt idx="417">
                  <c:v>8.8000000000000007</c:v>
                </c:pt>
                <c:pt idx="418">
                  <c:v>8.8000000000000007</c:v>
                </c:pt>
                <c:pt idx="419">
                  <c:v>8.6999999999999993</c:v>
                </c:pt>
                <c:pt idx="420">
                  <c:v>8.6999999999999993</c:v>
                </c:pt>
                <c:pt idx="421">
                  <c:v>8.6</c:v>
                </c:pt>
                <c:pt idx="422">
                  <c:v>8.5</c:v>
                </c:pt>
                <c:pt idx="423">
                  <c:v>8.4</c:v>
                </c:pt>
                <c:pt idx="424">
                  <c:v>8.3000000000000007</c:v>
                </c:pt>
                <c:pt idx="425">
                  <c:v>8.1999999999999993</c:v>
                </c:pt>
                <c:pt idx="426">
                  <c:v>8.1</c:v>
                </c:pt>
                <c:pt idx="427">
                  <c:v>8</c:v>
                </c:pt>
                <c:pt idx="428">
                  <c:v>8</c:v>
                </c:pt>
                <c:pt idx="429">
                  <c:v>8</c:v>
                </c:pt>
                <c:pt idx="430">
                  <c:v>7.9</c:v>
                </c:pt>
                <c:pt idx="431">
                  <c:v>7.9</c:v>
                </c:pt>
                <c:pt idx="432">
                  <c:v>7.9</c:v>
                </c:pt>
                <c:pt idx="433">
                  <c:v>7.8</c:v>
                </c:pt>
                <c:pt idx="434">
                  <c:v>7.7</c:v>
                </c:pt>
                <c:pt idx="435">
                  <c:v>7.7</c:v>
                </c:pt>
                <c:pt idx="436">
                  <c:v>7.6</c:v>
                </c:pt>
                <c:pt idx="437">
                  <c:v>7.5</c:v>
                </c:pt>
                <c:pt idx="438">
                  <c:v>7.5</c:v>
                </c:pt>
                <c:pt idx="439">
                  <c:v>7.4</c:v>
                </c:pt>
                <c:pt idx="440">
                  <c:v>7.4</c:v>
                </c:pt>
                <c:pt idx="441">
                  <c:v>7.4</c:v>
                </c:pt>
                <c:pt idx="442">
                  <c:v>7.5</c:v>
                </c:pt>
                <c:pt idx="443">
                  <c:v>7.5</c:v>
                </c:pt>
                <c:pt idx="444">
                  <c:v>7.5</c:v>
                </c:pt>
                <c:pt idx="445">
                  <c:v>7.3</c:v>
                </c:pt>
                <c:pt idx="446">
                  <c:v>7.2</c:v>
                </c:pt>
                <c:pt idx="447">
                  <c:v>7.4</c:v>
                </c:pt>
                <c:pt idx="448">
                  <c:v>7.6</c:v>
                </c:pt>
                <c:pt idx="449">
                  <c:v>8.1</c:v>
                </c:pt>
                <c:pt idx="450">
                  <c:v>8.5</c:v>
                </c:pt>
                <c:pt idx="451">
                  <c:v>8.6</c:v>
                </c:pt>
                <c:pt idx="452">
                  <c:v>8.6</c:v>
                </c:pt>
                <c:pt idx="453">
                  <c:v>8.4</c:v>
                </c:pt>
                <c:pt idx="454">
                  <c:v>8.1999999999999993</c:v>
                </c:pt>
                <c:pt idx="455">
                  <c:v>8.1999999999999993</c:v>
                </c:pt>
                <c:pt idx="456">
                  <c:v>8.3000000000000007</c:v>
                </c:pt>
                <c:pt idx="457">
                  <c:v>8.3000000000000007</c:v>
                </c:pt>
                <c:pt idx="458">
                  <c:v>8.1999999999999993</c:v>
                </c:pt>
                <c:pt idx="459">
                  <c:v>8.3000000000000007</c:v>
                </c:pt>
                <c:pt idx="460">
                  <c:v>8.1</c:v>
                </c:pt>
                <c:pt idx="461">
                  <c:v>7.9</c:v>
                </c:pt>
                <c:pt idx="462">
                  <c:v>7.7</c:v>
                </c:pt>
                <c:pt idx="463">
                  <c:v>7.5</c:v>
                </c:pt>
                <c:pt idx="464">
                  <c:v>7.4</c:v>
                </c:pt>
                <c:pt idx="465">
                  <c:v>7.3</c:v>
                </c:pt>
                <c:pt idx="466">
                  <c:v>7.1</c:v>
                </c:pt>
                <c:pt idx="467">
                  <c:v>7</c:v>
                </c:pt>
                <c:pt idx="468">
                  <c:v>6.9</c:v>
                </c:pt>
                <c:pt idx="469">
                  <c:v>6.8</c:v>
                </c:pt>
                <c:pt idx="470">
                  <c:v>6.8</c:v>
                </c:pt>
                <c:pt idx="471">
                  <c:v>6.8</c:v>
                </c:pt>
                <c:pt idx="472">
                  <c:v>6.7</c:v>
                </c:pt>
                <c:pt idx="473">
                  <c:v>6.7</c:v>
                </c:pt>
                <c:pt idx="474">
                  <c:v>6.7</c:v>
                </c:pt>
                <c:pt idx="475">
                  <c:v>6.7</c:v>
                </c:pt>
                <c:pt idx="476">
                  <c:v>6.7</c:v>
                </c:pt>
                <c:pt idx="477">
                  <c:v>6.7</c:v>
                </c:pt>
                <c:pt idx="478">
                  <c:v>6.7</c:v>
                </c:pt>
                <c:pt idx="479">
                  <c:v>6.7</c:v>
                </c:pt>
                <c:pt idx="480">
                  <c:v>6.7</c:v>
                </c:pt>
                <c:pt idx="481">
                  <c:v>6.6</c:v>
                </c:pt>
                <c:pt idx="482">
                  <c:v>6.6</c:v>
                </c:pt>
                <c:pt idx="483">
                  <c:v>6.5</c:v>
                </c:pt>
                <c:pt idx="484">
                  <c:v>6.5</c:v>
                </c:pt>
                <c:pt idx="485">
                  <c:v>6.5</c:v>
                </c:pt>
                <c:pt idx="486">
                  <c:v>6.6</c:v>
                </c:pt>
                <c:pt idx="487">
                  <c:v>6.5</c:v>
                </c:pt>
                <c:pt idx="488">
                  <c:v>6.6</c:v>
                </c:pt>
                <c:pt idx="489">
                  <c:v>6.6</c:v>
                </c:pt>
                <c:pt idx="490">
                  <c:v>6.5</c:v>
                </c:pt>
                <c:pt idx="491">
                  <c:v>6.5</c:v>
                </c:pt>
                <c:pt idx="492">
                  <c:v>6.5</c:v>
                </c:pt>
                <c:pt idx="493">
                  <c:v>6.5</c:v>
                </c:pt>
                <c:pt idx="494">
                  <c:v>6.5</c:v>
                </c:pt>
                <c:pt idx="495">
                  <c:v>6.5</c:v>
                </c:pt>
                <c:pt idx="496">
                  <c:v>6.5</c:v>
                </c:pt>
                <c:pt idx="497">
                  <c:v>6.5</c:v>
                </c:pt>
                <c:pt idx="498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83-4EC9-ABC1-9F079947A0F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Germany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Hoja1!$A$2:$A$500</c:f>
              <c:strCache>
                <c:ptCount val="499"/>
                <c:pt idx="0">
                  <c:v>1983-01</c:v>
                </c:pt>
                <c:pt idx="1">
                  <c:v>1983-02</c:v>
                </c:pt>
                <c:pt idx="2">
                  <c:v>1983-03</c:v>
                </c:pt>
                <c:pt idx="3">
                  <c:v>1983-04</c:v>
                </c:pt>
                <c:pt idx="4">
                  <c:v>1983-05</c:v>
                </c:pt>
                <c:pt idx="5">
                  <c:v>1983-06</c:v>
                </c:pt>
                <c:pt idx="6">
                  <c:v>1983-07</c:v>
                </c:pt>
                <c:pt idx="7">
                  <c:v>1983-08</c:v>
                </c:pt>
                <c:pt idx="8">
                  <c:v>1983-09</c:v>
                </c:pt>
                <c:pt idx="9">
                  <c:v>1983-10</c:v>
                </c:pt>
                <c:pt idx="10">
                  <c:v>1983-11</c:v>
                </c:pt>
                <c:pt idx="11">
                  <c:v>1983-12</c:v>
                </c:pt>
                <c:pt idx="12">
                  <c:v>1984-01</c:v>
                </c:pt>
                <c:pt idx="13">
                  <c:v>1984-02</c:v>
                </c:pt>
                <c:pt idx="14">
                  <c:v>1984-03</c:v>
                </c:pt>
                <c:pt idx="15">
                  <c:v>1984-04</c:v>
                </c:pt>
                <c:pt idx="16">
                  <c:v>1984-05</c:v>
                </c:pt>
                <c:pt idx="17">
                  <c:v>1984-06</c:v>
                </c:pt>
                <c:pt idx="18">
                  <c:v>1984-07</c:v>
                </c:pt>
                <c:pt idx="19">
                  <c:v>1984-08</c:v>
                </c:pt>
                <c:pt idx="20">
                  <c:v>1984-09</c:v>
                </c:pt>
                <c:pt idx="21">
                  <c:v>1984-10</c:v>
                </c:pt>
                <c:pt idx="22">
                  <c:v>1984-11</c:v>
                </c:pt>
                <c:pt idx="23">
                  <c:v>1984-12</c:v>
                </c:pt>
                <c:pt idx="24">
                  <c:v>1985-01</c:v>
                </c:pt>
                <c:pt idx="25">
                  <c:v>1985-02</c:v>
                </c:pt>
                <c:pt idx="26">
                  <c:v>1985-03</c:v>
                </c:pt>
                <c:pt idx="27">
                  <c:v>1985-04</c:v>
                </c:pt>
                <c:pt idx="28">
                  <c:v>1985-05</c:v>
                </c:pt>
                <c:pt idx="29">
                  <c:v>1985-06</c:v>
                </c:pt>
                <c:pt idx="30">
                  <c:v>1985-07</c:v>
                </c:pt>
                <c:pt idx="31">
                  <c:v>1985-08</c:v>
                </c:pt>
                <c:pt idx="32">
                  <c:v>1985-09</c:v>
                </c:pt>
                <c:pt idx="33">
                  <c:v>1985-10</c:v>
                </c:pt>
                <c:pt idx="34">
                  <c:v>1985-11</c:v>
                </c:pt>
                <c:pt idx="35">
                  <c:v>1985-12</c:v>
                </c:pt>
                <c:pt idx="36">
                  <c:v>1986-01</c:v>
                </c:pt>
                <c:pt idx="37">
                  <c:v>1986-02</c:v>
                </c:pt>
                <c:pt idx="38">
                  <c:v>1986-03</c:v>
                </c:pt>
                <c:pt idx="39">
                  <c:v>1986-04</c:v>
                </c:pt>
                <c:pt idx="40">
                  <c:v>1986-05</c:v>
                </c:pt>
                <c:pt idx="41">
                  <c:v>1986-06</c:v>
                </c:pt>
                <c:pt idx="42">
                  <c:v>1986-07</c:v>
                </c:pt>
                <c:pt idx="43">
                  <c:v>1986-08</c:v>
                </c:pt>
                <c:pt idx="44">
                  <c:v>1986-09</c:v>
                </c:pt>
                <c:pt idx="45">
                  <c:v>1986-10</c:v>
                </c:pt>
                <c:pt idx="46">
                  <c:v>1986-11</c:v>
                </c:pt>
                <c:pt idx="47">
                  <c:v>1986-12</c:v>
                </c:pt>
                <c:pt idx="48">
                  <c:v>1987-01</c:v>
                </c:pt>
                <c:pt idx="49">
                  <c:v>1987-02</c:v>
                </c:pt>
                <c:pt idx="50">
                  <c:v>1987-03</c:v>
                </c:pt>
                <c:pt idx="51">
                  <c:v>1987-04</c:v>
                </c:pt>
                <c:pt idx="52">
                  <c:v>1987-05</c:v>
                </c:pt>
                <c:pt idx="53">
                  <c:v>1987-06</c:v>
                </c:pt>
                <c:pt idx="54">
                  <c:v>1987-07</c:v>
                </c:pt>
                <c:pt idx="55">
                  <c:v>1987-08</c:v>
                </c:pt>
                <c:pt idx="56">
                  <c:v>1987-09</c:v>
                </c:pt>
                <c:pt idx="57">
                  <c:v>1987-10</c:v>
                </c:pt>
                <c:pt idx="58">
                  <c:v>1987-11</c:v>
                </c:pt>
                <c:pt idx="59">
                  <c:v>1987-12</c:v>
                </c:pt>
                <c:pt idx="60">
                  <c:v>1988-01</c:v>
                </c:pt>
                <c:pt idx="61">
                  <c:v>1988-02</c:v>
                </c:pt>
                <c:pt idx="62">
                  <c:v>1988-03</c:v>
                </c:pt>
                <c:pt idx="63">
                  <c:v>1988-04</c:v>
                </c:pt>
                <c:pt idx="64">
                  <c:v>1988-05</c:v>
                </c:pt>
                <c:pt idx="65">
                  <c:v>1988-06</c:v>
                </c:pt>
                <c:pt idx="66">
                  <c:v>1988-07</c:v>
                </c:pt>
                <c:pt idx="67">
                  <c:v>1988-08</c:v>
                </c:pt>
                <c:pt idx="68">
                  <c:v>1988-09</c:v>
                </c:pt>
                <c:pt idx="69">
                  <c:v>1988-10</c:v>
                </c:pt>
                <c:pt idx="70">
                  <c:v>1988-11</c:v>
                </c:pt>
                <c:pt idx="71">
                  <c:v>1988-12</c:v>
                </c:pt>
                <c:pt idx="72">
                  <c:v>1989-01</c:v>
                </c:pt>
                <c:pt idx="73">
                  <c:v>1989-02</c:v>
                </c:pt>
                <c:pt idx="74">
                  <c:v>1989-03</c:v>
                </c:pt>
                <c:pt idx="75">
                  <c:v>1989-04</c:v>
                </c:pt>
                <c:pt idx="76">
                  <c:v>1989-05</c:v>
                </c:pt>
                <c:pt idx="77">
                  <c:v>1989-06</c:v>
                </c:pt>
                <c:pt idx="78">
                  <c:v>1989-07</c:v>
                </c:pt>
                <c:pt idx="79">
                  <c:v>1989-08</c:v>
                </c:pt>
                <c:pt idx="80">
                  <c:v>1989-09</c:v>
                </c:pt>
                <c:pt idx="81">
                  <c:v>1989-10</c:v>
                </c:pt>
                <c:pt idx="82">
                  <c:v>1989-11</c:v>
                </c:pt>
                <c:pt idx="83">
                  <c:v>1989-12</c:v>
                </c:pt>
                <c:pt idx="84">
                  <c:v>1990-01</c:v>
                </c:pt>
                <c:pt idx="85">
                  <c:v>1990-02</c:v>
                </c:pt>
                <c:pt idx="86">
                  <c:v>1990-03</c:v>
                </c:pt>
                <c:pt idx="87">
                  <c:v>1990-04</c:v>
                </c:pt>
                <c:pt idx="88">
                  <c:v>1990-05</c:v>
                </c:pt>
                <c:pt idx="89">
                  <c:v>1990-06</c:v>
                </c:pt>
                <c:pt idx="90">
                  <c:v>1990-07</c:v>
                </c:pt>
                <c:pt idx="91">
                  <c:v>1990-08</c:v>
                </c:pt>
                <c:pt idx="92">
                  <c:v>1990-09</c:v>
                </c:pt>
                <c:pt idx="93">
                  <c:v>1990-10</c:v>
                </c:pt>
                <c:pt idx="94">
                  <c:v>1990-11</c:v>
                </c:pt>
                <c:pt idx="95">
                  <c:v>1990-12</c:v>
                </c:pt>
                <c:pt idx="96">
                  <c:v>1991-01</c:v>
                </c:pt>
                <c:pt idx="97">
                  <c:v>1991-02</c:v>
                </c:pt>
                <c:pt idx="98">
                  <c:v>1991-03</c:v>
                </c:pt>
                <c:pt idx="99">
                  <c:v>1991-04</c:v>
                </c:pt>
                <c:pt idx="100">
                  <c:v>1991-05</c:v>
                </c:pt>
                <c:pt idx="101">
                  <c:v>1991-06</c:v>
                </c:pt>
                <c:pt idx="102">
                  <c:v>1991-07</c:v>
                </c:pt>
                <c:pt idx="103">
                  <c:v>1991-08</c:v>
                </c:pt>
                <c:pt idx="104">
                  <c:v>1991-09</c:v>
                </c:pt>
                <c:pt idx="105">
                  <c:v>1991-10</c:v>
                </c:pt>
                <c:pt idx="106">
                  <c:v>1991-11</c:v>
                </c:pt>
                <c:pt idx="107">
                  <c:v>1991-12</c:v>
                </c:pt>
                <c:pt idx="108">
                  <c:v>1992-01</c:v>
                </c:pt>
                <c:pt idx="109">
                  <c:v>1992-02</c:v>
                </c:pt>
                <c:pt idx="110">
                  <c:v>1992-03</c:v>
                </c:pt>
                <c:pt idx="111">
                  <c:v>1992-04</c:v>
                </c:pt>
                <c:pt idx="112">
                  <c:v>1992-05</c:v>
                </c:pt>
                <c:pt idx="113">
                  <c:v>1992-06</c:v>
                </c:pt>
                <c:pt idx="114">
                  <c:v>1992-07</c:v>
                </c:pt>
                <c:pt idx="115">
                  <c:v>1992-08</c:v>
                </c:pt>
                <c:pt idx="116">
                  <c:v>1992-09</c:v>
                </c:pt>
                <c:pt idx="117">
                  <c:v>1992-10</c:v>
                </c:pt>
                <c:pt idx="118">
                  <c:v>1992-11</c:v>
                </c:pt>
                <c:pt idx="119">
                  <c:v>1992-12</c:v>
                </c:pt>
                <c:pt idx="120">
                  <c:v>1993-01</c:v>
                </c:pt>
                <c:pt idx="121">
                  <c:v>1993-02</c:v>
                </c:pt>
                <c:pt idx="122">
                  <c:v>1993-03</c:v>
                </c:pt>
                <c:pt idx="123">
                  <c:v>1993-04</c:v>
                </c:pt>
                <c:pt idx="124">
                  <c:v>1993-05</c:v>
                </c:pt>
                <c:pt idx="125">
                  <c:v>1993-06</c:v>
                </c:pt>
                <c:pt idx="126">
                  <c:v>1993-07</c:v>
                </c:pt>
                <c:pt idx="127">
                  <c:v>1993-08</c:v>
                </c:pt>
                <c:pt idx="128">
                  <c:v>1993-09</c:v>
                </c:pt>
                <c:pt idx="129">
                  <c:v>1993-10</c:v>
                </c:pt>
                <c:pt idx="130">
                  <c:v>1993-11</c:v>
                </c:pt>
                <c:pt idx="131">
                  <c:v>1993-12</c:v>
                </c:pt>
                <c:pt idx="132">
                  <c:v>1994-01</c:v>
                </c:pt>
                <c:pt idx="133">
                  <c:v>1994-02</c:v>
                </c:pt>
                <c:pt idx="134">
                  <c:v>1994-03</c:v>
                </c:pt>
                <c:pt idx="135">
                  <c:v>1994-04</c:v>
                </c:pt>
                <c:pt idx="136">
                  <c:v>1994-05</c:v>
                </c:pt>
                <c:pt idx="137">
                  <c:v>1994-06</c:v>
                </c:pt>
                <c:pt idx="138">
                  <c:v>1994-07</c:v>
                </c:pt>
                <c:pt idx="139">
                  <c:v>1994-08</c:v>
                </c:pt>
                <c:pt idx="140">
                  <c:v>1994-09</c:v>
                </c:pt>
                <c:pt idx="141">
                  <c:v>1994-10</c:v>
                </c:pt>
                <c:pt idx="142">
                  <c:v>1994-11</c:v>
                </c:pt>
                <c:pt idx="143">
                  <c:v>1994-12</c:v>
                </c:pt>
                <c:pt idx="144">
                  <c:v>1995-01</c:v>
                </c:pt>
                <c:pt idx="145">
                  <c:v>1995-02</c:v>
                </c:pt>
                <c:pt idx="146">
                  <c:v>1995-03</c:v>
                </c:pt>
                <c:pt idx="147">
                  <c:v>1995-04</c:v>
                </c:pt>
                <c:pt idx="148">
                  <c:v>1995-05</c:v>
                </c:pt>
                <c:pt idx="149">
                  <c:v>1995-06</c:v>
                </c:pt>
                <c:pt idx="150">
                  <c:v>1995-07</c:v>
                </c:pt>
                <c:pt idx="151">
                  <c:v>1995-08</c:v>
                </c:pt>
                <c:pt idx="152">
                  <c:v>1995-09</c:v>
                </c:pt>
                <c:pt idx="153">
                  <c:v>1995-10</c:v>
                </c:pt>
                <c:pt idx="154">
                  <c:v>1995-11</c:v>
                </c:pt>
                <c:pt idx="155">
                  <c:v>1995-12</c:v>
                </c:pt>
                <c:pt idx="156">
                  <c:v>1996-01</c:v>
                </c:pt>
                <c:pt idx="157">
                  <c:v>1996-02</c:v>
                </c:pt>
                <c:pt idx="158">
                  <c:v>1996-03</c:v>
                </c:pt>
                <c:pt idx="159">
                  <c:v>1996-04</c:v>
                </c:pt>
                <c:pt idx="160">
                  <c:v>1996-05</c:v>
                </c:pt>
                <c:pt idx="161">
                  <c:v>1996-06</c:v>
                </c:pt>
                <c:pt idx="162">
                  <c:v>1996-07</c:v>
                </c:pt>
                <c:pt idx="163">
                  <c:v>1996-08</c:v>
                </c:pt>
                <c:pt idx="164">
                  <c:v>1996-09</c:v>
                </c:pt>
                <c:pt idx="165">
                  <c:v>1996-10</c:v>
                </c:pt>
                <c:pt idx="166">
                  <c:v>1996-11</c:v>
                </c:pt>
                <c:pt idx="167">
                  <c:v>1996-12</c:v>
                </c:pt>
                <c:pt idx="168">
                  <c:v>1997-01</c:v>
                </c:pt>
                <c:pt idx="169">
                  <c:v>1997-02</c:v>
                </c:pt>
                <c:pt idx="170">
                  <c:v>1997-03</c:v>
                </c:pt>
                <c:pt idx="171">
                  <c:v>1997-04</c:v>
                </c:pt>
                <c:pt idx="172">
                  <c:v>1997-05</c:v>
                </c:pt>
                <c:pt idx="173">
                  <c:v>1997-06</c:v>
                </c:pt>
                <c:pt idx="174">
                  <c:v>1997-07</c:v>
                </c:pt>
                <c:pt idx="175">
                  <c:v>1997-08</c:v>
                </c:pt>
                <c:pt idx="176">
                  <c:v>1997-09</c:v>
                </c:pt>
                <c:pt idx="177">
                  <c:v>1997-10</c:v>
                </c:pt>
                <c:pt idx="178">
                  <c:v>1997-11</c:v>
                </c:pt>
                <c:pt idx="179">
                  <c:v>1997-12</c:v>
                </c:pt>
                <c:pt idx="180">
                  <c:v>1998-01</c:v>
                </c:pt>
                <c:pt idx="181">
                  <c:v>1998-02</c:v>
                </c:pt>
                <c:pt idx="182">
                  <c:v>1998-03</c:v>
                </c:pt>
                <c:pt idx="183">
                  <c:v>1998-04</c:v>
                </c:pt>
                <c:pt idx="184">
                  <c:v>1998-05</c:v>
                </c:pt>
                <c:pt idx="185">
                  <c:v>1998-06</c:v>
                </c:pt>
                <c:pt idx="186">
                  <c:v>1998-07</c:v>
                </c:pt>
                <c:pt idx="187">
                  <c:v>1998-08</c:v>
                </c:pt>
                <c:pt idx="188">
                  <c:v>1998-09</c:v>
                </c:pt>
                <c:pt idx="189">
                  <c:v>1998-10</c:v>
                </c:pt>
                <c:pt idx="190">
                  <c:v>1998-11</c:v>
                </c:pt>
                <c:pt idx="191">
                  <c:v>1998-12</c:v>
                </c:pt>
                <c:pt idx="192">
                  <c:v>1999-01</c:v>
                </c:pt>
                <c:pt idx="193">
                  <c:v>1999-02</c:v>
                </c:pt>
                <c:pt idx="194">
                  <c:v>1999-03</c:v>
                </c:pt>
                <c:pt idx="195">
                  <c:v>1999-04</c:v>
                </c:pt>
                <c:pt idx="196">
                  <c:v>1999-05</c:v>
                </c:pt>
                <c:pt idx="197">
                  <c:v>1999-06</c:v>
                </c:pt>
                <c:pt idx="198">
                  <c:v>1999-07</c:v>
                </c:pt>
                <c:pt idx="199">
                  <c:v>1999-08</c:v>
                </c:pt>
                <c:pt idx="200">
                  <c:v>1999-09</c:v>
                </c:pt>
                <c:pt idx="201">
                  <c:v>1999-10</c:v>
                </c:pt>
                <c:pt idx="202">
                  <c:v>1999-11</c:v>
                </c:pt>
                <c:pt idx="203">
                  <c:v>1999-12</c:v>
                </c:pt>
                <c:pt idx="204">
                  <c:v>2000-01</c:v>
                </c:pt>
                <c:pt idx="205">
                  <c:v>2000-02</c:v>
                </c:pt>
                <c:pt idx="206">
                  <c:v>2000-03</c:v>
                </c:pt>
                <c:pt idx="207">
                  <c:v>2000-04</c:v>
                </c:pt>
                <c:pt idx="208">
                  <c:v>2000-05</c:v>
                </c:pt>
                <c:pt idx="209">
                  <c:v>2000-06</c:v>
                </c:pt>
                <c:pt idx="210">
                  <c:v>2000-07</c:v>
                </c:pt>
                <c:pt idx="211">
                  <c:v>2000-08</c:v>
                </c:pt>
                <c:pt idx="212">
                  <c:v>2000-09</c:v>
                </c:pt>
                <c:pt idx="213">
                  <c:v>2000-10</c:v>
                </c:pt>
                <c:pt idx="214">
                  <c:v>2000-11</c:v>
                </c:pt>
                <c:pt idx="215">
                  <c:v>2000-12</c:v>
                </c:pt>
                <c:pt idx="216">
                  <c:v>2001-01</c:v>
                </c:pt>
                <c:pt idx="217">
                  <c:v>2001-02</c:v>
                </c:pt>
                <c:pt idx="218">
                  <c:v>2001-03</c:v>
                </c:pt>
                <c:pt idx="219">
                  <c:v>2001-04</c:v>
                </c:pt>
                <c:pt idx="220">
                  <c:v>2001-05</c:v>
                </c:pt>
                <c:pt idx="221">
                  <c:v>2001-06</c:v>
                </c:pt>
                <c:pt idx="222">
                  <c:v>2001-07</c:v>
                </c:pt>
                <c:pt idx="223">
                  <c:v>2001-08</c:v>
                </c:pt>
                <c:pt idx="224">
                  <c:v>2001-09</c:v>
                </c:pt>
                <c:pt idx="225">
                  <c:v>2001-10</c:v>
                </c:pt>
                <c:pt idx="226">
                  <c:v>2001-11</c:v>
                </c:pt>
                <c:pt idx="227">
                  <c:v>2001-12</c:v>
                </c:pt>
                <c:pt idx="228">
                  <c:v>2002-01</c:v>
                </c:pt>
                <c:pt idx="229">
                  <c:v>2002-02</c:v>
                </c:pt>
                <c:pt idx="230">
                  <c:v>2002-03</c:v>
                </c:pt>
                <c:pt idx="231">
                  <c:v>2002-04</c:v>
                </c:pt>
                <c:pt idx="232">
                  <c:v>2002-05</c:v>
                </c:pt>
                <c:pt idx="233">
                  <c:v>2002-06</c:v>
                </c:pt>
                <c:pt idx="234">
                  <c:v>2002-07</c:v>
                </c:pt>
                <c:pt idx="235">
                  <c:v>2002-08</c:v>
                </c:pt>
                <c:pt idx="236">
                  <c:v>2002-09</c:v>
                </c:pt>
                <c:pt idx="237">
                  <c:v>2002-10</c:v>
                </c:pt>
                <c:pt idx="238">
                  <c:v>2002-11</c:v>
                </c:pt>
                <c:pt idx="239">
                  <c:v>2002-12</c:v>
                </c:pt>
                <c:pt idx="240">
                  <c:v>2003-01</c:v>
                </c:pt>
                <c:pt idx="241">
                  <c:v>2003-02</c:v>
                </c:pt>
                <c:pt idx="242">
                  <c:v>2003-03</c:v>
                </c:pt>
                <c:pt idx="243">
                  <c:v>2003-04</c:v>
                </c:pt>
                <c:pt idx="244">
                  <c:v>2003-05</c:v>
                </c:pt>
                <c:pt idx="245">
                  <c:v>2003-06</c:v>
                </c:pt>
                <c:pt idx="246">
                  <c:v>2003-07</c:v>
                </c:pt>
                <c:pt idx="247">
                  <c:v>2003-08</c:v>
                </c:pt>
                <c:pt idx="248">
                  <c:v>2003-09</c:v>
                </c:pt>
                <c:pt idx="249">
                  <c:v>2003-10</c:v>
                </c:pt>
                <c:pt idx="250">
                  <c:v>2003-11</c:v>
                </c:pt>
                <c:pt idx="251">
                  <c:v>2003-12</c:v>
                </c:pt>
                <c:pt idx="252">
                  <c:v>2004-01</c:v>
                </c:pt>
                <c:pt idx="253">
                  <c:v>2004-02</c:v>
                </c:pt>
                <c:pt idx="254">
                  <c:v>2004-03</c:v>
                </c:pt>
                <c:pt idx="255">
                  <c:v>2004-04</c:v>
                </c:pt>
                <c:pt idx="256">
                  <c:v>2004-05</c:v>
                </c:pt>
                <c:pt idx="257">
                  <c:v>2004-06</c:v>
                </c:pt>
                <c:pt idx="258">
                  <c:v>2004-07</c:v>
                </c:pt>
                <c:pt idx="259">
                  <c:v>2004-08</c:v>
                </c:pt>
                <c:pt idx="260">
                  <c:v>2004-09</c:v>
                </c:pt>
                <c:pt idx="261">
                  <c:v>2004-10</c:v>
                </c:pt>
                <c:pt idx="262">
                  <c:v>2004-11</c:v>
                </c:pt>
                <c:pt idx="263">
                  <c:v>2004-12</c:v>
                </c:pt>
                <c:pt idx="264">
                  <c:v>2005-01</c:v>
                </c:pt>
                <c:pt idx="265">
                  <c:v>2005-02</c:v>
                </c:pt>
                <c:pt idx="266">
                  <c:v>2005-03</c:v>
                </c:pt>
                <c:pt idx="267">
                  <c:v>2005-04</c:v>
                </c:pt>
                <c:pt idx="268">
                  <c:v>2005-05</c:v>
                </c:pt>
                <c:pt idx="269">
                  <c:v>2005-06</c:v>
                </c:pt>
                <c:pt idx="270">
                  <c:v>2005-07</c:v>
                </c:pt>
                <c:pt idx="271">
                  <c:v>2005-08</c:v>
                </c:pt>
                <c:pt idx="272">
                  <c:v>2005-09</c:v>
                </c:pt>
                <c:pt idx="273">
                  <c:v>2005-10</c:v>
                </c:pt>
                <c:pt idx="274">
                  <c:v>2005-11</c:v>
                </c:pt>
                <c:pt idx="275">
                  <c:v>2005-12</c:v>
                </c:pt>
                <c:pt idx="276">
                  <c:v>2006-01</c:v>
                </c:pt>
                <c:pt idx="277">
                  <c:v>2006-02</c:v>
                </c:pt>
                <c:pt idx="278">
                  <c:v>2006-03</c:v>
                </c:pt>
                <c:pt idx="279">
                  <c:v>2006-04</c:v>
                </c:pt>
                <c:pt idx="280">
                  <c:v>2006-05</c:v>
                </c:pt>
                <c:pt idx="281">
                  <c:v>2006-06</c:v>
                </c:pt>
                <c:pt idx="282">
                  <c:v>2006-07</c:v>
                </c:pt>
                <c:pt idx="283">
                  <c:v>2006-08</c:v>
                </c:pt>
                <c:pt idx="284">
                  <c:v>2006-09</c:v>
                </c:pt>
                <c:pt idx="285">
                  <c:v>2006-10</c:v>
                </c:pt>
                <c:pt idx="286">
                  <c:v>2006-11</c:v>
                </c:pt>
                <c:pt idx="287">
                  <c:v>2006-12</c:v>
                </c:pt>
                <c:pt idx="288">
                  <c:v>2007-01</c:v>
                </c:pt>
                <c:pt idx="289">
                  <c:v>2007-02</c:v>
                </c:pt>
                <c:pt idx="290">
                  <c:v>2007-03</c:v>
                </c:pt>
                <c:pt idx="291">
                  <c:v>2007-04</c:v>
                </c:pt>
                <c:pt idx="292">
                  <c:v>2007-05</c:v>
                </c:pt>
                <c:pt idx="293">
                  <c:v>2007-06</c:v>
                </c:pt>
                <c:pt idx="294">
                  <c:v>2007-07</c:v>
                </c:pt>
                <c:pt idx="295">
                  <c:v>2007-08</c:v>
                </c:pt>
                <c:pt idx="296">
                  <c:v>2007-09</c:v>
                </c:pt>
                <c:pt idx="297">
                  <c:v>2007-10</c:v>
                </c:pt>
                <c:pt idx="298">
                  <c:v>2007-11</c:v>
                </c:pt>
                <c:pt idx="299">
                  <c:v>2007-12</c:v>
                </c:pt>
                <c:pt idx="300">
                  <c:v>2008-01</c:v>
                </c:pt>
                <c:pt idx="301">
                  <c:v>2008-02</c:v>
                </c:pt>
                <c:pt idx="302">
                  <c:v>2008-03</c:v>
                </c:pt>
                <c:pt idx="303">
                  <c:v>2008-04</c:v>
                </c:pt>
                <c:pt idx="304">
                  <c:v>2008-05</c:v>
                </c:pt>
                <c:pt idx="305">
                  <c:v>2008-06</c:v>
                </c:pt>
                <c:pt idx="306">
                  <c:v>2008-07</c:v>
                </c:pt>
                <c:pt idx="307">
                  <c:v>2008-08</c:v>
                </c:pt>
                <c:pt idx="308">
                  <c:v>2008-09</c:v>
                </c:pt>
                <c:pt idx="309">
                  <c:v>2008-10</c:v>
                </c:pt>
                <c:pt idx="310">
                  <c:v>2008-11</c:v>
                </c:pt>
                <c:pt idx="311">
                  <c:v>2008-12</c:v>
                </c:pt>
                <c:pt idx="312">
                  <c:v>2009-01</c:v>
                </c:pt>
                <c:pt idx="313">
                  <c:v>2009-02</c:v>
                </c:pt>
                <c:pt idx="314">
                  <c:v>2009-03</c:v>
                </c:pt>
                <c:pt idx="315">
                  <c:v>2009-04</c:v>
                </c:pt>
                <c:pt idx="316">
                  <c:v>2009-05</c:v>
                </c:pt>
                <c:pt idx="317">
                  <c:v>2009-06</c:v>
                </c:pt>
                <c:pt idx="318">
                  <c:v>2009-07</c:v>
                </c:pt>
                <c:pt idx="319">
                  <c:v>2009-08</c:v>
                </c:pt>
                <c:pt idx="320">
                  <c:v>2009-09</c:v>
                </c:pt>
                <c:pt idx="321">
                  <c:v>2009-10</c:v>
                </c:pt>
                <c:pt idx="322">
                  <c:v>2009-11</c:v>
                </c:pt>
                <c:pt idx="323">
                  <c:v>2009-12</c:v>
                </c:pt>
                <c:pt idx="324">
                  <c:v>2010-01</c:v>
                </c:pt>
                <c:pt idx="325">
                  <c:v>2010-02</c:v>
                </c:pt>
                <c:pt idx="326">
                  <c:v>2010-03</c:v>
                </c:pt>
                <c:pt idx="327">
                  <c:v>2010-04</c:v>
                </c:pt>
                <c:pt idx="328">
                  <c:v>2010-05</c:v>
                </c:pt>
                <c:pt idx="329">
                  <c:v>2010-06</c:v>
                </c:pt>
                <c:pt idx="330">
                  <c:v>2010-07</c:v>
                </c:pt>
                <c:pt idx="331">
                  <c:v>2010-08</c:v>
                </c:pt>
                <c:pt idx="332">
                  <c:v>2010-09</c:v>
                </c:pt>
                <c:pt idx="333">
                  <c:v>2010-10</c:v>
                </c:pt>
                <c:pt idx="334">
                  <c:v>2010-11</c:v>
                </c:pt>
                <c:pt idx="335">
                  <c:v>2010-12</c:v>
                </c:pt>
                <c:pt idx="336">
                  <c:v>2011-01</c:v>
                </c:pt>
                <c:pt idx="337">
                  <c:v>2011-02</c:v>
                </c:pt>
                <c:pt idx="338">
                  <c:v>2011-03</c:v>
                </c:pt>
                <c:pt idx="339">
                  <c:v>2011-04</c:v>
                </c:pt>
                <c:pt idx="340">
                  <c:v>2011-05</c:v>
                </c:pt>
                <c:pt idx="341">
                  <c:v>2011-06</c:v>
                </c:pt>
                <c:pt idx="342">
                  <c:v>2011-07</c:v>
                </c:pt>
                <c:pt idx="343">
                  <c:v>2011-08</c:v>
                </c:pt>
                <c:pt idx="344">
                  <c:v>2011-09</c:v>
                </c:pt>
                <c:pt idx="345">
                  <c:v>2011-10</c:v>
                </c:pt>
                <c:pt idx="346">
                  <c:v>2011-11</c:v>
                </c:pt>
                <c:pt idx="347">
                  <c:v>2011-12</c:v>
                </c:pt>
                <c:pt idx="348">
                  <c:v>2012-01</c:v>
                </c:pt>
                <c:pt idx="349">
                  <c:v>2012-02</c:v>
                </c:pt>
                <c:pt idx="350">
                  <c:v>2012-03</c:v>
                </c:pt>
                <c:pt idx="351">
                  <c:v>2012-04</c:v>
                </c:pt>
                <c:pt idx="352">
                  <c:v>2012-05</c:v>
                </c:pt>
                <c:pt idx="353">
                  <c:v>2012-06</c:v>
                </c:pt>
                <c:pt idx="354">
                  <c:v>2012-07</c:v>
                </c:pt>
                <c:pt idx="355">
                  <c:v>2012-08</c:v>
                </c:pt>
                <c:pt idx="356">
                  <c:v>2012-09</c:v>
                </c:pt>
                <c:pt idx="357">
                  <c:v>2012-10</c:v>
                </c:pt>
                <c:pt idx="358">
                  <c:v>2012-11</c:v>
                </c:pt>
                <c:pt idx="359">
                  <c:v>2012-12</c:v>
                </c:pt>
                <c:pt idx="360">
                  <c:v>2013-01</c:v>
                </c:pt>
                <c:pt idx="361">
                  <c:v>2013-02</c:v>
                </c:pt>
                <c:pt idx="362">
                  <c:v>2013-03</c:v>
                </c:pt>
                <c:pt idx="363">
                  <c:v>2013-04</c:v>
                </c:pt>
                <c:pt idx="364">
                  <c:v>2013-05</c:v>
                </c:pt>
                <c:pt idx="365">
                  <c:v>2013-06</c:v>
                </c:pt>
                <c:pt idx="366">
                  <c:v>2013-07</c:v>
                </c:pt>
                <c:pt idx="367">
                  <c:v>2013-08</c:v>
                </c:pt>
                <c:pt idx="368">
                  <c:v>2013-09</c:v>
                </c:pt>
                <c:pt idx="369">
                  <c:v>2013-10</c:v>
                </c:pt>
                <c:pt idx="370">
                  <c:v>2013-11</c:v>
                </c:pt>
                <c:pt idx="371">
                  <c:v>2013-12</c:v>
                </c:pt>
                <c:pt idx="372">
                  <c:v>2014-01</c:v>
                </c:pt>
                <c:pt idx="373">
                  <c:v>2014-02</c:v>
                </c:pt>
                <c:pt idx="374">
                  <c:v>2014-03</c:v>
                </c:pt>
                <c:pt idx="375">
                  <c:v>2014-04</c:v>
                </c:pt>
                <c:pt idx="376">
                  <c:v>2014-05</c:v>
                </c:pt>
                <c:pt idx="377">
                  <c:v>2014-06</c:v>
                </c:pt>
                <c:pt idx="378">
                  <c:v>2014-07</c:v>
                </c:pt>
                <c:pt idx="379">
                  <c:v>2014-08</c:v>
                </c:pt>
                <c:pt idx="380">
                  <c:v>2014-09</c:v>
                </c:pt>
                <c:pt idx="381">
                  <c:v>2014-10</c:v>
                </c:pt>
                <c:pt idx="382">
                  <c:v>2014-11</c:v>
                </c:pt>
                <c:pt idx="383">
                  <c:v>2014-12</c:v>
                </c:pt>
                <c:pt idx="384">
                  <c:v>2015-01</c:v>
                </c:pt>
                <c:pt idx="385">
                  <c:v>2015-02</c:v>
                </c:pt>
                <c:pt idx="386">
                  <c:v>2015-03</c:v>
                </c:pt>
                <c:pt idx="387">
                  <c:v>2015-04</c:v>
                </c:pt>
                <c:pt idx="388">
                  <c:v>2015-05</c:v>
                </c:pt>
                <c:pt idx="389">
                  <c:v>2015-06</c:v>
                </c:pt>
                <c:pt idx="390">
                  <c:v>2015-07</c:v>
                </c:pt>
                <c:pt idx="391">
                  <c:v>2015-08</c:v>
                </c:pt>
                <c:pt idx="392">
                  <c:v>2015-09</c:v>
                </c:pt>
                <c:pt idx="393">
                  <c:v>2015-10</c:v>
                </c:pt>
                <c:pt idx="394">
                  <c:v>2015-11</c:v>
                </c:pt>
                <c:pt idx="395">
                  <c:v>2015-12</c:v>
                </c:pt>
                <c:pt idx="396">
                  <c:v>2016-01</c:v>
                </c:pt>
                <c:pt idx="397">
                  <c:v>2016-02</c:v>
                </c:pt>
                <c:pt idx="398">
                  <c:v>2016-03</c:v>
                </c:pt>
                <c:pt idx="399">
                  <c:v>2016-04</c:v>
                </c:pt>
                <c:pt idx="400">
                  <c:v>2016-05</c:v>
                </c:pt>
                <c:pt idx="401">
                  <c:v>2016-06</c:v>
                </c:pt>
                <c:pt idx="402">
                  <c:v>2016-07</c:v>
                </c:pt>
                <c:pt idx="403">
                  <c:v>2016-08</c:v>
                </c:pt>
                <c:pt idx="404">
                  <c:v>2016-09</c:v>
                </c:pt>
                <c:pt idx="405">
                  <c:v>2016-10</c:v>
                </c:pt>
                <c:pt idx="406">
                  <c:v>2016-11</c:v>
                </c:pt>
                <c:pt idx="407">
                  <c:v>2016-12</c:v>
                </c:pt>
                <c:pt idx="408">
                  <c:v>2017-01</c:v>
                </c:pt>
                <c:pt idx="409">
                  <c:v>2017-02</c:v>
                </c:pt>
                <c:pt idx="410">
                  <c:v>2017-03</c:v>
                </c:pt>
                <c:pt idx="411">
                  <c:v>2017-04</c:v>
                </c:pt>
                <c:pt idx="412">
                  <c:v>2017-05</c:v>
                </c:pt>
                <c:pt idx="413">
                  <c:v>2017-06</c:v>
                </c:pt>
                <c:pt idx="414">
                  <c:v>2017-07</c:v>
                </c:pt>
                <c:pt idx="415">
                  <c:v>2017-08</c:v>
                </c:pt>
                <c:pt idx="416">
                  <c:v>2017-09</c:v>
                </c:pt>
                <c:pt idx="417">
                  <c:v>2017-10</c:v>
                </c:pt>
                <c:pt idx="418">
                  <c:v>2017-11</c:v>
                </c:pt>
                <c:pt idx="419">
                  <c:v>2017-12</c:v>
                </c:pt>
                <c:pt idx="420">
                  <c:v>2018-01</c:v>
                </c:pt>
                <c:pt idx="421">
                  <c:v>2018-02</c:v>
                </c:pt>
                <c:pt idx="422">
                  <c:v>2018-03</c:v>
                </c:pt>
                <c:pt idx="423">
                  <c:v>2018-04</c:v>
                </c:pt>
                <c:pt idx="424">
                  <c:v>2018-05</c:v>
                </c:pt>
                <c:pt idx="425">
                  <c:v>2018-06</c:v>
                </c:pt>
                <c:pt idx="426">
                  <c:v>2018-07</c:v>
                </c:pt>
                <c:pt idx="427">
                  <c:v>2018-08</c:v>
                </c:pt>
                <c:pt idx="428">
                  <c:v>2018-09</c:v>
                </c:pt>
                <c:pt idx="429">
                  <c:v>2018-10</c:v>
                </c:pt>
                <c:pt idx="430">
                  <c:v>2018-11</c:v>
                </c:pt>
                <c:pt idx="431">
                  <c:v>2018-12</c:v>
                </c:pt>
                <c:pt idx="432">
                  <c:v>2019-01</c:v>
                </c:pt>
                <c:pt idx="433">
                  <c:v>2019-02</c:v>
                </c:pt>
                <c:pt idx="434">
                  <c:v>2019-03</c:v>
                </c:pt>
                <c:pt idx="435">
                  <c:v>2019-04</c:v>
                </c:pt>
                <c:pt idx="436">
                  <c:v>2019-05</c:v>
                </c:pt>
                <c:pt idx="437">
                  <c:v>2019-06</c:v>
                </c:pt>
                <c:pt idx="438">
                  <c:v>2019-07</c:v>
                </c:pt>
                <c:pt idx="439">
                  <c:v>2019-08</c:v>
                </c:pt>
                <c:pt idx="440">
                  <c:v>2019-09</c:v>
                </c:pt>
                <c:pt idx="441">
                  <c:v>2019-10</c:v>
                </c:pt>
                <c:pt idx="442">
                  <c:v>2019-11</c:v>
                </c:pt>
                <c:pt idx="443">
                  <c:v>2019-12</c:v>
                </c:pt>
                <c:pt idx="444">
                  <c:v>2020-01</c:v>
                </c:pt>
                <c:pt idx="445">
                  <c:v>2020-02</c:v>
                </c:pt>
                <c:pt idx="446">
                  <c:v>2020-03</c:v>
                </c:pt>
                <c:pt idx="447">
                  <c:v>2020-04</c:v>
                </c:pt>
                <c:pt idx="448">
                  <c:v>2020-05</c:v>
                </c:pt>
                <c:pt idx="449">
                  <c:v>2020-06</c:v>
                </c:pt>
                <c:pt idx="450">
                  <c:v>2020-07</c:v>
                </c:pt>
                <c:pt idx="451">
                  <c:v>2020-08</c:v>
                </c:pt>
                <c:pt idx="452">
                  <c:v>2020-09</c:v>
                </c:pt>
                <c:pt idx="453">
                  <c:v>2020-10</c:v>
                </c:pt>
                <c:pt idx="454">
                  <c:v>2020-11</c:v>
                </c:pt>
                <c:pt idx="455">
                  <c:v>2020-12</c:v>
                </c:pt>
                <c:pt idx="456">
                  <c:v>2021-01</c:v>
                </c:pt>
                <c:pt idx="457">
                  <c:v>2021-02</c:v>
                </c:pt>
                <c:pt idx="458">
                  <c:v>2021-03</c:v>
                </c:pt>
                <c:pt idx="459">
                  <c:v>2021-04</c:v>
                </c:pt>
                <c:pt idx="460">
                  <c:v>2021-05</c:v>
                </c:pt>
                <c:pt idx="461">
                  <c:v>2021-06</c:v>
                </c:pt>
                <c:pt idx="462">
                  <c:v>2021-07</c:v>
                </c:pt>
                <c:pt idx="463">
                  <c:v>2021-08</c:v>
                </c:pt>
                <c:pt idx="464">
                  <c:v>2021-09</c:v>
                </c:pt>
                <c:pt idx="465">
                  <c:v>2021-10</c:v>
                </c:pt>
                <c:pt idx="466">
                  <c:v>2021-11</c:v>
                </c:pt>
                <c:pt idx="467">
                  <c:v>2021-12</c:v>
                </c:pt>
                <c:pt idx="468">
                  <c:v>2022-01</c:v>
                </c:pt>
                <c:pt idx="469">
                  <c:v>2022-02</c:v>
                </c:pt>
                <c:pt idx="470">
                  <c:v>2022-03</c:v>
                </c:pt>
                <c:pt idx="471">
                  <c:v>2022-04</c:v>
                </c:pt>
                <c:pt idx="472">
                  <c:v>2022-05</c:v>
                </c:pt>
                <c:pt idx="473">
                  <c:v>2022-06</c:v>
                </c:pt>
                <c:pt idx="474">
                  <c:v>2022-07</c:v>
                </c:pt>
                <c:pt idx="475">
                  <c:v>2022-08</c:v>
                </c:pt>
                <c:pt idx="476">
                  <c:v>2022-09</c:v>
                </c:pt>
                <c:pt idx="477">
                  <c:v>2022-10</c:v>
                </c:pt>
                <c:pt idx="478">
                  <c:v>2022-11</c:v>
                </c:pt>
                <c:pt idx="479">
                  <c:v>2022-12</c:v>
                </c:pt>
                <c:pt idx="480">
                  <c:v>2023-01</c:v>
                </c:pt>
                <c:pt idx="481">
                  <c:v>2023-02</c:v>
                </c:pt>
                <c:pt idx="482">
                  <c:v>2023-03</c:v>
                </c:pt>
                <c:pt idx="483">
                  <c:v>2023-04</c:v>
                </c:pt>
                <c:pt idx="484">
                  <c:v>2023-05</c:v>
                </c:pt>
                <c:pt idx="485">
                  <c:v>2023-06</c:v>
                </c:pt>
                <c:pt idx="486">
                  <c:v>2023-07</c:v>
                </c:pt>
                <c:pt idx="487">
                  <c:v>2023-08</c:v>
                </c:pt>
                <c:pt idx="488">
                  <c:v>2023-09</c:v>
                </c:pt>
                <c:pt idx="489">
                  <c:v>2023-10</c:v>
                </c:pt>
                <c:pt idx="490">
                  <c:v>2023-11</c:v>
                </c:pt>
                <c:pt idx="491">
                  <c:v>2023-12</c:v>
                </c:pt>
                <c:pt idx="492">
                  <c:v>2024-01</c:v>
                </c:pt>
                <c:pt idx="493">
                  <c:v>2024-02</c:v>
                </c:pt>
                <c:pt idx="494">
                  <c:v>2024-03</c:v>
                </c:pt>
                <c:pt idx="495">
                  <c:v>2024-04</c:v>
                </c:pt>
                <c:pt idx="496">
                  <c:v>2024-05</c:v>
                </c:pt>
                <c:pt idx="497">
                  <c:v>2024-06</c:v>
                </c:pt>
                <c:pt idx="498">
                  <c:v>2024-07</c:v>
                </c:pt>
              </c:strCache>
            </c:strRef>
          </c:cat>
          <c:val>
            <c:numRef>
              <c:f>Hoja1!$C$2:$C$500</c:f>
              <c:numCache>
                <c:formatCode>General</c:formatCode>
                <c:ptCount val="499"/>
                <c:pt idx="96">
                  <c:v>5.2</c:v>
                </c:pt>
                <c:pt idx="97">
                  <c:v>5.2</c:v>
                </c:pt>
                <c:pt idx="98">
                  <c:v>5.3</c:v>
                </c:pt>
                <c:pt idx="99">
                  <c:v>5.3</c:v>
                </c:pt>
                <c:pt idx="100">
                  <c:v>5.3</c:v>
                </c:pt>
                <c:pt idx="101">
                  <c:v>5.4</c:v>
                </c:pt>
                <c:pt idx="102">
                  <c:v>5.5</c:v>
                </c:pt>
                <c:pt idx="103">
                  <c:v>5.6</c:v>
                </c:pt>
                <c:pt idx="104">
                  <c:v>5.7</c:v>
                </c:pt>
                <c:pt idx="105">
                  <c:v>5.8</c:v>
                </c:pt>
                <c:pt idx="106">
                  <c:v>5.9</c:v>
                </c:pt>
                <c:pt idx="107">
                  <c:v>6</c:v>
                </c:pt>
                <c:pt idx="108">
                  <c:v>6</c:v>
                </c:pt>
                <c:pt idx="109">
                  <c:v>6.1</c:v>
                </c:pt>
                <c:pt idx="110">
                  <c:v>6.2</c:v>
                </c:pt>
                <c:pt idx="111">
                  <c:v>6.3</c:v>
                </c:pt>
                <c:pt idx="112">
                  <c:v>6.4</c:v>
                </c:pt>
                <c:pt idx="113">
                  <c:v>6.5</c:v>
                </c:pt>
                <c:pt idx="114">
                  <c:v>6.6</c:v>
                </c:pt>
                <c:pt idx="115">
                  <c:v>6.8</c:v>
                </c:pt>
                <c:pt idx="116">
                  <c:v>6.9</c:v>
                </c:pt>
                <c:pt idx="117">
                  <c:v>7</c:v>
                </c:pt>
                <c:pt idx="118">
                  <c:v>7.1</c:v>
                </c:pt>
                <c:pt idx="119">
                  <c:v>7.2</c:v>
                </c:pt>
                <c:pt idx="120">
                  <c:v>7.3</c:v>
                </c:pt>
                <c:pt idx="121">
                  <c:v>7.4</c:v>
                </c:pt>
                <c:pt idx="122">
                  <c:v>7.5</c:v>
                </c:pt>
                <c:pt idx="123">
                  <c:v>7.5</c:v>
                </c:pt>
                <c:pt idx="124">
                  <c:v>7.6</c:v>
                </c:pt>
                <c:pt idx="125">
                  <c:v>7.7</c:v>
                </c:pt>
                <c:pt idx="126">
                  <c:v>7.8</c:v>
                </c:pt>
                <c:pt idx="127">
                  <c:v>7.9</c:v>
                </c:pt>
                <c:pt idx="128">
                  <c:v>8</c:v>
                </c:pt>
                <c:pt idx="129">
                  <c:v>8.1</c:v>
                </c:pt>
                <c:pt idx="130">
                  <c:v>8.1999999999999993</c:v>
                </c:pt>
                <c:pt idx="131">
                  <c:v>8.3000000000000007</c:v>
                </c:pt>
                <c:pt idx="132">
                  <c:v>8.4</c:v>
                </c:pt>
                <c:pt idx="133">
                  <c:v>8.5</c:v>
                </c:pt>
                <c:pt idx="134">
                  <c:v>8.5</c:v>
                </c:pt>
                <c:pt idx="135">
                  <c:v>8.6</c:v>
                </c:pt>
                <c:pt idx="136">
                  <c:v>8.5</c:v>
                </c:pt>
                <c:pt idx="137">
                  <c:v>8.5</c:v>
                </c:pt>
                <c:pt idx="138">
                  <c:v>8.5</c:v>
                </c:pt>
                <c:pt idx="139">
                  <c:v>8.4</c:v>
                </c:pt>
                <c:pt idx="140">
                  <c:v>8.4</c:v>
                </c:pt>
                <c:pt idx="141">
                  <c:v>8.3000000000000007</c:v>
                </c:pt>
                <c:pt idx="142">
                  <c:v>8.3000000000000007</c:v>
                </c:pt>
                <c:pt idx="143">
                  <c:v>8.1999999999999993</c:v>
                </c:pt>
                <c:pt idx="144">
                  <c:v>8.1999999999999993</c:v>
                </c:pt>
                <c:pt idx="145">
                  <c:v>8.1</c:v>
                </c:pt>
                <c:pt idx="146">
                  <c:v>8.1</c:v>
                </c:pt>
                <c:pt idx="147">
                  <c:v>8.1</c:v>
                </c:pt>
                <c:pt idx="148">
                  <c:v>8.1</c:v>
                </c:pt>
                <c:pt idx="149">
                  <c:v>8.1</c:v>
                </c:pt>
                <c:pt idx="150">
                  <c:v>8.1999999999999993</c:v>
                </c:pt>
                <c:pt idx="151">
                  <c:v>8.3000000000000007</c:v>
                </c:pt>
                <c:pt idx="152">
                  <c:v>8.3000000000000007</c:v>
                </c:pt>
                <c:pt idx="153">
                  <c:v>8.4</c:v>
                </c:pt>
                <c:pt idx="154">
                  <c:v>8.4</c:v>
                </c:pt>
                <c:pt idx="155">
                  <c:v>8.5</c:v>
                </c:pt>
                <c:pt idx="156">
                  <c:v>8.5</c:v>
                </c:pt>
                <c:pt idx="157">
                  <c:v>8.6</c:v>
                </c:pt>
                <c:pt idx="158">
                  <c:v>8.6</c:v>
                </c:pt>
                <c:pt idx="159">
                  <c:v>8.6999999999999993</c:v>
                </c:pt>
                <c:pt idx="160">
                  <c:v>8.8000000000000007</c:v>
                </c:pt>
                <c:pt idx="161">
                  <c:v>8.8000000000000007</c:v>
                </c:pt>
                <c:pt idx="162">
                  <c:v>8.9</c:v>
                </c:pt>
                <c:pt idx="163">
                  <c:v>9</c:v>
                </c:pt>
                <c:pt idx="164">
                  <c:v>9.1</c:v>
                </c:pt>
                <c:pt idx="165">
                  <c:v>9.1999999999999993</c:v>
                </c:pt>
                <c:pt idx="166">
                  <c:v>9.3000000000000007</c:v>
                </c:pt>
                <c:pt idx="167">
                  <c:v>9.4</c:v>
                </c:pt>
                <c:pt idx="168">
                  <c:v>9.5</c:v>
                </c:pt>
                <c:pt idx="169">
                  <c:v>9.5</c:v>
                </c:pt>
                <c:pt idx="170">
                  <c:v>9.6</c:v>
                </c:pt>
                <c:pt idx="171">
                  <c:v>9.6999999999999993</c:v>
                </c:pt>
                <c:pt idx="172">
                  <c:v>9.6999999999999993</c:v>
                </c:pt>
                <c:pt idx="173">
                  <c:v>9.6999999999999993</c:v>
                </c:pt>
                <c:pt idx="174">
                  <c:v>9.6999999999999993</c:v>
                </c:pt>
                <c:pt idx="175">
                  <c:v>9.6999999999999993</c:v>
                </c:pt>
                <c:pt idx="176">
                  <c:v>9.6999999999999993</c:v>
                </c:pt>
                <c:pt idx="177">
                  <c:v>9.6999999999999993</c:v>
                </c:pt>
                <c:pt idx="178">
                  <c:v>9.6999999999999993</c:v>
                </c:pt>
                <c:pt idx="179">
                  <c:v>9.6999999999999993</c:v>
                </c:pt>
                <c:pt idx="180">
                  <c:v>9.6999999999999993</c:v>
                </c:pt>
                <c:pt idx="181">
                  <c:v>9.6999999999999993</c:v>
                </c:pt>
                <c:pt idx="182">
                  <c:v>9.6</c:v>
                </c:pt>
                <c:pt idx="183">
                  <c:v>9.6</c:v>
                </c:pt>
                <c:pt idx="184">
                  <c:v>9.5</c:v>
                </c:pt>
                <c:pt idx="185">
                  <c:v>9.4</c:v>
                </c:pt>
                <c:pt idx="186">
                  <c:v>9.4</c:v>
                </c:pt>
                <c:pt idx="187">
                  <c:v>9.3000000000000007</c:v>
                </c:pt>
                <c:pt idx="188">
                  <c:v>9.1999999999999993</c:v>
                </c:pt>
                <c:pt idx="189">
                  <c:v>9.1</c:v>
                </c:pt>
                <c:pt idx="190">
                  <c:v>9.1</c:v>
                </c:pt>
                <c:pt idx="191">
                  <c:v>9</c:v>
                </c:pt>
                <c:pt idx="192">
                  <c:v>8.9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8.6999999999999993</c:v>
                </c:pt>
                <c:pt idx="196">
                  <c:v>8.6</c:v>
                </c:pt>
                <c:pt idx="197">
                  <c:v>8.6</c:v>
                </c:pt>
                <c:pt idx="198">
                  <c:v>8.5</c:v>
                </c:pt>
                <c:pt idx="199">
                  <c:v>8.5</c:v>
                </c:pt>
                <c:pt idx="200">
                  <c:v>8.4</c:v>
                </c:pt>
                <c:pt idx="201">
                  <c:v>8.4</c:v>
                </c:pt>
                <c:pt idx="202">
                  <c:v>8.3000000000000007</c:v>
                </c:pt>
                <c:pt idx="203">
                  <c:v>8.1999999999999993</c:v>
                </c:pt>
                <c:pt idx="204">
                  <c:v>8.1999999999999993</c:v>
                </c:pt>
                <c:pt idx="205">
                  <c:v>8.1</c:v>
                </c:pt>
                <c:pt idx="206">
                  <c:v>8.1</c:v>
                </c:pt>
                <c:pt idx="207">
                  <c:v>8</c:v>
                </c:pt>
                <c:pt idx="208">
                  <c:v>8</c:v>
                </c:pt>
                <c:pt idx="209">
                  <c:v>8</c:v>
                </c:pt>
                <c:pt idx="210">
                  <c:v>7.9</c:v>
                </c:pt>
                <c:pt idx="211">
                  <c:v>7.9</c:v>
                </c:pt>
                <c:pt idx="212">
                  <c:v>7.9</c:v>
                </c:pt>
                <c:pt idx="213">
                  <c:v>7.8</c:v>
                </c:pt>
                <c:pt idx="214">
                  <c:v>7.8</c:v>
                </c:pt>
                <c:pt idx="215">
                  <c:v>7.7</c:v>
                </c:pt>
                <c:pt idx="216">
                  <c:v>7.7</c:v>
                </c:pt>
                <c:pt idx="217">
                  <c:v>7.7</c:v>
                </c:pt>
                <c:pt idx="218">
                  <c:v>7.6</c:v>
                </c:pt>
                <c:pt idx="219">
                  <c:v>7.6</c:v>
                </c:pt>
                <c:pt idx="220">
                  <c:v>7.7</c:v>
                </c:pt>
                <c:pt idx="221">
                  <c:v>7.7</c:v>
                </c:pt>
                <c:pt idx="222">
                  <c:v>7.8</c:v>
                </c:pt>
                <c:pt idx="223">
                  <c:v>7.8</c:v>
                </c:pt>
                <c:pt idx="224">
                  <c:v>7.9</c:v>
                </c:pt>
                <c:pt idx="225">
                  <c:v>8</c:v>
                </c:pt>
                <c:pt idx="226">
                  <c:v>8</c:v>
                </c:pt>
                <c:pt idx="227">
                  <c:v>8.1</c:v>
                </c:pt>
                <c:pt idx="228">
                  <c:v>8.1</c:v>
                </c:pt>
                <c:pt idx="229">
                  <c:v>8.1999999999999993</c:v>
                </c:pt>
                <c:pt idx="230">
                  <c:v>8.1999999999999993</c:v>
                </c:pt>
                <c:pt idx="231">
                  <c:v>8.3000000000000007</c:v>
                </c:pt>
                <c:pt idx="232">
                  <c:v>8.4</c:v>
                </c:pt>
                <c:pt idx="233">
                  <c:v>8.5</c:v>
                </c:pt>
                <c:pt idx="234">
                  <c:v>8.6</c:v>
                </c:pt>
                <c:pt idx="235">
                  <c:v>8.6999999999999993</c:v>
                </c:pt>
                <c:pt idx="236">
                  <c:v>8.9</c:v>
                </c:pt>
                <c:pt idx="237">
                  <c:v>9</c:v>
                </c:pt>
                <c:pt idx="238">
                  <c:v>9.1</c:v>
                </c:pt>
                <c:pt idx="239">
                  <c:v>9.1999999999999993</c:v>
                </c:pt>
                <c:pt idx="240">
                  <c:v>9.4</c:v>
                </c:pt>
                <c:pt idx="241">
                  <c:v>9.5</c:v>
                </c:pt>
                <c:pt idx="242">
                  <c:v>9.6</c:v>
                </c:pt>
                <c:pt idx="243">
                  <c:v>9.6999999999999993</c:v>
                </c:pt>
                <c:pt idx="244">
                  <c:v>9.6999999999999993</c:v>
                </c:pt>
                <c:pt idx="245">
                  <c:v>9.8000000000000007</c:v>
                </c:pt>
                <c:pt idx="246">
                  <c:v>9.8000000000000007</c:v>
                </c:pt>
                <c:pt idx="247">
                  <c:v>9.8000000000000007</c:v>
                </c:pt>
                <c:pt idx="248">
                  <c:v>9.8000000000000007</c:v>
                </c:pt>
                <c:pt idx="249">
                  <c:v>9.8000000000000007</c:v>
                </c:pt>
                <c:pt idx="250">
                  <c:v>9.8000000000000007</c:v>
                </c:pt>
                <c:pt idx="251">
                  <c:v>9.8000000000000007</c:v>
                </c:pt>
                <c:pt idx="252">
                  <c:v>9.8000000000000007</c:v>
                </c:pt>
                <c:pt idx="253">
                  <c:v>10.1</c:v>
                </c:pt>
                <c:pt idx="254">
                  <c:v>10.3</c:v>
                </c:pt>
                <c:pt idx="255">
                  <c:v>10.3</c:v>
                </c:pt>
                <c:pt idx="256">
                  <c:v>10.3</c:v>
                </c:pt>
                <c:pt idx="257">
                  <c:v>10.3</c:v>
                </c:pt>
                <c:pt idx="258">
                  <c:v>10.3</c:v>
                </c:pt>
                <c:pt idx="259">
                  <c:v>10.4</c:v>
                </c:pt>
                <c:pt idx="260">
                  <c:v>10.4</c:v>
                </c:pt>
                <c:pt idx="261">
                  <c:v>10.5</c:v>
                </c:pt>
                <c:pt idx="262">
                  <c:v>10.6</c:v>
                </c:pt>
                <c:pt idx="263">
                  <c:v>10.7</c:v>
                </c:pt>
                <c:pt idx="264">
                  <c:v>10.7</c:v>
                </c:pt>
                <c:pt idx="265">
                  <c:v>10.9</c:v>
                </c:pt>
                <c:pt idx="266">
                  <c:v>10.9</c:v>
                </c:pt>
                <c:pt idx="267">
                  <c:v>11.2</c:v>
                </c:pt>
                <c:pt idx="268">
                  <c:v>11.2</c:v>
                </c:pt>
                <c:pt idx="269">
                  <c:v>11.2</c:v>
                </c:pt>
                <c:pt idx="270">
                  <c:v>11.2</c:v>
                </c:pt>
                <c:pt idx="271">
                  <c:v>11.2</c:v>
                </c:pt>
                <c:pt idx="272">
                  <c:v>11.1</c:v>
                </c:pt>
                <c:pt idx="273">
                  <c:v>11</c:v>
                </c:pt>
                <c:pt idx="274">
                  <c:v>10.9</c:v>
                </c:pt>
                <c:pt idx="275">
                  <c:v>10.7</c:v>
                </c:pt>
                <c:pt idx="276">
                  <c:v>10.6</c:v>
                </c:pt>
                <c:pt idx="277">
                  <c:v>10.5</c:v>
                </c:pt>
                <c:pt idx="278">
                  <c:v>10.5</c:v>
                </c:pt>
                <c:pt idx="279">
                  <c:v>10.3</c:v>
                </c:pt>
                <c:pt idx="280">
                  <c:v>10.199999999999999</c:v>
                </c:pt>
                <c:pt idx="281">
                  <c:v>10.1</c:v>
                </c:pt>
                <c:pt idx="282">
                  <c:v>10</c:v>
                </c:pt>
                <c:pt idx="283">
                  <c:v>9.9</c:v>
                </c:pt>
                <c:pt idx="284">
                  <c:v>9.8000000000000007</c:v>
                </c:pt>
                <c:pt idx="285">
                  <c:v>9.6999999999999993</c:v>
                </c:pt>
                <c:pt idx="286">
                  <c:v>9.6</c:v>
                </c:pt>
                <c:pt idx="287">
                  <c:v>9.4</c:v>
                </c:pt>
                <c:pt idx="288">
                  <c:v>9.1999999999999993</c:v>
                </c:pt>
                <c:pt idx="289">
                  <c:v>9.1</c:v>
                </c:pt>
                <c:pt idx="290">
                  <c:v>8.9</c:v>
                </c:pt>
                <c:pt idx="291">
                  <c:v>8.8000000000000007</c:v>
                </c:pt>
                <c:pt idx="292">
                  <c:v>8.6</c:v>
                </c:pt>
                <c:pt idx="293">
                  <c:v>8.6</c:v>
                </c:pt>
                <c:pt idx="294">
                  <c:v>8.5</c:v>
                </c:pt>
                <c:pt idx="295">
                  <c:v>8.4</c:v>
                </c:pt>
                <c:pt idx="296">
                  <c:v>8.4</c:v>
                </c:pt>
                <c:pt idx="297">
                  <c:v>8.3000000000000007</c:v>
                </c:pt>
                <c:pt idx="298">
                  <c:v>8.1999999999999993</c:v>
                </c:pt>
                <c:pt idx="299">
                  <c:v>8.1</c:v>
                </c:pt>
                <c:pt idx="300">
                  <c:v>8</c:v>
                </c:pt>
                <c:pt idx="301">
                  <c:v>7.9</c:v>
                </c:pt>
                <c:pt idx="302">
                  <c:v>7.8</c:v>
                </c:pt>
                <c:pt idx="303">
                  <c:v>7.7</c:v>
                </c:pt>
                <c:pt idx="304">
                  <c:v>7.6</c:v>
                </c:pt>
                <c:pt idx="305">
                  <c:v>7.4</c:v>
                </c:pt>
                <c:pt idx="306">
                  <c:v>7.3</c:v>
                </c:pt>
                <c:pt idx="307">
                  <c:v>7.1</c:v>
                </c:pt>
                <c:pt idx="308">
                  <c:v>7</c:v>
                </c:pt>
                <c:pt idx="309">
                  <c:v>7</c:v>
                </c:pt>
                <c:pt idx="310">
                  <c:v>7</c:v>
                </c:pt>
                <c:pt idx="311">
                  <c:v>7</c:v>
                </c:pt>
                <c:pt idx="312">
                  <c:v>7.1</c:v>
                </c:pt>
                <c:pt idx="313">
                  <c:v>7.1</c:v>
                </c:pt>
                <c:pt idx="314">
                  <c:v>7.2</c:v>
                </c:pt>
                <c:pt idx="315">
                  <c:v>7.3</c:v>
                </c:pt>
                <c:pt idx="316">
                  <c:v>7.3</c:v>
                </c:pt>
                <c:pt idx="317">
                  <c:v>7.4</c:v>
                </c:pt>
                <c:pt idx="318">
                  <c:v>7.4</c:v>
                </c:pt>
                <c:pt idx="319">
                  <c:v>7.4</c:v>
                </c:pt>
                <c:pt idx="320">
                  <c:v>7.3</c:v>
                </c:pt>
                <c:pt idx="321">
                  <c:v>7.2</c:v>
                </c:pt>
                <c:pt idx="322">
                  <c:v>7.1</c:v>
                </c:pt>
                <c:pt idx="323">
                  <c:v>7.1</c:v>
                </c:pt>
                <c:pt idx="324">
                  <c:v>7</c:v>
                </c:pt>
                <c:pt idx="325">
                  <c:v>7</c:v>
                </c:pt>
                <c:pt idx="326">
                  <c:v>6.9</c:v>
                </c:pt>
                <c:pt idx="327">
                  <c:v>6.8</c:v>
                </c:pt>
                <c:pt idx="328">
                  <c:v>6.7</c:v>
                </c:pt>
                <c:pt idx="329">
                  <c:v>6.5</c:v>
                </c:pt>
                <c:pt idx="330">
                  <c:v>6.4</c:v>
                </c:pt>
                <c:pt idx="331">
                  <c:v>6.4</c:v>
                </c:pt>
                <c:pt idx="332">
                  <c:v>6.3</c:v>
                </c:pt>
                <c:pt idx="333">
                  <c:v>6.3</c:v>
                </c:pt>
                <c:pt idx="334">
                  <c:v>6.2</c:v>
                </c:pt>
                <c:pt idx="335">
                  <c:v>6.1</c:v>
                </c:pt>
                <c:pt idx="336">
                  <c:v>6</c:v>
                </c:pt>
                <c:pt idx="337">
                  <c:v>5.9</c:v>
                </c:pt>
                <c:pt idx="338">
                  <c:v>5.7</c:v>
                </c:pt>
                <c:pt idx="339">
                  <c:v>5.6</c:v>
                </c:pt>
                <c:pt idx="340">
                  <c:v>5.6</c:v>
                </c:pt>
                <c:pt idx="341">
                  <c:v>5.5</c:v>
                </c:pt>
                <c:pt idx="342">
                  <c:v>5.5</c:v>
                </c:pt>
                <c:pt idx="343">
                  <c:v>5.4</c:v>
                </c:pt>
                <c:pt idx="344">
                  <c:v>5.4</c:v>
                </c:pt>
                <c:pt idx="345">
                  <c:v>5.3</c:v>
                </c:pt>
                <c:pt idx="346">
                  <c:v>5.2</c:v>
                </c:pt>
                <c:pt idx="347">
                  <c:v>5.2</c:v>
                </c:pt>
                <c:pt idx="348">
                  <c:v>5.0999999999999996</c:v>
                </c:pt>
                <c:pt idx="349">
                  <c:v>5.0999999999999996</c:v>
                </c:pt>
                <c:pt idx="350">
                  <c:v>5.0999999999999996</c:v>
                </c:pt>
                <c:pt idx="351">
                  <c:v>5.0999999999999996</c:v>
                </c:pt>
                <c:pt idx="352">
                  <c:v>5.0999999999999996</c:v>
                </c:pt>
                <c:pt idx="353">
                  <c:v>5.0999999999999996</c:v>
                </c:pt>
                <c:pt idx="354">
                  <c:v>5.0999999999999996</c:v>
                </c:pt>
                <c:pt idx="355">
                  <c:v>5</c:v>
                </c:pt>
                <c:pt idx="356">
                  <c:v>5</c:v>
                </c:pt>
                <c:pt idx="357">
                  <c:v>5</c:v>
                </c:pt>
                <c:pt idx="358">
                  <c:v>5</c:v>
                </c:pt>
                <c:pt idx="359">
                  <c:v>5</c:v>
                </c:pt>
                <c:pt idx="360">
                  <c:v>5.0999999999999996</c:v>
                </c:pt>
                <c:pt idx="361">
                  <c:v>5.0999999999999996</c:v>
                </c:pt>
                <c:pt idx="362">
                  <c:v>5</c:v>
                </c:pt>
                <c:pt idx="363">
                  <c:v>5</c:v>
                </c:pt>
                <c:pt idx="364">
                  <c:v>5</c:v>
                </c:pt>
                <c:pt idx="365">
                  <c:v>4.9000000000000004</c:v>
                </c:pt>
                <c:pt idx="366">
                  <c:v>4.9000000000000004</c:v>
                </c:pt>
                <c:pt idx="367">
                  <c:v>4.9000000000000004</c:v>
                </c:pt>
                <c:pt idx="368">
                  <c:v>4.9000000000000004</c:v>
                </c:pt>
                <c:pt idx="369">
                  <c:v>4.8</c:v>
                </c:pt>
                <c:pt idx="370">
                  <c:v>4.8</c:v>
                </c:pt>
                <c:pt idx="371">
                  <c:v>4.9000000000000004</c:v>
                </c:pt>
                <c:pt idx="372">
                  <c:v>4.8</c:v>
                </c:pt>
                <c:pt idx="373">
                  <c:v>4.8</c:v>
                </c:pt>
                <c:pt idx="374">
                  <c:v>4.8</c:v>
                </c:pt>
                <c:pt idx="375">
                  <c:v>4.8</c:v>
                </c:pt>
                <c:pt idx="376">
                  <c:v>4.7</c:v>
                </c:pt>
                <c:pt idx="377">
                  <c:v>4.7</c:v>
                </c:pt>
                <c:pt idx="378">
                  <c:v>4.7</c:v>
                </c:pt>
                <c:pt idx="379">
                  <c:v>4.7</c:v>
                </c:pt>
                <c:pt idx="380">
                  <c:v>4.7</c:v>
                </c:pt>
                <c:pt idx="381">
                  <c:v>4.7</c:v>
                </c:pt>
                <c:pt idx="382">
                  <c:v>4.5999999999999996</c:v>
                </c:pt>
                <c:pt idx="383">
                  <c:v>4.5999999999999996</c:v>
                </c:pt>
                <c:pt idx="384">
                  <c:v>4.5</c:v>
                </c:pt>
                <c:pt idx="385">
                  <c:v>4.5</c:v>
                </c:pt>
                <c:pt idx="386">
                  <c:v>4.5</c:v>
                </c:pt>
                <c:pt idx="387">
                  <c:v>4.4000000000000004</c:v>
                </c:pt>
                <c:pt idx="388">
                  <c:v>4.4000000000000004</c:v>
                </c:pt>
                <c:pt idx="389">
                  <c:v>4.4000000000000004</c:v>
                </c:pt>
                <c:pt idx="390">
                  <c:v>4.3</c:v>
                </c:pt>
                <c:pt idx="391">
                  <c:v>4.3</c:v>
                </c:pt>
                <c:pt idx="392">
                  <c:v>4.3</c:v>
                </c:pt>
                <c:pt idx="393">
                  <c:v>4.3</c:v>
                </c:pt>
                <c:pt idx="394">
                  <c:v>4.2</c:v>
                </c:pt>
                <c:pt idx="395">
                  <c:v>4.2</c:v>
                </c:pt>
                <c:pt idx="396">
                  <c:v>4.2</c:v>
                </c:pt>
                <c:pt idx="397">
                  <c:v>4.0999999999999996</c:v>
                </c:pt>
                <c:pt idx="398">
                  <c:v>4.0999999999999996</c:v>
                </c:pt>
                <c:pt idx="399">
                  <c:v>4</c:v>
                </c:pt>
                <c:pt idx="400">
                  <c:v>4</c:v>
                </c:pt>
                <c:pt idx="401">
                  <c:v>4</c:v>
                </c:pt>
                <c:pt idx="402">
                  <c:v>3.9</c:v>
                </c:pt>
                <c:pt idx="403">
                  <c:v>3.9</c:v>
                </c:pt>
                <c:pt idx="404">
                  <c:v>3.8</c:v>
                </c:pt>
                <c:pt idx="405">
                  <c:v>3.8</c:v>
                </c:pt>
                <c:pt idx="406">
                  <c:v>3.7</c:v>
                </c:pt>
                <c:pt idx="407">
                  <c:v>3.7</c:v>
                </c:pt>
                <c:pt idx="408">
                  <c:v>3.7</c:v>
                </c:pt>
                <c:pt idx="409">
                  <c:v>3.7</c:v>
                </c:pt>
                <c:pt idx="410">
                  <c:v>3.7</c:v>
                </c:pt>
                <c:pt idx="411">
                  <c:v>3.6</c:v>
                </c:pt>
                <c:pt idx="412">
                  <c:v>3.6</c:v>
                </c:pt>
                <c:pt idx="413">
                  <c:v>3.6</c:v>
                </c:pt>
                <c:pt idx="414">
                  <c:v>3.5</c:v>
                </c:pt>
                <c:pt idx="415">
                  <c:v>3.5</c:v>
                </c:pt>
                <c:pt idx="416">
                  <c:v>3.5</c:v>
                </c:pt>
                <c:pt idx="417">
                  <c:v>3.5</c:v>
                </c:pt>
                <c:pt idx="418">
                  <c:v>3.4</c:v>
                </c:pt>
                <c:pt idx="419">
                  <c:v>3.4</c:v>
                </c:pt>
                <c:pt idx="420">
                  <c:v>3.3</c:v>
                </c:pt>
                <c:pt idx="421">
                  <c:v>3.3</c:v>
                </c:pt>
                <c:pt idx="422">
                  <c:v>3.3</c:v>
                </c:pt>
                <c:pt idx="423">
                  <c:v>3.3</c:v>
                </c:pt>
                <c:pt idx="424">
                  <c:v>3.2</c:v>
                </c:pt>
                <c:pt idx="425">
                  <c:v>3.2</c:v>
                </c:pt>
                <c:pt idx="426">
                  <c:v>3.2</c:v>
                </c:pt>
                <c:pt idx="427">
                  <c:v>3.2</c:v>
                </c:pt>
                <c:pt idx="428">
                  <c:v>3.2</c:v>
                </c:pt>
                <c:pt idx="429">
                  <c:v>3.1</c:v>
                </c:pt>
                <c:pt idx="430">
                  <c:v>3.1</c:v>
                </c:pt>
                <c:pt idx="431">
                  <c:v>3.1</c:v>
                </c:pt>
                <c:pt idx="432">
                  <c:v>3.1</c:v>
                </c:pt>
                <c:pt idx="433">
                  <c:v>3</c:v>
                </c:pt>
                <c:pt idx="434">
                  <c:v>3</c:v>
                </c:pt>
                <c:pt idx="435">
                  <c:v>3</c:v>
                </c:pt>
                <c:pt idx="436">
                  <c:v>2.9</c:v>
                </c:pt>
                <c:pt idx="437">
                  <c:v>2.9</c:v>
                </c:pt>
                <c:pt idx="438">
                  <c:v>2.9</c:v>
                </c:pt>
                <c:pt idx="439">
                  <c:v>2.9</c:v>
                </c:pt>
                <c:pt idx="440">
                  <c:v>2.9</c:v>
                </c:pt>
                <c:pt idx="441">
                  <c:v>3</c:v>
                </c:pt>
                <c:pt idx="442">
                  <c:v>3.1</c:v>
                </c:pt>
                <c:pt idx="443">
                  <c:v>3.1</c:v>
                </c:pt>
                <c:pt idx="444">
                  <c:v>3.2</c:v>
                </c:pt>
                <c:pt idx="445">
                  <c:v>3.3</c:v>
                </c:pt>
                <c:pt idx="446">
                  <c:v>3.4</c:v>
                </c:pt>
                <c:pt idx="447">
                  <c:v>3.5</c:v>
                </c:pt>
                <c:pt idx="448">
                  <c:v>3.6</c:v>
                </c:pt>
                <c:pt idx="449">
                  <c:v>3.7</c:v>
                </c:pt>
                <c:pt idx="450">
                  <c:v>3.8</c:v>
                </c:pt>
                <c:pt idx="451">
                  <c:v>3.9</c:v>
                </c:pt>
                <c:pt idx="452">
                  <c:v>3.9</c:v>
                </c:pt>
                <c:pt idx="453">
                  <c:v>3.9</c:v>
                </c:pt>
                <c:pt idx="454">
                  <c:v>3.9</c:v>
                </c:pt>
                <c:pt idx="455">
                  <c:v>3.9</c:v>
                </c:pt>
                <c:pt idx="456">
                  <c:v>3.9</c:v>
                </c:pt>
                <c:pt idx="457">
                  <c:v>3.9</c:v>
                </c:pt>
                <c:pt idx="458">
                  <c:v>3.9</c:v>
                </c:pt>
                <c:pt idx="459">
                  <c:v>3.8</c:v>
                </c:pt>
                <c:pt idx="460">
                  <c:v>3.7</c:v>
                </c:pt>
                <c:pt idx="461">
                  <c:v>3.6</c:v>
                </c:pt>
                <c:pt idx="462">
                  <c:v>3.5</c:v>
                </c:pt>
                <c:pt idx="463">
                  <c:v>3.4</c:v>
                </c:pt>
                <c:pt idx="464">
                  <c:v>3.4</c:v>
                </c:pt>
                <c:pt idx="465">
                  <c:v>3.3</c:v>
                </c:pt>
                <c:pt idx="466">
                  <c:v>3.3</c:v>
                </c:pt>
                <c:pt idx="467">
                  <c:v>3.2</c:v>
                </c:pt>
                <c:pt idx="468">
                  <c:v>3.2</c:v>
                </c:pt>
                <c:pt idx="469">
                  <c:v>3.1</c:v>
                </c:pt>
                <c:pt idx="470">
                  <c:v>3.1</c:v>
                </c:pt>
                <c:pt idx="471">
                  <c:v>3</c:v>
                </c:pt>
                <c:pt idx="472">
                  <c:v>3</c:v>
                </c:pt>
                <c:pt idx="473">
                  <c:v>3</c:v>
                </c:pt>
                <c:pt idx="474">
                  <c:v>3</c:v>
                </c:pt>
                <c:pt idx="475">
                  <c:v>3.1</c:v>
                </c:pt>
                <c:pt idx="476">
                  <c:v>3.1</c:v>
                </c:pt>
                <c:pt idx="477">
                  <c:v>3.1</c:v>
                </c:pt>
                <c:pt idx="478">
                  <c:v>3.1</c:v>
                </c:pt>
                <c:pt idx="479">
                  <c:v>3</c:v>
                </c:pt>
                <c:pt idx="480">
                  <c:v>3</c:v>
                </c:pt>
                <c:pt idx="481">
                  <c:v>3</c:v>
                </c:pt>
                <c:pt idx="482">
                  <c:v>2.9</c:v>
                </c:pt>
                <c:pt idx="483">
                  <c:v>2.9</c:v>
                </c:pt>
                <c:pt idx="484">
                  <c:v>2.9</c:v>
                </c:pt>
                <c:pt idx="485">
                  <c:v>3</c:v>
                </c:pt>
                <c:pt idx="486">
                  <c:v>3</c:v>
                </c:pt>
                <c:pt idx="487">
                  <c:v>3</c:v>
                </c:pt>
                <c:pt idx="488">
                  <c:v>3.1</c:v>
                </c:pt>
                <c:pt idx="489">
                  <c:v>3.1</c:v>
                </c:pt>
                <c:pt idx="490">
                  <c:v>3.1</c:v>
                </c:pt>
                <c:pt idx="491">
                  <c:v>3.2</c:v>
                </c:pt>
                <c:pt idx="492">
                  <c:v>3.2</c:v>
                </c:pt>
                <c:pt idx="493">
                  <c:v>3.3</c:v>
                </c:pt>
                <c:pt idx="494">
                  <c:v>3.3</c:v>
                </c:pt>
                <c:pt idx="495">
                  <c:v>3.4</c:v>
                </c:pt>
                <c:pt idx="496">
                  <c:v>3.4</c:v>
                </c:pt>
                <c:pt idx="497">
                  <c:v>3.4</c:v>
                </c:pt>
                <c:pt idx="498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83-4EC9-ABC1-9F079947A0F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Sain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Hoja1!$A$2:$A$500</c:f>
              <c:strCache>
                <c:ptCount val="499"/>
                <c:pt idx="0">
                  <c:v>1983-01</c:v>
                </c:pt>
                <c:pt idx="1">
                  <c:v>1983-02</c:v>
                </c:pt>
                <c:pt idx="2">
                  <c:v>1983-03</c:v>
                </c:pt>
                <c:pt idx="3">
                  <c:v>1983-04</c:v>
                </c:pt>
                <c:pt idx="4">
                  <c:v>1983-05</c:v>
                </c:pt>
                <c:pt idx="5">
                  <c:v>1983-06</c:v>
                </c:pt>
                <c:pt idx="6">
                  <c:v>1983-07</c:v>
                </c:pt>
                <c:pt idx="7">
                  <c:v>1983-08</c:v>
                </c:pt>
                <c:pt idx="8">
                  <c:v>1983-09</c:v>
                </c:pt>
                <c:pt idx="9">
                  <c:v>1983-10</c:v>
                </c:pt>
                <c:pt idx="10">
                  <c:v>1983-11</c:v>
                </c:pt>
                <c:pt idx="11">
                  <c:v>1983-12</c:v>
                </c:pt>
                <c:pt idx="12">
                  <c:v>1984-01</c:v>
                </c:pt>
                <c:pt idx="13">
                  <c:v>1984-02</c:v>
                </c:pt>
                <c:pt idx="14">
                  <c:v>1984-03</c:v>
                </c:pt>
                <c:pt idx="15">
                  <c:v>1984-04</c:v>
                </c:pt>
                <c:pt idx="16">
                  <c:v>1984-05</c:v>
                </c:pt>
                <c:pt idx="17">
                  <c:v>1984-06</c:v>
                </c:pt>
                <c:pt idx="18">
                  <c:v>1984-07</c:v>
                </c:pt>
                <c:pt idx="19">
                  <c:v>1984-08</c:v>
                </c:pt>
                <c:pt idx="20">
                  <c:v>1984-09</c:v>
                </c:pt>
                <c:pt idx="21">
                  <c:v>1984-10</c:v>
                </c:pt>
                <c:pt idx="22">
                  <c:v>1984-11</c:v>
                </c:pt>
                <c:pt idx="23">
                  <c:v>1984-12</c:v>
                </c:pt>
                <c:pt idx="24">
                  <c:v>1985-01</c:v>
                </c:pt>
                <c:pt idx="25">
                  <c:v>1985-02</c:v>
                </c:pt>
                <c:pt idx="26">
                  <c:v>1985-03</c:v>
                </c:pt>
                <c:pt idx="27">
                  <c:v>1985-04</c:v>
                </c:pt>
                <c:pt idx="28">
                  <c:v>1985-05</c:v>
                </c:pt>
                <c:pt idx="29">
                  <c:v>1985-06</c:v>
                </c:pt>
                <c:pt idx="30">
                  <c:v>1985-07</c:v>
                </c:pt>
                <c:pt idx="31">
                  <c:v>1985-08</c:v>
                </c:pt>
                <c:pt idx="32">
                  <c:v>1985-09</c:v>
                </c:pt>
                <c:pt idx="33">
                  <c:v>1985-10</c:v>
                </c:pt>
                <c:pt idx="34">
                  <c:v>1985-11</c:v>
                </c:pt>
                <c:pt idx="35">
                  <c:v>1985-12</c:v>
                </c:pt>
                <c:pt idx="36">
                  <c:v>1986-01</c:v>
                </c:pt>
                <c:pt idx="37">
                  <c:v>1986-02</c:v>
                </c:pt>
                <c:pt idx="38">
                  <c:v>1986-03</c:v>
                </c:pt>
                <c:pt idx="39">
                  <c:v>1986-04</c:v>
                </c:pt>
                <c:pt idx="40">
                  <c:v>1986-05</c:v>
                </c:pt>
                <c:pt idx="41">
                  <c:v>1986-06</c:v>
                </c:pt>
                <c:pt idx="42">
                  <c:v>1986-07</c:v>
                </c:pt>
                <c:pt idx="43">
                  <c:v>1986-08</c:v>
                </c:pt>
                <c:pt idx="44">
                  <c:v>1986-09</c:v>
                </c:pt>
                <c:pt idx="45">
                  <c:v>1986-10</c:v>
                </c:pt>
                <c:pt idx="46">
                  <c:v>1986-11</c:v>
                </c:pt>
                <c:pt idx="47">
                  <c:v>1986-12</c:v>
                </c:pt>
                <c:pt idx="48">
                  <c:v>1987-01</c:v>
                </c:pt>
                <c:pt idx="49">
                  <c:v>1987-02</c:v>
                </c:pt>
                <c:pt idx="50">
                  <c:v>1987-03</c:v>
                </c:pt>
                <c:pt idx="51">
                  <c:v>1987-04</c:v>
                </c:pt>
                <c:pt idx="52">
                  <c:v>1987-05</c:v>
                </c:pt>
                <c:pt idx="53">
                  <c:v>1987-06</c:v>
                </c:pt>
                <c:pt idx="54">
                  <c:v>1987-07</c:v>
                </c:pt>
                <c:pt idx="55">
                  <c:v>1987-08</c:v>
                </c:pt>
                <c:pt idx="56">
                  <c:v>1987-09</c:v>
                </c:pt>
                <c:pt idx="57">
                  <c:v>1987-10</c:v>
                </c:pt>
                <c:pt idx="58">
                  <c:v>1987-11</c:v>
                </c:pt>
                <c:pt idx="59">
                  <c:v>1987-12</c:v>
                </c:pt>
                <c:pt idx="60">
                  <c:v>1988-01</c:v>
                </c:pt>
                <c:pt idx="61">
                  <c:v>1988-02</c:v>
                </c:pt>
                <c:pt idx="62">
                  <c:v>1988-03</c:v>
                </c:pt>
                <c:pt idx="63">
                  <c:v>1988-04</c:v>
                </c:pt>
                <c:pt idx="64">
                  <c:v>1988-05</c:v>
                </c:pt>
                <c:pt idx="65">
                  <c:v>1988-06</c:v>
                </c:pt>
                <c:pt idx="66">
                  <c:v>1988-07</c:v>
                </c:pt>
                <c:pt idx="67">
                  <c:v>1988-08</c:v>
                </c:pt>
                <c:pt idx="68">
                  <c:v>1988-09</c:v>
                </c:pt>
                <c:pt idx="69">
                  <c:v>1988-10</c:v>
                </c:pt>
                <c:pt idx="70">
                  <c:v>1988-11</c:v>
                </c:pt>
                <c:pt idx="71">
                  <c:v>1988-12</c:v>
                </c:pt>
                <c:pt idx="72">
                  <c:v>1989-01</c:v>
                </c:pt>
                <c:pt idx="73">
                  <c:v>1989-02</c:v>
                </c:pt>
                <c:pt idx="74">
                  <c:v>1989-03</c:v>
                </c:pt>
                <c:pt idx="75">
                  <c:v>1989-04</c:v>
                </c:pt>
                <c:pt idx="76">
                  <c:v>1989-05</c:v>
                </c:pt>
                <c:pt idx="77">
                  <c:v>1989-06</c:v>
                </c:pt>
                <c:pt idx="78">
                  <c:v>1989-07</c:v>
                </c:pt>
                <c:pt idx="79">
                  <c:v>1989-08</c:v>
                </c:pt>
                <c:pt idx="80">
                  <c:v>1989-09</c:v>
                </c:pt>
                <c:pt idx="81">
                  <c:v>1989-10</c:v>
                </c:pt>
                <c:pt idx="82">
                  <c:v>1989-11</c:v>
                </c:pt>
                <c:pt idx="83">
                  <c:v>1989-12</c:v>
                </c:pt>
                <c:pt idx="84">
                  <c:v>1990-01</c:v>
                </c:pt>
                <c:pt idx="85">
                  <c:v>1990-02</c:v>
                </c:pt>
                <c:pt idx="86">
                  <c:v>1990-03</c:v>
                </c:pt>
                <c:pt idx="87">
                  <c:v>1990-04</c:v>
                </c:pt>
                <c:pt idx="88">
                  <c:v>1990-05</c:v>
                </c:pt>
                <c:pt idx="89">
                  <c:v>1990-06</c:v>
                </c:pt>
                <c:pt idx="90">
                  <c:v>1990-07</c:v>
                </c:pt>
                <c:pt idx="91">
                  <c:v>1990-08</c:v>
                </c:pt>
                <c:pt idx="92">
                  <c:v>1990-09</c:v>
                </c:pt>
                <c:pt idx="93">
                  <c:v>1990-10</c:v>
                </c:pt>
                <c:pt idx="94">
                  <c:v>1990-11</c:v>
                </c:pt>
                <c:pt idx="95">
                  <c:v>1990-12</c:v>
                </c:pt>
                <c:pt idx="96">
                  <c:v>1991-01</c:v>
                </c:pt>
                <c:pt idx="97">
                  <c:v>1991-02</c:v>
                </c:pt>
                <c:pt idx="98">
                  <c:v>1991-03</c:v>
                </c:pt>
                <c:pt idx="99">
                  <c:v>1991-04</c:v>
                </c:pt>
                <c:pt idx="100">
                  <c:v>1991-05</c:v>
                </c:pt>
                <c:pt idx="101">
                  <c:v>1991-06</c:v>
                </c:pt>
                <c:pt idx="102">
                  <c:v>1991-07</c:v>
                </c:pt>
                <c:pt idx="103">
                  <c:v>1991-08</c:v>
                </c:pt>
                <c:pt idx="104">
                  <c:v>1991-09</c:v>
                </c:pt>
                <c:pt idx="105">
                  <c:v>1991-10</c:v>
                </c:pt>
                <c:pt idx="106">
                  <c:v>1991-11</c:v>
                </c:pt>
                <c:pt idx="107">
                  <c:v>1991-12</c:v>
                </c:pt>
                <c:pt idx="108">
                  <c:v>1992-01</c:v>
                </c:pt>
                <c:pt idx="109">
                  <c:v>1992-02</c:v>
                </c:pt>
                <c:pt idx="110">
                  <c:v>1992-03</c:v>
                </c:pt>
                <c:pt idx="111">
                  <c:v>1992-04</c:v>
                </c:pt>
                <c:pt idx="112">
                  <c:v>1992-05</c:v>
                </c:pt>
                <c:pt idx="113">
                  <c:v>1992-06</c:v>
                </c:pt>
                <c:pt idx="114">
                  <c:v>1992-07</c:v>
                </c:pt>
                <c:pt idx="115">
                  <c:v>1992-08</c:v>
                </c:pt>
                <c:pt idx="116">
                  <c:v>1992-09</c:v>
                </c:pt>
                <c:pt idx="117">
                  <c:v>1992-10</c:v>
                </c:pt>
                <c:pt idx="118">
                  <c:v>1992-11</c:v>
                </c:pt>
                <c:pt idx="119">
                  <c:v>1992-12</c:v>
                </c:pt>
                <c:pt idx="120">
                  <c:v>1993-01</c:v>
                </c:pt>
                <c:pt idx="121">
                  <c:v>1993-02</c:v>
                </c:pt>
                <c:pt idx="122">
                  <c:v>1993-03</c:v>
                </c:pt>
                <c:pt idx="123">
                  <c:v>1993-04</c:v>
                </c:pt>
                <c:pt idx="124">
                  <c:v>1993-05</c:v>
                </c:pt>
                <c:pt idx="125">
                  <c:v>1993-06</c:v>
                </c:pt>
                <c:pt idx="126">
                  <c:v>1993-07</c:v>
                </c:pt>
                <c:pt idx="127">
                  <c:v>1993-08</c:v>
                </c:pt>
                <c:pt idx="128">
                  <c:v>1993-09</c:v>
                </c:pt>
                <c:pt idx="129">
                  <c:v>1993-10</c:v>
                </c:pt>
                <c:pt idx="130">
                  <c:v>1993-11</c:v>
                </c:pt>
                <c:pt idx="131">
                  <c:v>1993-12</c:v>
                </c:pt>
                <c:pt idx="132">
                  <c:v>1994-01</c:v>
                </c:pt>
                <c:pt idx="133">
                  <c:v>1994-02</c:v>
                </c:pt>
                <c:pt idx="134">
                  <c:v>1994-03</c:v>
                </c:pt>
                <c:pt idx="135">
                  <c:v>1994-04</c:v>
                </c:pt>
                <c:pt idx="136">
                  <c:v>1994-05</c:v>
                </c:pt>
                <c:pt idx="137">
                  <c:v>1994-06</c:v>
                </c:pt>
                <c:pt idx="138">
                  <c:v>1994-07</c:v>
                </c:pt>
                <c:pt idx="139">
                  <c:v>1994-08</c:v>
                </c:pt>
                <c:pt idx="140">
                  <c:v>1994-09</c:v>
                </c:pt>
                <c:pt idx="141">
                  <c:v>1994-10</c:v>
                </c:pt>
                <c:pt idx="142">
                  <c:v>1994-11</c:v>
                </c:pt>
                <c:pt idx="143">
                  <c:v>1994-12</c:v>
                </c:pt>
                <c:pt idx="144">
                  <c:v>1995-01</c:v>
                </c:pt>
                <c:pt idx="145">
                  <c:v>1995-02</c:v>
                </c:pt>
                <c:pt idx="146">
                  <c:v>1995-03</c:v>
                </c:pt>
                <c:pt idx="147">
                  <c:v>1995-04</c:v>
                </c:pt>
                <c:pt idx="148">
                  <c:v>1995-05</c:v>
                </c:pt>
                <c:pt idx="149">
                  <c:v>1995-06</c:v>
                </c:pt>
                <c:pt idx="150">
                  <c:v>1995-07</c:v>
                </c:pt>
                <c:pt idx="151">
                  <c:v>1995-08</c:v>
                </c:pt>
                <c:pt idx="152">
                  <c:v>1995-09</c:v>
                </c:pt>
                <c:pt idx="153">
                  <c:v>1995-10</c:v>
                </c:pt>
                <c:pt idx="154">
                  <c:v>1995-11</c:v>
                </c:pt>
                <c:pt idx="155">
                  <c:v>1995-12</c:v>
                </c:pt>
                <c:pt idx="156">
                  <c:v>1996-01</c:v>
                </c:pt>
                <c:pt idx="157">
                  <c:v>1996-02</c:v>
                </c:pt>
                <c:pt idx="158">
                  <c:v>1996-03</c:v>
                </c:pt>
                <c:pt idx="159">
                  <c:v>1996-04</c:v>
                </c:pt>
                <c:pt idx="160">
                  <c:v>1996-05</c:v>
                </c:pt>
                <c:pt idx="161">
                  <c:v>1996-06</c:v>
                </c:pt>
                <c:pt idx="162">
                  <c:v>1996-07</c:v>
                </c:pt>
                <c:pt idx="163">
                  <c:v>1996-08</c:v>
                </c:pt>
                <c:pt idx="164">
                  <c:v>1996-09</c:v>
                </c:pt>
                <c:pt idx="165">
                  <c:v>1996-10</c:v>
                </c:pt>
                <c:pt idx="166">
                  <c:v>1996-11</c:v>
                </c:pt>
                <c:pt idx="167">
                  <c:v>1996-12</c:v>
                </c:pt>
                <c:pt idx="168">
                  <c:v>1997-01</c:v>
                </c:pt>
                <c:pt idx="169">
                  <c:v>1997-02</c:v>
                </c:pt>
                <c:pt idx="170">
                  <c:v>1997-03</c:v>
                </c:pt>
                <c:pt idx="171">
                  <c:v>1997-04</c:v>
                </c:pt>
                <c:pt idx="172">
                  <c:v>1997-05</c:v>
                </c:pt>
                <c:pt idx="173">
                  <c:v>1997-06</c:v>
                </c:pt>
                <c:pt idx="174">
                  <c:v>1997-07</c:v>
                </c:pt>
                <c:pt idx="175">
                  <c:v>1997-08</c:v>
                </c:pt>
                <c:pt idx="176">
                  <c:v>1997-09</c:v>
                </c:pt>
                <c:pt idx="177">
                  <c:v>1997-10</c:v>
                </c:pt>
                <c:pt idx="178">
                  <c:v>1997-11</c:v>
                </c:pt>
                <c:pt idx="179">
                  <c:v>1997-12</c:v>
                </c:pt>
                <c:pt idx="180">
                  <c:v>1998-01</c:v>
                </c:pt>
                <c:pt idx="181">
                  <c:v>1998-02</c:v>
                </c:pt>
                <c:pt idx="182">
                  <c:v>1998-03</c:v>
                </c:pt>
                <c:pt idx="183">
                  <c:v>1998-04</c:v>
                </c:pt>
                <c:pt idx="184">
                  <c:v>1998-05</c:v>
                </c:pt>
                <c:pt idx="185">
                  <c:v>1998-06</c:v>
                </c:pt>
                <c:pt idx="186">
                  <c:v>1998-07</c:v>
                </c:pt>
                <c:pt idx="187">
                  <c:v>1998-08</c:v>
                </c:pt>
                <c:pt idx="188">
                  <c:v>1998-09</c:v>
                </c:pt>
                <c:pt idx="189">
                  <c:v>1998-10</c:v>
                </c:pt>
                <c:pt idx="190">
                  <c:v>1998-11</c:v>
                </c:pt>
                <c:pt idx="191">
                  <c:v>1998-12</c:v>
                </c:pt>
                <c:pt idx="192">
                  <c:v>1999-01</c:v>
                </c:pt>
                <c:pt idx="193">
                  <c:v>1999-02</c:v>
                </c:pt>
                <c:pt idx="194">
                  <c:v>1999-03</c:v>
                </c:pt>
                <c:pt idx="195">
                  <c:v>1999-04</c:v>
                </c:pt>
                <c:pt idx="196">
                  <c:v>1999-05</c:v>
                </c:pt>
                <c:pt idx="197">
                  <c:v>1999-06</c:v>
                </c:pt>
                <c:pt idx="198">
                  <c:v>1999-07</c:v>
                </c:pt>
                <c:pt idx="199">
                  <c:v>1999-08</c:v>
                </c:pt>
                <c:pt idx="200">
                  <c:v>1999-09</c:v>
                </c:pt>
                <c:pt idx="201">
                  <c:v>1999-10</c:v>
                </c:pt>
                <c:pt idx="202">
                  <c:v>1999-11</c:v>
                </c:pt>
                <c:pt idx="203">
                  <c:v>1999-12</c:v>
                </c:pt>
                <c:pt idx="204">
                  <c:v>2000-01</c:v>
                </c:pt>
                <c:pt idx="205">
                  <c:v>2000-02</c:v>
                </c:pt>
                <c:pt idx="206">
                  <c:v>2000-03</c:v>
                </c:pt>
                <c:pt idx="207">
                  <c:v>2000-04</c:v>
                </c:pt>
                <c:pt idx="208">
                  <c:v>2000-05</c:v>
                </c:pt>
                <c:pt idx="209">
                  <c:v>2000-06</c:v>
                </c:pt>
                <c:pt idx="210">
                  <c:v>2000-07</c:v>
                </c:pt>
                <c:pt idx="211">
                  <c:v>2000-08</c:v>
                </c:pt>
                <c:pt idx="212">
                  <c:v>2000-09</c:v>
                </c:pt>
                <c:pt idx="213">
                  <c:v>2000-10</c:v>
                </c:pt>
                <c:pt idx="214">
                  <c:v>2000-11</c:v>
                </c:pt>
                <c:pt idx="215">
                  <c:v>2000-12</c:v>
                </c:pt>
                <c:pt idx="216">
                  <c:v>2001-01</c:v>
                </c:pt>
                <c:pt idx="217">
                  <c:v>2001-02</c:v>
                </c:pt>
                <c:pt idx="218">
                  <c:v>2001-03</c:v>
                </c:pt>
                <c:pt idx="219">
                  <c:v>2001-04</c:v>
                </c:pt>
                <c:pt idx="220">
                  <c:v>2001-05</c:v>
                </c:pt>
                <c:pt idx="221">
                  <c:v>2001-06</c:v>
                </c:pt>
                <c:pt idx="222">
                  <c:v>2001-07</c:v>
                </c:pt>
                <c:pt idx="223">
                  <c:v>2001-08</c:v>
                </c:pt>
                <c:pt idx="224">
                  <c:v>2001-09</c:v>
                </c:pt>
                <c:pt idx="225">
                  <c:v>2001-10</c:v>
                </c:pt>
                <c:pt idx="226">
                  <c:v>2001-11</c:v>
                </c:pt>
                <c:pt idx="227">
                  <c:v>2001-12</c:v>
                </c:pt>
                <c:pt idx="228">
                  <c:v>2002-01</c:v>
                </c:pt>
                <c:pt idx="229">
                  <c:v>2002-02</c:v>
                </c:pt>
                <c:pt idx="230">
                  <c:v>2002-03</c:v>
                </c:pt>
                <c:pt idx="231">
                  <c:v>2002-04</c:v>
                </c:pt>
                <c:pt idx="232">
                  <c:v>2002-05</c:v>
                </c:pt>
                <c:pt idx="233">
                  <c:v>2002-06</c:v>
                </c:pt>
                <c:pt idx="234">
                  <c:v>2002-07</c:v>
                </c:pt>
                <c:pt idx="235">
                  <c:v>2002-08</c:v>
                </c:pt>
                <c:pt idx="236">
                  <c:v>2002-09</c:v>
                </c:pt>
                <c:pt idx="237">
                  <c:v>2002-10</c:v>
                </c:pt>
                <c:pt idx="238">
                  <c:v>2002-11</c:v>
                </c:pt>
                <c:pt idx="239">
                  <c:v>2002-12</c:v>
                </c:pt>
                <c:pt idx="240">
                  <c:v>2003-01</c:v>
                </c:pt>
                <c:pt idx="241">
                  <c:v>2003-02</c:v>
                </c:pt>
                <c:pt idx="242">
                  <c:v>2003-03</c:v>
                </c:pt>
                <c:pt idx="243">
                  <c:v>2003-04</c:v>
                </c:pt>
                <c:pt idx="244">
                  <c:v>2003-05</c:v>
                </c:pt>
                <c:pt idx="245">
                  <c:v>2003-06</c:v>
                </c:pt>
                <c:pt idx="246">
                  <c:v>2003-07</c:v>
                </c:pt>
                <c:pt idx="247">
                  <c:v>2003-08</c:v>
                </c:pt>
                <c:pt idx="248">
                  <c:v>2003-09</c:v>
                </c:pt>
                <c:pt idx="249">
                  <c:v>2003-10</c:v>
                </c:pt>
                <c:pt idx="250">
                  <c:v>2003-11</c:v>
                </c:pt>
                <c:pt idx="251">
                  <c:v>2003-12</c:v>
                </c:pt>
                <c:pt idx="252">
                  <c:v>2004-01</c:v>
                </c:pt>
                <c:pt idx="253">
                  <c:v>2004-02</c:v>
                </c:pt>
                <c:pt idx="254">
                  <c:v>2004-03</c:v>
                </c:pt>
                <c:pt idx="255">
                  <c:v>2004-04</c:v>
                </c:pt>
                <c:pt idx="256">
                  <c:v>2004-05</c:v>
                </c:pt>
                <c:pt idx="257">
                  <c:v>2004-06</c:v>
                </c:pt>
                <c:pt idx="258">
                  <c:v>2004-07</c:v>
                </c:pt>
                <c:pt idx="259">
                  <c:v>2004-08</c:v>
                </c:pt>
                <c:pt idx="260">
                  <c:v>2004-09</c:v>
                </c:pt>
                <c:pt idx="261">
                  <c:v>2004-10</c:v>
                </c:pt>
                <c:pt idx="262">
                  <c:v>2004-11</c:v>
                </c:pt>
                <c:pt idx="263">
                  <c:v>2004-12</c:v>
                </c:pt>
                <c:pt idx="264">
                  <c:v>2005-01</c:v>
                </c:pt>
                <c:pt idx="265">
                  <c:v>2005-02</c:v>
                </c:pt>
                <c:pt idx="266">
                  <c:v>2005-03</c:v>
                </c:pt>
                <c:pt idx="267">
                  <c:v>2005-04</c:v>
                </c:pt>
                <c:pt idx="268">
                  <c:v>2005-05</c:v>
                </c:pt>
                <c:pt idx="269">
                  <c:v>2005-06</c:v>
                </c:pt>
                <c:pt idx="270">
                  <c:v>2005-07</c:v>
                </c:pt>
                <c:pt idx="271">
                  <c:v>2005-08</c:v>
                </c:pt>
                <c:pt idx="272">
                  <c:v>2005-09</c:v>
                </c:pt>
                <c:pt idx="273">
                  <c:v>2005-10</c:v>
                </c:pt>
                <c:pt idx="274">
                  <c:v>2005-11</c:v>
                </c:pt>
                <c:pt idx="275">
                  <c:v>2005-12</c:v>
                </c:pt>
                <c:pt idx="276">
                  <c:v>2006-01</c:v>
                </c:pt>
                <c:pt idx="277">
                  <c:v>2006-02</c:v>
                </c:pt>
                <c:pt idx="278">
                  <c:v>2006-03</c:v>
                </c:pt>
                <c:pt idx="279">
                  <c:v>2006-04</c:v>
                </c:pt>
                <c:pt idx="280">
                  <c:v>2006-05</c:v>
                </c:pt>
                <c:pt idx="281">
                  <c:v>2006-06</c:v>
                </c:pt>
                <c:pt idx="282">
                  <c:v>2006-07</c:v>
                </c:pt>
                <c:pt idx="283">
                  <c:v>2006-08</c:v>
                </c:pt>
                <c:pt idx="284">
                  <c:v>2006-09</c:v>
                </c:pt>
                <c:pt idx="285">
                  <c:v>2006-10</c:v>
                </c:pt>
                <c:pt idx="286">
                  <c:v>2006-11</c:v>
                </c:pt>
                <c:pt idx="287">
                  <c:v>2006-12</c:v>
                </c:pt>
                <c:pt idx="288">
                  <c:v>2007-01</c:v>
                </c:pt>
                <c:pt idx="289">
                  <c:v>2007-02</c:v>
                </c:pt>
                <c:pt idx="290">
                  <c:v>2007-03</c:v>
                </c:pt>
                <c:pt idx="291">
                  <c:v>2007-04</c:v>
                </c:pt>
                <c:pt idx="292">
                  <c:v>2007-05</c:v>
                </c:pt>
                <c:pt idx="293">
                  <c:v>2007-06</c:v>
                </c:pt>
                <c:pt idx="294">
                  <c:v>2007-07</c:v>
                </c:pt>
                <c:pt idx="295">
                  <c:v>2007-08</c:v>
                </c:pt>
                <c:pt idx="296">
                  <c:v>2007-09</c:v>
                </c:pt>
                <c:pt idx="297">
                  <c:v>2007-10</c:v>
                </c:pt>
                <c:pt idx="298">
                  <c:v>2007-11</c:v>
                </c:pt>
                <c:pt idx="299">
                  <c:v>2007-12</c:v>
                </c:pt>
                <c:pt idx="300">
                  <c:v>2008-01</c:v>
                </c:pt>
                <c:pt idx="301">
                  <c:v>2008-02</c:v>
                </c:pt>
                <c:pt idx="302">
                  <c:v>2008-03</c:v>
                </c:pt>
                <c:pt idx="303">
                  <c:v>2008-04</c:v>
                </c:pt>
                <c:pt idx="304">
                  <c:v>2008-05</c:v>
                </c:pt>
                <c:pt idx="305">
                  <c:v>2008-06</c:v>
                </c:pt>
                <c:pt idx="306">
                  <c:v>2008-07</c:v>
                </c:pt>
                <c:pt idx="307">
                  <c:v>2008-08</c:v>
                </c:pt>
                <c:pt idx="308">
                  <c:v>2008-09</c:v>
                </c:pt>
                <c:pt idx="309">
                  <c:v>2008-10</c:v>
                </c:pt>
                <c:pt idx="310">
                  <c:v>2008-11</c:v>
                </c:pt>
                <c:pt idx="311">
                  <c:v>2008-12</c:v>
                </c:pt>
                <c:pt idx="312">
                  <c:v>2009-01</c:v>
                </c:pt>
                <c:pt idx="313">
                  <c:v>2009-02</c:v>
                </c:pt>
                <c:pt idx="314">
                  <c:v>2009-03</c:v>
                </c:pt>
                <c:pt idx="315">
                  <c:v>2009-04</c:v>
                </c:pt>
                <c:pt idx="316">
                  <c:v>2009-05</c:v>
                </c:pt>
                <c:pt idx="317">
                  <c:v>2009-06</c:v>
                </c:pt>
                <c:pt idx="318">
                  <c:v>2009-07</c:v>
                </c:pt>
                <c:pt idx="319">
                  <c:v>2009-08</c:v>
                </c:pt>
                <c:pt idx="320">
                  <c:v>2009-09</c:v>
                </c:pt>
                <c:pt idx="321">
                  <c:v>2009-10</c:v>
                </c:pt>
                <c:pt idx="322">
                  <c:v>2009-11</c:v>
                </c:pt>
                <c:pt idx="323">
                  <c:v>2009-12</c:v>
                </c:pt>
                <c:pt idx="324">
                  <c:v>2010-01</c:v>
                </c:pt>
                <c:pt idx="325">
                  <c:v>2010-02</c:v>
                </c:pt>
                <c:pt idx="326">
                  <c:v>2010-03</c:v>
                </c:pt>
                <c:pt idx="327">
                  <c:v>2010-04</c:v>
                </c:pt>
                <c:pt idx="328">
                  <c:v>2010-05</c:v>
                </c:pt>
                <c:pt idx="329">
                  <c:v>2010-06</c:v>
                </c:pt>
                <c:pt idx="330">
                  <c:v>2010-07</c:v>
                </c:pt>
                <c:pt idx="331">
                  <c:v>2010-08</c:v>
                </c:pt>
                <c:pt idx="332">
                  <c:v>2010-09</c:v>
                </c:pt>
                <c:pt idx="333">
                  <c:v>2010-10</c:v>
                </c:pt>
                <c:pt idx="334">
                  <c:v>2010-11</c:v>
                </c:pt>
                <c:pt idx="335">
                  <c:v>2010-12</c:v>
                </c:pt>
                <c:pt idx="336">
                  <c:v>2011-01</c:v>
                </c:pt>
                <c:pt idx="337">
                  <c:v>2011-02</c:v>
                </c:pt>
                <c:pt idx="338">
                  <c:v>2011-03</c:v>
                </c:pt>
                <c:pt idx="339">
                  <c:v>2011-04</c:v>
                </c:pt>
                <c:pt idx="340">
                  <c:v>2011-05</c:v>
                </c:pt>
                <c:pt idx="341">
                  <c:v>2011-06</c:v>
                </c:pt>
                <c:pt idx="342">
                  <c:v>2011-07</c:v>
                </c:pt>
                <c:pt idx="343">
                  <c:v>2011-08</c:v>
                </c:pt>
                <c:pt idx="344">
                  <c:v>2011-09</c:v>
                </c:pt>
                <c:pt idx="345">
                  <c:v>2011-10</c:v>
                </c:pt>
                <c:pt idx="346">
                  <c:v>2011-11</c:v>
                </c:pt>
                <c:pt idx="347">
                  <c:v>2011-12</c:v>
                </c:pt>
                <c:pt idx="348">
                  <c:v>2012-01</c:v>
                </c:pt>
                <c:pt idx="349">
                  <c:v>2012-02</c:v>
                </c:pt>
                <c:pt idx="350">
                  <c:v>2012-03</c:v>
                </c:pt>
                <c:pt idx="351">
                  <c:v>2012-04</c:v>
                </c:pt>
                <c:pt idx="352">
                  <c:v>2012-05</c:v>
                </c:pt>
                <c:pt idx="353">
                  <c:v>2012-06</c:v>
                </c:pt>
                <c:pt idx="354">
                  <c:v>2012-07</c:v>
                </c:pt>
                <c:pt idx="355">
                  <c:v>2012-08</c:v>
                </c:pt>
                <c:pt idx="356">
                  <c:v>2012-09</c:v>
                </c:pt>
                <c:pt idx="357">
                  <c:v>2012-10</c:v>
                </c:pt>
                <c:pt idx="358">
                  <c:v>2012-11</c:v>
                </c:pt>
                <c:pt idx="359">
                  <c:v>2012-12</c:v>
                </c:pt>
                <c:pt idx="360">
                  <c:v>2013-01</c:v>
                </c:pt>
                <c:pt idx="361">
                  <c:v>2013-02</c:v>
                </c:pt>
                <c:pt idx="362">
                  <c:v>2013-03</c:v>
                </c:pt>
                <c:pt idx="363">
                  <c:v>2013-04</c:v>
                </c:pt>
                <c:pt idx="364">
                  <c:v>2013-05</c:v>
                </c:pt>
                <c:pt idx="365">
                  <c:v>2013-06</c:v>
                </c:pt>
                <c:pt idx="366">
                  <c:v>2013-07</c:v>
                </c:pt>
                <c:pt idx="367">
                  <c:v>2013-08</c:v>
                </c:pt>
                <c:pt idx="368">
                  <c:v>2013-09</c:v>
                </c:pt>
                <c:pt idx="369">
                  <c:v>2013-10</c:v>
                </c:pt>
                <c:pt idx="370">
                  <c:v>2013-11</c:v>
                </c:pt>
                <c:pt idx="371">
                  <c:v>2013-12</c:v>
                </c:pt>
                <c:pt idx="372">
                  <c:v>2014-01</c:v>
                </c:pt>
                <c:pt idx="373">
                  <c:v>2014-02</c:v>
                </c:pt>
                <c:pt idx="374">
                  <c:v>2014-03</c:v>
                </c:pt>
                <c:pt idx="375">
                  <c:v>2014-04</c:v>
                </c:pt>
                <c:pt idx="376">
                  <c:v>2014-05</c:v>
                </c:pt>
                <c:pt idx="377">
                  <c:v>2014-06</c:v>
                </c:pt>
                <c:pt idx="378">
                  <c:v>2014-07</c:v>
                </c:pt>
                <c:pt idx="379">
                  <c:v>2014-08</c:v>
                </c:pt>
                <c:pt idx="380">
                  <c:v>2014-09</c:v>
                </c:pt>
                <c:pt idx="381">
                  <c:v>2014-10</c:v>
                </c:pt>
                <c:pt idx="382">
                  <c:v>2014-11</c:v>
                </c:pt>
                <c:pt idx="383">
                  <c:v>2014-12</c:v>
                </c:pt>
                <c:pt idx="384">
                  <c:v>2015-01</c:v>
                </c:pt>
                <c:pt idx="385">
                  <c:v>2015-02</c:v>
                </c:pt>
                <c:pt idx="386">
                  <c:v>2015-03</c:v>
                </c:pt>
                <c:pt idx="387">
                  <c:v>2015-04</c:v>
                </c:pt>
                <c:pt idx="388">
                  <c:v>2015-05</c:v>
                </c:pt>
                <c:pt idx="389">
                  <c:v>2015-06</c:v>
                </c:pt>
                <c:pt idx="390">
                  <c:v>2015-07</c:v>
                </c:pt>
                <c:pt idx="391">
                  <c:v>2015-08</c:v>
                </c:pt>
                <c:pt idx="392">
                  <c:v>2015-09</c:v>
                </c:pt>
                <c:pt idx="393">
                  <c:v>2015-10</c:v>
                </c:pt>
                <c:pt idx="394">
                  <c:v>2015-11</c:v>
                </c:pt>
                <c:pt idx="395">
                  <c:v>2015-12</c:v>
                </c:pt>
                <c:pt idx="396">
                  <c:v>2016-01</c:v>
                </c:pt>
                <c:pt idx="397">
                  <c:v>2016-02</c:v>
                </c:pt>
                <c:pt idx="398">
                  <c:v>2016-03</c:v>
                </c:pt>
                <c:pt idx="399">
                  <c:v>2016-04</c:v>
                </c:pt>
                <c:pt idx="400">
                  <c:v>2016-05</c:v>
                </c:pt>
                <c:pt idx="401">
                  <c:v>2016-06</c:v>
                </c:pt>
                <c:pt idx="402">
                  <c:v>2016-07</c:v>
                </c:pt>
                <c:pt idx="403">
                  <c:v>2016-08</c:v>
                </c:pt>
                <c:pt idx="404">
                  <c:v>2016-09</c:v>
                </c:pt>
                <c:pt idx="405">
                  <c:v>2016-10</c:v>
                </c:pt>
                <c:pt idx="406">
                  <c:v>2016-11</c:v>
                </c:pt>
                <c:pt idx="407">
                  <c:v>2016-12</c:v>
                </c:pt>
                <c:pt idx="408">
                  <c:v>2017-01</c:v>
                </c:pt>
                <c:pt idx="409">
                  <c:v>2017-02</c:v>
                </c:pt>
                <c:pt idx="410">
                  <c:v>2017-03</c:v>
                </c:pt>
                <c:pt idx="411">
                  <c:v>2017-04</c:v>
                </c:pt>
                <c:pt idx="412">
                  <c:v>2017-05</c:v>
                </c:pt>
                <c:pt idx="413">
                  <c:v>2017-06</c:v>
                </c:pt>
                <c:pt idx="414">
                  <c:v>2017-07</c:v>
                </c:pt>
                <c:pt idx="415">
                  <c:v>2017-08</c:v>
                </c:pt>
                <c:pt idx="416">
                  <c:v>2017-09</c:v>
                </c:pt>
                <c:pt idx="417">
                  <c:v>2017-10</c:v>
                </c:pt>
                <c:pt idx="418">
                  <c:v>2017-11</c:v>
                </c:pt>
                <c:pt idx="419">
                  <c:v>2017-12</c:v>
                </c:pt>
                <c:pt idx="420">
                  <c:v>2018-01</c:v>
                </c:pt>
                <c:pt idx="421">
                  <c:v>2018-02</c:v>
                </c:pt>
                <c:pt idx="422">
                  <c:v>2018-03</c:v>
                </c:pt>
                <c:pt idx="423">
                  <c:v>2018-04</c:v>
                </c:pt>
                <c:pt idx="424">
                  <c:v>2018-05</c:v>
                </c:pt>
                <c:pt idx="425">
                  <c:v>2018-06</c:v>
                </c:pt>
                <c:pt idx="426">
                  <c:v>2018-07</c:v>
                </c:pt>
                <c:pt idx="427">
                  <c:v>2018-08</c:v>
                </c:pt>
                <c:pt idx="428">
                  <c:v>2018-09</c:v>
                </c:pt>
                <c:pt idx="429">
                  <c:v>2018-10</c:v>
                </c:pt>
                <c:pt idx="430">
                  <c:v>2018-11</c:v>
                </c:pt>
                <c:pt idx="431">
                  <c:v>2018-12</c:v>
                </c:pt>
                <c:pt idx="432">
                  <c:v>2019-01</c:v>
                </c:pt>
                <c:pt idx="433">
                  <c:v>2019-02</c:v>
                </c:pt>
                <c:pt idx="434">
                  <c:v>2019-03</c:v>
                </c:pt>
                <c:pt idx="435">
                  <c:v>2019-04</c:v>
                </c:pt>
                <c:pt idx="436">
                  <c:v>2019-05</c:v>
                </c:pt>
                <c:pt idx="437">
                  <c:v>2019-06</c:v>
                </c:pt>
                <c:pt idx="438">
                  <c:v>2019-07</c:v>
                </c:pt>
                <c:pt idx="439">
                  <c:v>2019-08</c:v>
                </c:pt>
                <c:pt idx="440">
                  <c:v>2019-09</c:v>
                </c:pt>
                <c:pt idx="441">
                  <c:v>2019-10</c:v>
                </c:pt>
                <c:pt idx="442">
                  <c:v>2019-11</c:v>
                </c:pt>
                <c:pt idx="443">
                  <c:v>2019-12</c:v>
                </c:pt>
                <c:pt idx="444">
                  <c:v>2020-01</c:v>
                </c:pt>
                <c:pt idx="445">
                  <c:v>2020-02</c:v>
                </c:pt>
                <c:pt idx="446">
                  <c:v>2020-03</c:v>
                </c:pt>
                <c:pt idx="447">
                  <c:v>2020-04</c:v>
                </c:pt>
                <c:pt idx="448">
                  <c:v>2020-05</c:v>
                </c:pt>
                <c:pt idx="449">
                  <c:v>2020-06</c:v>
                </c:pt>
                <c:pt idx="450">
                  <c:v>2020-07</c:v>
                </c:pt>
                <c:pt idx="451">
                  <c:v>2020-08</c:v>
                </c:pt>
                <c:pt idx="452">
                  <c:v>2020-09</c:v>
                </c:pt>
                <c:pt idx="453">
                  <c:v>2020-10</c:v>
                </c:pt>
                <c:pt idx="454">
                  <c:v>2020-11</c:v>
                </c:pt>
                <c:pt idx="455">
                  <c:v>2020-12</c:v>
                </c:pt>
                <c:pt idx="456">
                  <c:v>2021-01</c:v>
                </c:pt>
                <c:pt idx="457">
                  <c:v>2021-02</c:v>
                </c:pt>
                <c:pt idx="458">
                  <c:v>2021-03</c:v>
                </c:pt>
                <c:pt idx="459">
                  <c:v>2021-04</c:v>
                </c:pt>
                <c:pt idx="460">
                  <c:v>2021-05</c:v>
                </c:pt>
                <c:pt idx="461">
                  <c:v>2021-06</c:v>
                </c:pt>
                <c:pt idx="462">
                  <c:v>2021-07</c:v>
                </c:pt>
                <c:pt idx="463">
                  <c:v>2021-08</c:v>
                </c:pt>
                <c:pt idx="464">
                  <c:v>2021-09</c:v>
                </c:pt>
                <c:pt idx="465">
                  <c:v>2021-10</c:v>
                </c:pt>
                <c:pt idx="466">
                  <c:v>2021-11</c:v>
                </c:pt>
                <c:pt idx="467">
                  <c:v>2021-12</c:v>
                </c:pt>
                <c:pt idx="468">
                  <c:v>2022-01</c:v>
                </c:pt>
                <c:pt idx="469">
                  <c:v>2022-02</c:v>
                </c:pt>
                <c:pt idx="470">
                  <c:v>2022-03</c:v>
                </c:pt>
                <c:pt idx="471">
                  <c:v>2022-04</c:v>
                </c:pt>
                <c:pt idx="472">
                  <c:v>2022-05</c:v>
                </c:pt>
                <c:pt idx="473">
                  <c:v>2022-06</c:v>
                </c:pt>
                <c:pt idx="474">
                  <c:v>2022-07</c:v>
                </c:pt>
                <c:pt idx="475">
                  <c:v>2022-08</c:v>
                </c:pt>
                <c:pt idx="476">
                  <c:v>2022-09</c:v>
                </c:pt>
                <c:pt idx="477">
                  <c:v>2022-10</c:v>
                </c:pt>
                <c:pt idx="478">
                  <c:v>2022-11</c:v>
                </c:pt>
                <c:pt idx="479">
                  <c:v>2022-12</c:v>
                </c:pt>
                <c:pt idx="480">
                  <c:v>2023-01</c:v>
                </c:pt>
                <c:pt idx="481">
                  <c:v>2023-02</c:v>
                </c:pt>
                <c:pt idx="482">
                  <c:v>2023-03</c:v>
                </c:pt>
                <c:pt idx="483">
                  <c:v>2023-04</c:v>
                </c:pt>
                <c:pt idx="484">
                  <c:v>2023-05</c:v>
                </c:pt>
                <c:pt idx="485">
                  <c:v>2023-06</c:v>
                </c:pt>
                <c:pt idx="486">
                  <c:v>2023-07</c:v>
                </c:pt>
                <c:pt idx="487">
                  <c:v>2023-08</c:v>
                </c:pt>
                <c:pt idx="488">
                  <c:v>2023-09</c:v>
                </c:pt>
                <c:pt idx="489">
                  <c:v>2023-10</c:v>
                </c:pt>
                <c:pt idx="490">
                  <c:v>2023-11</c:v>
                </c:pt>
                <c:pt idx="491">
                  <c:v>2023-12</c:v>
                </c:pt>
                <c:pt idx="492">
                  <c:v>2024-01</c:v>
                </c:pt>
                <c:pt idx="493">
                  <c:v>2024-02</c:v>
                </c:pt>
                <c:pt idx="494">
                  <c:v>2024-03</c:v>
                </c:pt>
                <c:pt idx="495">
                  <c:v>2024-04</c:v>
                </c:pt>
                <c:pt idx="496">
                  <c:v>2024-05</c:v>
                </c:pt>
                <c:pt idx="497">
                  <c:v>2024-06</c:v>
                </c:pt>
                <c:pt idx="498">
                  <c:v>2024-07</c:v>
                </c:pt>
              </c:strCache>
            </c:strRef>
          </c:cat>
          <c:val>
            <c:numRef>
              <c:f>Hoja1!$D$2:$D$500</c:f>
              <c:numCache>
                <c:formatCode>General</c:formatCode>
                <c:ptCount val="499"/>
                <c:pt idx="39">
                  <c:v>20.6</c:v>
                </c:pt>
                <c:pt idx="40">
                  <c:v>20.5</c:v>
                </c:pt>
                <c:pt idx="41">
                  <c:v>20.399999999999999</c:v>
                </c:pt>
                <c:pt idx="42">
                  <c:v>20.399999999999999</c:v>
                </c:pt>
                <c:pt idx="43">
                  <c:v>20.3</c:v>
                </c:pt>
                <c:pt idx="44">
                  <c:v>20.3</c:v>
                </c:pt>
                <c:pt idx="45">
                  <c:v>20.2</c:v>
                </c:pt>
                <c:pt idx="46">
                  <c:v>20.3</c:v>
                </c:pt>
                <c:pt idx="47">
                  <c:v>20.2</c:v>
                </c:pt>
                <c:pt idx="48">
                  <c:v>20.2</c:v>
                </c:pt>
                <c:pt idx="49">
                  <c:v>20.100000000000001</c:v>
                </c:pt>
                <c:pt idx="50">
                  <c:v>19.899999999999999</c:v>
                </c:pt>
                <c:pt idx="51">
                  <c:v>19.8</c:v>
                </c:pt>
                <c:pt idx="52">
                  <c:v>19.7</c:v>
                </c:pt>
                <c:pt idx="53">
                  <c:v>19.600000000000001</c:v>
                </c:pt>
                <c:pt idx="54">
                  <c:v>19.7</c:v>
                </c:pt>
                <c:pt idx="55">
                  <c:v>19.7</c:v>
                </c:pt>
                <c:pt idx="56">
                  <c:v>19.7</c:v>
                </c:pt>
                <c:pt idx="57">
                  <c:v>19.5</c:v>
                </c:pt>
                <c:pt idx="58">
                  <c:v>19.399999999999999</c:v>
                </c:pt>
                <c:pt idx="59">
                  <c:v>19.399999999999999</c:v>
                </c:pt>
                <c:pt idx="60">
                  <c:v>19.3</c:v>
                </c:pt>
                <c:pt idx="61">
                  <c:v>19.2</c:v>
                </c:pt>
                <c:pt idx="62">
                  <c:v>19.100000000000001</c:v>
                </c:pt>
                <c:pt idx="63">
                  <c:v>19.100000000000001</c:v>
                </c:pt>
                <c:pt idx="64">
                  <c:v>19.100000000000001</c:v>
                </c:pt>
                <c:pt idx="65">
                  <c:v>19</c:v>
                </c:pt>
                <c:pt idx="66">
                  <c:v>18.899999999999999</c:v>
                </c:pt>
                <c:pt idx="67">
                  <c:v>18.7</c:v>
                </c:pt>
                <c:pt idx="68">
                  <c:v>18.399999999999999</c:v>
                </c:pt>
                <c:pt idx="69">
                  <c:v>18</c:v>
                </c:pt>
                <c:pt idx="70">
                  <c:v>17.7</c:v>
                </c:pt>
                <c:pt idx="71">
                  <c:v>17.600000000000001</c:v>
                </c:pt>
                <c:pt idx="72">
                  <c:v>17.5</c:v>
                </c:pt>
                <c:pt idx="73">
                  <c:v>17.3</c:v>
                </c:pt>
                <c:pt idx="74">
                  <c:v>17.100000000000001</c:v>
                </c:pt>
                <c:pt idx="75">
                  <c:v>16.899999999999999</c:v>
                </c:pt>
                <c:pt idx="76">
                  <c:v>16.7</c:v>
                </c:pt>
                <c:pt idx="77">
                  <c:v>16.399999999999999</c:v>
                </c:pt>
                <c:pt idx="78">
                  <c:v>16.2</c:v>
                </c:pt>
                <c:pt idx="79">
                  <c:v>16.2</c:v>
                </c:pt>
                <c:pt idx="80">
                  <c:v>16</c:v>
                </c:pt>
                <c:pt idx="81">
                  <c:v>16.100000000000001</c:v>
                </c:pt>
                <c:pt idx="82">
                  <c:v>16.100000000000001</c:v>
                </c:pt>
                <c:pt idx="83">
                  <c:v>16.100000000000001</c:v>
                </c:pt>
                <c:pt idx="84">
                  <c:v>15.9</c:v>
                </c:pt>
                <c:pt idx="85">
                  <c:v>15.8</c:v>
                </c:pt>
                <c:pt idx="86">
                  <c:v>15.6</c:v>
                </c:pt>
                <c:pt idx="87">
                  <c:v>15.6</c:v>
                </c:pt>
                <c:pt idx="88">
                  <c:v>15.6</c:v>
                </c:pt>
                <c:pt idx="89">
                  <c:v>15.5</c:v>
                </c:pt>
                <c:pt idx="90">
                  <c:v>15.3</c:v>
                </c:pt>
                <c:pt idx="91">
                  <c:v>15.3</c:v>
                </c:pt>
                <c:pt idx="92">
                  <c:v>15.3</c:v>
                </c:pt>
                <c:pt idx="93">
                  <c:v>15.3</c:v>
                </c:pt>
                <c:pt idx="94">
                  <c:v>15.3</c:v>
                </c:pt>
                <c:pt idx="95">
                  <c:v>15.3</c:v>
                </c:pt>
                <c:pt idx="96">
                  <c:v>15.1</c:v>
                </c:pt>
                <c:pt idx="97">
                  <c:v>15.1</c:v>
                </c:pt>
                <c:pt idx="98">
                  <c:v>15.1</c:v>
                </c:pt>
                <c:pt idx="99">
                  <c:v>15.2</c:v>
                </c:pt>
                <c:pt idx="100">
                  <c:v>15.3</c:v>
                </c:pt>
                <c:pt idx="101">
                  <c:v>15.4</c:v>
                </c:pt>
                <c:pt idx="102">
                  <c:v>15.6</c:v>
                </c:pt>
                <c:pt idx="103">
                  <c:v>15.8</c:v>
                </c:pt>
                <c:pt idx="104">
                  <c:v>15.9</c:v>
                </c:pt>
                <c:pt idx="105">
                  <c:v>15.9</c:v>
                </c:pt>
                <c:pt idx="106">
                  <c:v>15.9</c:v>
                </c:pt>
                <c:pt idx="107">
                  <c:v>15.9</c:v>
                </c:pt>
                <c:pt idx="108">
                  <c:v>16</c:v>
                </c:pt>
                <c:pt idx="109">
                  <c:v>16.100000000000001</c:v>
                </c:pt>
                <c:pt idx="110">
                  <c:v>16.3</c:v>
                </c:pt>
                <c:pt idx="111">
                  <c:v>16.399999999999999</c:v>
                </c:pt>
                <c:pt idx="112">
                  <c:v>16.5</c:v>
                </c:pt>
                <c:pt idx="113">
                  <c:v>16.7</c:v>
                </c:pt>
                <c:pt idx="114">
                  <c:v>16.899999999999999</c:v>
                </c:pt>
                <c:pt idx="115">
                  <c:v>17.2</c:v>
                </c:pt>
                <c:pt idx="116">
                  <c:v>17.5</c:v>
                </c:pt>
                <c:pt idx="117">
                  <c:v>18</c:v>
                </c:pt>
                <c:pt idx="118">
                  <c:v>18.399999999999999</c:v>
                </c:pt>
                <c:pt idx="119">
                  <c:v>18.8</c:v>
                </c:pt>
                <c:pt idx="120">
                  <c:v>19.2</c:v>
                </c:pt>
                <c:pt idx="121">
                  <c:v>19.5</c:v>
                </c:pt>
                <c:pt idx="122">
                  <c:v>20</c:v>
                </c:pt>
                <c:pt idx="123">
                  <c:v>20.2</c:v>
                </c:pt>
                <c:pt idx="124">
                  <c:v>20.399999999999999</c:v>
                </c:pt>
                <c:pt idx="125">
                  <c:v>20.9</c:v>
                </c:pt>
                <c:pt idx="126">
                  <c:v>21.3</c:v>
                </c:pt>
                <c:pt idx="127">
                  <c:v>21.4</c:v>
                </c:pt>
                <c:pt idx="128">
                  <c:v>21.5</c:v>
                </c:pt>
                <c:pt idx="129">
                  <c:v>21.7</c:v>
                </c:pt>
                <c:pt idx="130">
                  <c:v>21.9</c:v>
                </c:pt>
                <c:pt idx="131">
                  <c:v>22</c:v>
                </c:pt>
                <c:pt idx="132">
                  <c:v>22.2</c:v>
                </c:pt>
                <c:pt idx="133">
                  <c:v>22.3</c:v>
                </c:pt>
                <c:pt idx="134">
                  <c:v>22.2</c:v>
                </c:pt>
                <c:pt idx="135">
                  <c:v>22.2</c:v>
                </c:pt>
                <c:pt idx="136">
                  <c:v>22.2</c:v>
                </c:pt>
                <c:pt idx="137">
                  <c:v>22.2</c:v>
                </c:pt>
                <c:pt idx="138">
                  <c:v>22.1</c:v>
                </c:pt>
                <c:pt idx="139">
                  <c:v>22</c:v>
                </c:pt>
                <c:pt idx="140">
                  <c:v>22</c:v>
                </c:pt>
                <c:pt idx="141">
                  <c:v>21.8</c:v>
                </c:pt>
                <c:pt idx="142">
                  <c:v>21.8</c:v>
                </c:pt>
                <c:pt idx="143">
                  <c:v>21.6</c:v>
                </c:pt>
                <c:pt idx="144">
                  <c:v>21.4</c:v>
                </c:pt>
                <c:pt idx="145">
                  <c:v>21.2</c:v>
                </c:pt>
                <c:pt idx="146">
                  <c:v>20.9</c:v>
                </c:pt>
                <c:pt idx="147">
                  <c:v>20.6</c:v>
                </c:pt>
                <c:pt idx="148">
                  <c:v>20.5</c:v>
                </c:pt>
                <c:pt idx="149">
                  <c:v>20.6</c:v>
                </c:pt>
                <c:pt idx="150">
                  <c:v>20.7</c:v>
                </c:pt>
                <c:pt idx="151">
                  <c:v>20.8</c:v>
                </c:pt>
                <c:pt idx="152">
                  <c:v>20.9</c:v>
                </c:pt>
                <c:pt idx="153">
                  <c:v>20.7</c:v>
                </c:pt>
                <c:pt idx="154">
                  <c:v>20.7</c:v>
                </c:pt>
                <c:pt idx="155">
                  <c:v>20.5</c:v>
                </c:pt>
                <c:pt idx="156">
                  <c:v>20.399999999999999</c:v>
                </c:pt>
                <c:pt idx="157">
                  <c:v>20.3</c:v>
                </c:pt>
                <c:pt idx="158">
                  <c:v>20.3</c:v>
                </c:pt>
                <c:pt idx="159">
                  <c:v>20.100000000000001</c:v>
                </c:pt>
                <c:pt idx="160">
                  <c:v>20.100000000000001</c:v>
                </c:pt>
                <c:pt idx="161">
                  <c:v>20.2</c:v>
                </c:pt>
                <c:pt idx="162">
                  <c:v>20.100000000000001</c:v>
                </c:pt>
                <c:pt idx="163">
                  <c:v>19.8</c:v>
                </c:pt>
                <c:pt idx="164">
                  <c:v>19.7</c:v>
                </c:pt>
                <c:pt idx="165">
                  <c:v>19.5</c:v>
                </c:pt>
                <c:pt idx="166">
                  <c:v>19.3</c:v>
                </c:pt>
                <c:pt idx="167">
                  <c:v>19.100000000000001</c:v>
                </c:pt>
                <c:pt idx="168">
                  <c:v>18.8</c:v>
                </c:pt>
                <c:pt idx="169">
                  <c:v>18.7</c:v>
                </c:pt>
                <c:pt idx="170">
                  <c:v>18.600000000000001</c:v>
                </c:pt>
                <c:pt idx="171">
                  <c:v>18.600000000000001</c:v>
                </c:pt>
                <c:pt idx="172">
                  <c:v>18.7</c:v>
                </c:pt>
                <c:pt idx="173">
                  <c:v>18.8</c:v>
                </c:pt>
                <c:pt idx="174">
                  <c:v>18.600000000000001</c:v>
                </c:pt>
                <c:pt idx="175">
                  <c:v>18.3</c:v>
                </c:pt>
                <c:pt idx="176">
                  <c:v>18.3</c:v>
                </c:pt>
                <c:pt idx="177">
                  <c:v>18</c:v>
                </c:pt>
                <c:pt idx="178">
                  <c:v>17.8</c:v>
                </c:pt>
                <c:pt idx="179">
                  <c:v>17.600000000000001</c:v>
                </c:pt>
                <c:pt idx="180">
                  <c:v>17.100000000000001</c:v>
                </c:pt>
                <c:pt idx="181">
                  <c:v>16.7</c:v>
                </c:pt>
                <c:pt idx="182">
                  <c:v>16.7</c:v>
                </c:pt>
                <c:pt idx="183">
                  <c:v>16.600000000000001</c:v>
                </c:pt>
                <c:pt idx="184">
                  <c:v>16.600000000000001</c:v>
                </c:pt>
                <c:pt idx="185">
                  <c:v>16.8</c:v>
                </c:pt>
                <c:pt idx="186">
                  <c:v>16.600000000000001</c:v>
                </c:pt>
                <c:pt idx="187">
                  <c:v>16.399999999999999</c:v>
                </c:pt>
                <c:pt idx="188">
                  <c:v>16.3</c:v>
                </c:pt>
                <c:pt idx="189">
                  <c:v>16</c:v>
                </c:pt>
                <c:pt idx="190">
                  <c:v>15.7</c:v>
                </c:pt>
                <c:pt idx="191">
                  <c:v>15.4</c:v>
                </c:pt>
                <c:pt idx="192">
                  <c:v>14.8</c:v>
                </c:pt>
                <c:pt idx="193">
                  <c:v>14.3</c:v>
                </c:pt>
                <c:pt idx="194">
                  <c:v>13.9</c:v>
                </c:pt>
                <c:pt idx="195">
                  <c:v>13.6</c:v>
                </c:pt>
                <c:pt idx="196">
                  <c:v>13.5</c:v>
                </c:pt>
                <c:pt idx="197">
                  <c:v>13.5</c:v>
                </c:pt>
                <c:pt idx="198">
                  <c:v>13.5</c:v>
                </c:pt>
                <c:pt idx="199">
                  <c:v>13.5</c:v>
                </c:pt>
                <c:pt idx="200">
                  <c:v>13.4</c:v>
                </c:pt>
                <c:pt idx="201">
                  <c:v>13.2</c:v>
                </c:pt>
                <c:pt idx="202">
                  <c:v>13.1</c:v>
                </c:pt>
                <c:pt idx="203">
                  <c:v>12.9</c:v>
                </c:pt>
                <c:pt idx="204">
                  <c:v>12.8</c:v>
                </c:pt>
                <c:pt idx="205">
                  <c:v>12.4</c:v>
                </c:pt>
                <c:pt idx="206">
                  <c:v>12.2</c:v>
                </c:pt>
                <c:pt idx="207">
                  <c:v>12</c:v>
                </c:pt>
                <c:pt idx="208">
                  <c:v>11.9</c:v>
                </c:pt>
                <c:pt idx="209">
                  <c:v>11.9</c:v>
                </c:pt>
                <c:pt idx="210">
                  <c:v>11.9</c:v>
                </c:pt>
                <c:pt idx="211">
                  <c:v>11.8</c:v>
                </c:pt>
                <c:pt idx="212">
                  <c:v>11.7</c:v>
                </c:pt>
                <c:pt idx="213">
                  <c:v>11.7</c:v>
                </c:pt>
                <c:pt idx="214">
                  <c:v>11.5</c:v>
                </c:pt>
                <c:pt idx="215">
                  <c:v>11.2</c:v>
                </c:pt>
                <c:pt idx="216">
                  <c:v>10.8</c:v>
                </c:pt>
                <c:pt idx="217">
                  <c:v>10.7</c:v>
                </c:pt>
                <c:pt idx="218">
                  <c:v>10.5</c:v>
                </c:pt>
                <c:pt idx="219">
                  <c:v>10.4</c:v>
                </c:pt>
                <c:pt idx="220">
                  <c:v>10.6</c:v>
                </c:pt>
                <c:pt idx="221">
                  <c:v>10.5</c:v>
                </c:pt>
                <c:pt idx="222">
                  <c:v>10.5</c:v>
                </c:pt>
                <c:pt idx="223">
                  <c:v>10.6</c:v>
                </c:pt>
                <c:pt idx="224">
                  <c:v>10.5</c:v>
                </c:pt>
                <c:pt idx="225">
                  <c:v>10.5</c:v>
                </c:pt>
                <c:pt idx="226">
                  <c:v>10.6</c:v>
                </c:pt>
                <c:pt idx="227">
                  <c:v>10.7</c:v>
                </c:pt>
                <c:pt idx="228">
                  <c:v>11.1</c:v>
                </c:pt>
                <c:pt idx="229">
                  <c:v>11.5</c:v>
                </c:pt>
                <c:pt idx="230">
                  <c:v>11.2</c:v>
                </c:pt>
                <c:pt idx="231">
                  <c:v>11.2</c:v>
                </c:pt>
                <c:pt idx="232">
                  <c:v>11.2</c:v>
                </c:pt>
                <c:pt idx="233">
                  <c:v>11.4</c:v>
                </c:pt>
                <c:pt idx="234">
                  <c:v>11.7</c:v>
                </c:pt>
                <c:pt idx="235">
                  <c:v>11.8</c:v>
                </c:pt>
                <c:pt idx="236">
                  <c:v>11.7</c:v>
                </c:pt>
                <c:pt idx="237">
                  <c:v>11.6</c:v>
                </c:pt>
                <c:pt idx="238">
                  <c:v>11.6</c:v>
                </c:pt>
                <c:pt idx="239">
                  <c:v>11.6</c:v>
                </c:pt>
                <c:pt idx="240">
                  <c:v>11.7</c:v>
                </c:pt>
                <c:pt idx="241">
                  <c:v>11.7</c:v>
                </c:pt>
                <c:pt idx="242">
                  <c:v>11.6</c:v>
                </c:pt>
                <c:pt idx="243">
                  <c:v>11.4</c:v>
                </c:pt>
                <c:pt idx="244">
                  <c:v>11.3</c:v>
                </c:pt>
                <c:pt idx="245">
                  <c:v>11.5</c:v>
                </c:pt>
                <c:pt idx="246">
                  <c:v>11.6</c:v>
                </c:pt>
                <c:pt idx="247">
                  <c:v>11.5</c:v>
                </c:pt>
                <c:pt idx="248">
                  <c:v>11.5</c:v>
                </c:pt>
                <c:pt idx="249">
                  <c:v>11.4</c:v>
                </c:pt>
                <c:pt idx="250">
                  <c:v>11.3</c:v>
                </c:pt>
                <c:pt idx="251">
                  <c:v>11.4</c:v>
                </c:pt>
                <c:pt idx="252">
                  <c:v>11.3</c:v>
                </c:pt>
                <c:pt idx="253">
                  <c:v>11.2</c:v>
                </c:pt>
                <c:pt idx="254">
                  <c:v>11.1</c:v>
                </c:pt>
                <c:pt idx="255">
                  <c:v>11.2</c:v>
                </c:pt>
                <c:pt idx="256">
                  <c:v>11.2</c:v>
                </c:pt>
                <c:pt idx="257">
                  <c:v>11.2</c:v>
                </c:pt>
                <c:pt idx="258">
                  <c:v>11</c:v>
                </c:pt>
                <c:pt idx="259">
                  <c:v>11</c:v>
                </c:pt>
                <c:pt idx="260">
                  <c:v>10.9</c:v>
                </c:pt>
                <c:pt idx="261">
                  <c:v>10.7</c:v>
                </c:pt>
                <c:pt idx="262">
                  <c:v>10.6</c:v>
                </c:pt>
                <c:pt idx="263">
                  <c:v>10.3</c:v>
                </c:pt>
                <c:pt idx="264">
                  <c:v>10.1</c:v>
                </c:pt>
                <c:pt idx="265">
                  <c:v>9.9</c:v>
                </c:pt>
                <c:pt idx="266">
                  <c:v>9.6999999999999993</c:v>
                </c:pt>
                <c:pt idx="267">
                  <c:v>9.6999999999999993</c:v>
                </c:pt>
                <c:pt idx="268">
                  <c:v>9.4</c:v>
                </c:pt>
                <c:pt idx="269">
                  <c:v>9.1</c:v>
                </c:pt>
                <c:pt idx="270">
                  <c:v>8.8000000000000007</c:v>
                </c:pt>
                <c:pt idx="271">
                  <c:v>8.6</c:v>
                </c:pt>
                <c:pt idx="272">
                  <c:v>8.5</c:v>
                </c:pt>
                <c:pt idx="273">
                  <c:v>8.6</c:v>
                </c:pt>
                <c:pt idx="274">
                  <c:v>8.6999999999999993</c:v>
                </c:pt>
                <c:pt idx="275">
                  <c:v>8.8000000000000007</c:v>
                </c:pt>
                <c:pt idx="276">
                  <c:v>8.8000000000000007</c:v>
                </c:pt>
                <c:pt idx="277">
                  <c:v>8.6999999999999993</c:v>
                </c:pt>
                <c:pt idx="278">
                  <c:v>8.6999999999999993</c:v>
                </c:pt>
                <c:pt idx="279">
                  <c:v>8.6</c:v>
                </c:pt>
                <c:pt idx="280">
                  <c:v>8.5</c:v>
                </c:pt>
                <c:pt idx="281">
                  <c:v>8.4</c:v>
                </c:pt>
                <c:pt idx="282">
                  <c:v>8.3000000000000007</c:v>
                </c:pt>
                <c:pt idx="283">
                  <c:v>8.3000000000000007</c:v>
                </c:pt>
                <c:pt idx="284">
                  <c:v>8.1999999999999993</c:v>
                </c:pt>
                <c:pt idx="285">
                  <c:v>8.1999999999999993</c:v>
                </c:pt>
                <c:pt idx="286">
                  <c:v>8.3000000000000007</c:v>
                </c:pt>
                <c:pt idx="287">
                  <c:v>8.3000000000000007</c:v>
                </c:pt>
                <c:pt idx="288">
                  <c:v>8.3000000000000007</c:v>
                </c:pt>
                <c:pt idx="289">
                  <c:v>8.1999999999999993</c:v>
                </c:pt>
                <c:pt idx="290">
                  <c:v>8.1</c:v>
                </c:pt>
                <c:pt idx="291">
                  <c:v>8</c:v>
                </c:pt>
                <c:pt idx="292">
                  <c:v>7.9</c:v>
                </c:pt>
                <c:pt idx="293">
                  <c:v>8</c:v>
                </c:pt>
                <c:pt idx="294">
                  <c:v>8.1</c:v>
                </c:pt>
                <c:pt idx="295">
                  <c:v>8.3000000000000007</c:v>
                </c:pt>
                <c:pt idx="296">
                  <c:v>8.3000000000000007</c:v>
                </c:pt>
                <c:pt idx="297">
                  <c:v>8.4</c:v>
                </c:pt>
                <c:pt idx="298">
                  <c:v>8.6</c:v>
                </c:pt>
                <c:pt idx="299">
                  <c:v>8.8000000000000007</c:v>
                </c:pt>
                <c:pt idx="300">
                  <c:v>9.1</c:v>
                </c:pt>
                <c:pt idx="301">
                  <c:v>9.3000000000000007</c:v>
                </c:pt>
                <c:pt idx="302">
                  <c:v>9.5</c:v>
                </c:pt>
                <c:pt idx="303">
                  <c:v>10</c:v>
                </c:pt>
                <c:pt idx="304">
                  <c:v>10.4</c:v>
                </c:pt>
                <c:pt idx="305">
                  <c:v>10.8</c:v>
                </c:pt>
                <c:pt idx="306">
                  <c:v>11.1</c:v>
                </c:pt>
                <c:pt idx="307">
                  <c:v>11.5</c:v>
                </c:pt>
                <c:pt idx="308">
                  <c:v>12</c:v>
                </c:pt>
                <c:pt idx="309">
                  <c:v>12.9</c:v>
                </c:pt>
                <c:pt idx="310">
                  <c:v>13.8</c:v>
                </c:pt>
                <c:pt idx="311">
                  <c:v>14.8</c:v>
                </c:pt>
                <c:pt idx="312">
                  <c:v>15.9</c:v>
                </c:pt>
                <c:pt idx="313">
                  <c:v>16.8</c:v>
                </c:pt>
                <c:pt idx="314">
                  <c:v>17.5</c:v>
                </c:pt>
                <c:pt idx="315">
                  <c:v>17.8</c:v>
                </c:pt>
                <c:pt idx="316">
                  <c:v>17.899999999999999</c:v>
                </c:pt>
                <c:pt idx="317">
                  <c:v>17.899999999999999</c:v>
                </c:pt>
                <c:pt idx="318">
                  <c:v>18</c:v>
                </c:pt>
                <c:pt idx="319">
                  <c:v>18.2</c:v>
                </c:pt>
                <c:pt idx="320">
                  <c:v>18.399999999999999</c:v>
                </c:pt>
                <c:pt idx="321">
                  <c:v>18.600000000000001</c:v>
                </c:pt>
                <c:pt idx="322">
                  <c:v>18.7</c:v>
                </c:pt>
                <c:pt idx="323">
                  <c:v>18.899999999999999</c:v>
                </c:pt>
                <c:pt idx="324">
                  <c:v>19.100000000000001</c:v>
                </c:pt>
                <c:pt idx="325">
                  <c:v>19.2</c:v>
                </c:pt>
                <c:pt idx="326">
                  <c:v>19.5</c:v>
                </c:pt>
                <c:pt idx="327">
                  <c:v>19.8</c:v>
                </c:pt>
                <c:pt idx="328">
                  <c:v>20</c:v>
                </c:pt>
                <c:pt idx="329">
                  <c:v>20.100000000000001</c:v>
                </c:pt>
                <c:pt idx="330">
                  <c:v>19.899999999999999</c:v>
                </c:pt>
                <c:pt idx="331">
                  <c:v>20</c:v>
                </c:pt>
                <c:pt idx="332">
                  <c:v>20.100000000000001</c:v>
                </c:pt>
                <c:pt idx="333">
                  <c:v>20.100000000000001</c:v>
                </c:pt>
                <c:pt idx="334">
                  <c:v>20.2</c:v>
                </c:pt>
                <c:pt idx="335">
                  <c:v>20.399999999999999</c:v>
                </c:pt>
                <c:pt idx="336">
                  <c:v>20.399999999999999</c:v>
                </c:pt>
                <c:pt idx="337">
                  <c:v>20.5</c:v>
                </c:pt>
                <c:pt idx="338">
                  <c:v>20.6</c:v>
                </c:pt>
                <c:pt idx="339">
                  <c:v>20.6</c:v>
                </c:pt>
                <c:pt idx="340">
                  <c:v>20.7</c:v>
                </c:pt>
                <c:pt idx="341">
                  <c:v>21</c:v>
                </c:pt>
                <c:pt idx="342">
                  <c:v>21.4</c:v>
                </c:pt>
                <c:pt idx="343">
                  <c:v>21.7</c:v>
                </c:pt>
                <c:pt idx="344">
                  <c:v>22.1</c:v>
                </c:pt>
                <c:pt idx="345">
                  <c:v>22.4</c:v>
                </c:pt>
                <c:pt idx="346">
                  <c:v>22.7</c:v>
                </c:pt>
                <c:pt idx="347">
                  <c:v>22.9</c:v>
                </c:pt>
                <c:pt idx="348">
                  <c:v>23.3</c:v>
                </c:pt>
                <c:pt idx="349">
                  <c:v>23.6</c:v>
                </c:pt>
                <c:pt idx="350">
                  <c:v>23.9</c:v>
                </c:pt>
                <c:pt idx="351">
                  <c:v>24.2</c:v>
                </c:pt>
                <c:pt idx="352">
                  <c:v>24.6</c:v>
                </c:pt>
                <c:pt idx="353">
                  <c:v>24.8</c:v>
                </c:pt>
                <c:pt idx="354">
                  <c:v>25</c:v>
                </c:pt>
                <c:pt idx="355">
                  <c:v>25.2</c:v>
                </c:pt>
                <c:pt idx="356">
                  <c:v>25.5</c:v>
                </c:pt>
                <c:pt idx="357">
                  <c:v>25.7</c:v>
                </c:pt>
                <c:pt idx="358">
                  <c:v>25.9</c:v>
                </c:pt>
                <c:pt idx="359">
                  <c:v>26</c:v>
                </c:pt>
                <c:pt idx="360">
                  <c:v>26.2</c:v>
                </c:pt>
                <c:pt idx="361">
                  <c:v>26.4</c:v>
                </c:pt>
                <c:pt idx="362">
                  <c:v>26.3</c:v>
                </c:pt>
                <c:pt idx="363">
                  <c:v>26.3</c:v>
                </c:pt>
                <c:pt idx="364">
                  <c:v>26.2</c:v>
                </c:pt>
                <c:pt idx="365">
                  <c:v>26.1</c:v>
                </c:pt>
                <c:pt idx="366">
                  <c:v>26.2</c:v>
                </c:pt>
                <c:pt idx="367">
                  <c:v>26.1</c:v>
                </c:pt>
                <c:pt idx="368">
                  <c:v>26.1</c:v>
                </c:pt>
                <c:pt idx="369">
                  <c:v>26</c:v>
                </c:pt>
                <c:pt idx="370">
                  <c:v>25.9</c:v>
                </c:pt>
                <c:pt idx="371">
                  <c:v>25.5</c:v>
                </c:pt>
                <c:pt idx="372">
                  <c:v>25.5</c:v>
                </c:pt>
                <c:pt idx="373">
                  <c:v>25.3</c:v>
                </c:pt>
                <c:pt idx="374">
                  <c:v>25.1</c:v>
                </c:pt>
                <c:pt idx="375">
                  <c:v>24.8</c:v>
                </c:pt>
                <c:pt idx="376">
                  <c:v>24.6</c:v>
                </c:pt>
                <c:pt idx="377">
                  <c:v>24.3</c:v>
                </c:pt>
                <c:pt idx="378">
                  <c:v>24.3</c:v>
                </c:pt>
                <c:pt idx="379">
                  <c:v>24.1</c:v>
                </c:pt>
                <c:pt idx="380">
                  <c:v>24</c:v>
                </c:pt>
                <c:pt idx="381">
                  <c:v>24</c:v>
                </c:pt>
                <c:pt idx="382">
                  <c:v>23.8</c:v>
                </c:pt>
                <c:pt idx="383">
                  <c:v>23.6</c:v>
                </c:pt>
                <c:pt idx="384">
                  <c:v>23.4</c:v>
                </c:pt>
                <c:pt idx="385">
                  <c:v>23.2</c:v>
                </c:pt>
                <c:pt idx="386">
                  <c:v>22.9</c:v>
                </c:pt>
                <c:pt idx="387">
                  <c:v>22.7</c:v>
                </c:pt>
                <c:pt idx="388">
                  <c:v>22.5</c:v>
                </c:pt>
                <c:pt idx="389">
                  <c:v>22.2</c:v>
                </c:pt>
                <c:pt idx="390">
                  <c:v>21.9</c:v>
                </c:pt>
                <c:pt idx="391">
                  <c:v>21.6</c:v>
                </c:pt>
                <c:pt idx="392">
                  <c:v>21.4</c:v>
                </c:pt>
                <c:pt idx="393">
                  <c:v>21.3</c:v>
                </c:pt>
                <c:pt idx="394">
                  <c:v>20.9</c:v>
                </c:pt>
                <c:pt idx="395">
                  <c:v>20.8</c:v>
                </c:pt>
                <c:pt idx="396">
                  <c:v>20.6</c:v>
                </c:pt>
                <c:pt idx="397">
                  <c:v>20.399999999999999</c:v>
                </c:pt>
                <c:pt idx="398">
                  <c:v>20.3</c:v>
                </c:pt>
                <c:pt idx="399">
                  <c:v>20.3</c:v>
                </c:pt>
                <c:pt idx="400">
                  <c:v>20.100000000000001</c:v>
                </c:pt>
                <c:pt idx="401">
                  <c:v>19.899999999999999</c:v>
                </c:pt>
                <c:pt idx="402">
                  <c:v>19.5</c:v>
                </c:pt>
                <c:pt idx="403">
                  <c:v>19.3</c:v>
                </c:pt>
                <c:pt idx="404">
                  <c:v>19.100000000000001</c:v>
                </c:pt>
                <c:pt idx="405">
                  <c:v>18.899999999999999</c:v>
                </c:pt>
                <c:pt idx="406">
                  <c:v>18.8</c:v>
                </c:pt>
                <c:pt idx="407">
                  <c:v>18.5</c:v>
                </c:pt>
                <c:pt idx="408">
                  <c:v>18.399999999999999</c:v>
                </c:pt>
                <c:pt idx="409">
                  <c:v>18.2</c:v>
                </c:pt>
                <c:pt idx="410">
                  <c:v>18</c:v>
                </c:pt>
                <c:pt idx="411">
                  <c:v>17.600000000000001</c:v>
                </c:pt>
                <c:pt idx="412">
                  <c:v>17.399999999999999</c:v>
                </c:pt>
                <c:pt idx="413">
                  <c:v>17.100000000000001</c:v>
                </c:pt>
                <c:pt idx="414">
                  <c:v>16.8</c:v>
                </c:pt>
                <c:pt idx="415">
                  <c:v>16.7</c:v>
                </c:pt>
                <c:pt idx="416">
                  <c:v>16.7</c:v>
                </c:pt>
                <c:pt idx="417">
                  <c:v>16.7</c:v>
                </c:pt>
                <c:pt idx="418">
                  <c:v>16.7</c:v>
                </c:pt>
                <c:pt idx="419">
                  <c:v>16.600000000000001</c:v>
                </c:pt>
                <c:pt idx="420">
                  <c:v>16.399999999999999</c:v>
                </c:pt>
                <c:pt idx="421">
                  <c:v>16.2</c:v>
                </c:pt>
                <c:pt idx="422">
                  <c:v>15.9</c:v>
                </c:pt>
                <c:pt idx="423">
                  <c:v>15.7</c:v>
                </c:pt>
                <c:pt idx="424">
                  <c:v>15.5</c:v>
                </c:pt>
                <c:pt idx="425">
                  <c:v>15.2</c:v>
                </c:pt>
                <c:pt idx="426">
                  <c:v>15</c:v>
                </c:pt>
                <c:pt idx="427">
                  <c:v>14.8</c:v>
                </c:pt>
                <c:pt idx="428">
                  <c:v>14.7</c:v>
                </c:pt>
                <c:pt idx="429">
                  <c:v>14.7</c:v>
                </c:pt>
                <c:pt idx="430">
                  <c:v>14.6</c:v>
                </c:pt>
                <c:pt idx="431">
                  <c:v>14.4</c:v>
                </c:pt>
                <c:pt idx="432">
                  <c:v>14.3</c:v>
                </c:pt>
                <c:pt idx="433">
                  <c:v>14.2</c:v>
                </c:pt>
                <c:pt idx="434">
                  <c:v>14.2</c:v>
                </c:pt>
                <c:pt idx="435">
                  <c:v>14.2</c:v>
                </c:pt>
                <c:pt idx="436">
                  <c:v>14.2</c:v>
                </c:pt>
                <c:pt idx="437">
                  <c:v>14.2</c:v>
                </c:pt>
                <c:pt idx="438">
                  <c:v>14.2</c:v>
                </c:pt>
                <c:pt idx="439">
                  <c:v>14.1</c:v>
                </c:pt>
                <c:pt idx="440">
                  <c:v>14</c:v>
                </c:pt>
                <c:pt idx="441">
                  <c:v>14</c:v>
                </c:pt>
                <c:pt idx="442">
                  <c:v>13.9</c:v>
                </c:pt>
                <c:pt idx="443">
                  <c:v>13.8</c:v>
                </c:pt>
                <c:pt idx="444">
                  <c:v>13.8</c:v>
                </c:pt>
                <c:pt idx="445">
                  <c:v>13.6</c:v>
                </c:pt>
                <c:pt idx="446">
                  <c:v>14.5</c:v>
                </c:pt>
                <c:pt idx="447">
                  <c:v>15.3</c:v>
                </c:pt>
                <c:pt idx="448">
                  <c:v>15.5</c:v>
                </c:pt>
                <c:pt idx="449">
                  <c:v>16</c:v>
                </c:pt>
                <c:pt idx="450">
                  <c:v>16.3</c:v>
                </c:pt>
                <c:pt idx="451">
                  <c:v>16.5</c:v>
                </c:pt>
                <c:pt idx="452">
                  <c:v>16.399999999999999</c:v>
                </c:pt>
                <c:pt idx="453">
                  <c:v>16.3</c:v>
                </c:pt>
                <c:pt idx="454">
                  <c:v>16.2</c:v>
                </c:pt>
                <c:pt idx="455">
                  <c:v>16.2</c:v>
                </c:pt>
                <c:pt idx="456">
                  <c:v>15.9</c:v>
                </c:pt>
                <c:pt idx="457">
                  <c:v>15.7</c:v>
                </c:pt>
                <c:pt idx="458">
                  <c:v>15.5</c:v>
                </c:pt>
                <c:pt idx="459">
                  <c:v>15.7</c:v>
                </c:pt>
                <c:pt idx="460">
                  <c:v>15.7</c:v>
                </c:pt>
                <c:pt idx="461">
                  <c:v>15.6</c:v>
                </c:pt>
                <c:pt idx="462">
                  <c:v>15.3</c:v>
                </c:pt>
                <c:pt idx="463">
                  <c:v>14.9</c:v>
                </c:pt>
                <c:pt idx="464">
                  <c:v>14.4</c:v>
                </c:pt>
                <c:pt idx="465">
                  <c:v>13.9</c:v>
                </c:pt>
                <c:pt idx="466">
                  <c:v>13.5</c:v>
                </c:pt>
                <c:pt idx="467">
                  <c:v>13.3</c:v>
                </c:pt>
                <c:pt idx="468">
                  <c:v>13.3</c:v>
                </c:pt>
                <c:pt idx="469">
                  <c:v>13.2</c:v>
                </c:pt>
                <c:pt idx="470">
                  <c:v>13.3</c:v>
                </c:pt>
                <c:pt idx="471">
                  <c:v>13.1</c:v>
                </c:pt>
                <c:pt idx="472">
                  <c:v>12.9</c:v>
                </c:pt>
                <c:pt idx="473">
                  <c:v>12.9</c:v>
                </c:pt>
                <c:pt idx="474">
                  <c:v>12.8</c:v>
                </c:pt>
                <c:pt idx="475">
                  <c:v>12.8</c:v>
                </c:pt>
                <c:pt idx="476">
                  <c:v>12.9</c:v>
                </c:pt>
                <c:pt idx="477">
                  <c:v>13</c:v>
                </c:pt>
                <c:pt idx="478">
                  <c:v>13.1</c:v>
                </c:pt>
                <c:pt idx="479">
                  <c:v>13.1</c:v>
                </c:pt>
                <c:pt idx="480">
                  <c:v>13.1</c:v>
                </c:pt>
                <c:pt idx="481">
                  <c:v>13</c:v>
                </c:pt>
                <c:pt idx="482">
                  <c:v>12.6</c:v>
                </c:pt>
                <c:pt idx="483">
                  <c:v>12.1</c:v>
                </c:pt>
                <c:pt idx="484">
                  <c:v>12</c:v>
                </c:pt>
                <c:pt idx="485">
                  <c:v>11.9</c:v>
                </c:pt>
                <c:pt idx="486">
                  <c:v>12</c:v>
                </c:pt>
                <c:pt idx="487">
                  <c:v>12</c:v>
                </c:pt>
                <c:pt idx="488">
                  <c:v>12</c:v>
                </c:pt>
                <c:pt idx="489">
                  <c:v>11.9</c:v>
                </c:pt>
                <c:pt idx="490">
                  <c:v>11.9</c:v>
                </c:pt>
                <c:pt idx="491">
                  <c:v>11.9</c:v>
                </c:pt>
                <c:pt idx="492">
                  <c:v>11.9</c:v>
                </c:pt>
                <c:pt idx="493">
                  <c:v>11.8</c:v>
                </c:pt>
                <c:pt idx="494">
                  <c:v>11.7</c:v>
                </c:pt>
                <c:pt idx="495">
                  <c:v>11.6</c:v>
                </c:pt>
                <c:pt idx="496">
                  <c:v>11.6</c:v>
                </c:pt>
                <c:pt idx="497">
                  <c:v>11.5</c:v>
                </c:pt>
                <c:pt idx="498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83-4EC9-ABC1-9F079947A0FC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France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Hoja1!$A$2:$A$500</c:f>
              <c:strCache>
                <c:ptCount val="499"/>
                <c:pt idx="0">
                  <c:v>1983-01</c:v>
                </c:pt>
                <c:pt idx="1">
                  <c:v>1983-02</c:v>
                </c:pt>
                <c:pt idx="2">
                  <c:v>1983-03</c:v>
                </c:pt>
                <c:pt idx="3">
                  <c:v>1983-04</c:v>
                </c:pt>
                <c:pt idx="4">
                  <c:v>1983-05</c:v>
                </c:pt>
                <c:pt idx="5">
                  <c:v>1983-06</c:v>
                </c:pt>
                <c:pt idx="6">
                  <c:v>1983-07</c:v>
                </c:pt>
                <c:pt idx="7">
                  <c:v>1983-08</c:v>
                </c:pt>
                <c:pt idx="8">
                  <c:v>1983-09</c:v>
                </c:pt>
                <c:pt idx="9">
                  <c:v>1983-10</c:v>
                </c:pt>
                <c:pt idx="10">
                  <c:v>1983-11</c:v>
                </c:pt>
                <c:pt idx="11">
                  <c:v>1983-12</c:v>
                </c:pt>
                <c:pt idx="12">
                  <c:v>1984-01</c:v>
                </c:pt>
                <c:pt idx="13">
                  <c:v>1984-02</c:v>
                </c:pt>
                <c:pt idx="14">
                  <c:v>1984-03</c:v>
                </c:pt>
                <c:pt idx="15">
                  <c:v>1984-04</c:v>
                </c:pt>
                <c:pt idx="16">
                  <c:v>1984-05</c:v>
                </c:pt>
                <c:pt idx="17">
                  <c:v>1984-06</c:v>
                </c:pt>
                <c:pt idx="18">
                  <c:v>1984-07</c:v>
                </c:pt>
                <c:pt idx="19">
                  <c:v>1984-08</c:v>
                </c:pt>
                <c:pt idx="20">
                  <c:v>1984-09</c:v>
                </c:pt>
                <c:pt idx="21">
                  <c:v>1984-10</c:v>
                </c:pt>
                <c:pt idx="22">
                  <c:v>1984-11</c:v>
                </c:pt>
                <c:pt idx="23">
                  <c:v>1984-12</c:v>
                </c:pt>
                <c:pt idx="24">
                  <c:v>1985-01</c:v>
                </c:pt>
                <c:pt idx="25">
                  <c:v>1985-02</c:v>
                </c:pt>
                <c:pt idx="26">
                  <c:v>1985-03</c:v>
                </c:pt>
                <c:pt idx="27">
                  <c:v>1985-04</c:v>
                </c:pt>
                <c:pt idx="28">
                  <c:v>1985-05</c:v>
                </c:pt>
                <c:pt idx="29">
                  <c:v>1985-06</c:v>
                </c:pt>
                <c:pt idx="30">
                  <c:v>1985-07</c:v>
                </c:pt>
                <c:pt idx="31">
                  <c:v>1985-08</c:v>
                </c:pt>
                <c:pt idx="32">
                  <c:v>1985-09</c:v>
                </c:pt>
                <c:pt idx="33">
                  <c:v>1985-10</c:v>
                </c:pt>
                <c:pt idx="34">
                  <c:v>1985-11</c:v>
                </c:pt>
                <c:pt idx="35">
                  <c:v>1985-12</c:v>
                </c:pt>
                <c:pt idx="36">
                  <c:v>1986-01</c:v>
                </c:pt>
                <c:pt idx="37">
                  <c:v>1986-02</c:v>
                </c:pt>
                <c:pt idx="38">
                  <c:v>1986-03</c:v>
                </c:pt>
                <c:pt idx="39">
                  <c:v>1986-04</c:v>
                </c:pt>
                <c:pt idx="40">
                  <c:v>1986-05</c:v>
                </c:pt>
                <c:pt idx="41">
                  <c:v>1986-06</c:v>
                </c:pt>
                <c:pt idx="42">
                  <c:v>1986-07</c:v>
                </c:pt>
                <c:pt idx="43">
                  <c:v>1986-08</c:v>
                </c:pt>
                <c:pt idx="44">
                  <c:v>1986-09</c:v>
                </c:pt>
                <c:pt idx="45">
                  <c:v>1986-10</c:v>
                </c:pt>
                <c:pt idx="46">
                  <c:v>1986-11</c:v>
                </c:pt>
                <c:pt idx="47">
                  <c:v>1986-12</c:v>
                </c:pt>
                <c:pt idx="48">
                  <c:v>1987-01</c:v>
                </c:pt>
                <c:pt idx="49">
                  <c:v>1987-02</c:v>
                </c:pt>
                <c:pt idx="50">
                  <c:v>1987-03</c:v>
                </c:pt>
                <c:pt idx="51">
                  <c:v>1987-04</c:v>
                </c:pt>
                <c:pt idx="52">
                  <c:v>1987-05</c:v>
                </c:pt>
                <c:pt idx="53">
                  <c:v>1987-06</c:v>
                </c:pt>
                <c:pt idx="54">
                  <c:v>1987-07</c:v>
                </c:pt>
                <c:pt idx="55">
                  <c:v>1987-08</c:v>
                </c:pt>
                <c:pt idx="56">
                  <c:v>1987-09</c:v>
                </c:pt>
                <c:pt idx="57">
                  <c:v>1987-10</c:v>
                </c:pt>
                <c:pt idx="58">
                  <c:v>1987-11</c:v>
                </c:pt>
                <c:pt idx="59">
                  <c:v>1987-12</c:v>
                </c:pt>
                <c:pt idx="60">
                  <c:v>1988-01</c:v>
                </c:pt>
                <c:pt idx="61">
                  <c:v>1988-02</c:v>
                </c:pt>
                <c:pt idx="62">
                  <c:v>1988-03</c:v>
                </c:pt>
                <c:pt idx="63">
                  <c:v>1988-04</c:v>
                </c:pt>
                <c:pt idx="64">
                  <c:v>1988-05</c:v>
                </c:pt>
                <c:pt idx="65">
                  <c:v>1988-06</c:v>
                </c:pt>
                <c:pt idx="66">
                  <c:v>1988-07</c:v>
                </c:pt>
                <c:pt idx="67">
                  <c:v>1988-08</c:v>
                </c:pt>
                <c:pt idx="68">
                  <c:v>1988-09</c:v>
                </c:pt>
                <c:pt idx="69">
                  <c:v>1988-10</c:v>
                </c:pt>
                <c:pt idx="70">
                  <c:v>1988-11</c:v>
                </c:pt>
                <c:pt idx="71">
                  <c:v>1988-12</c:v>
                </c:pt>
                <c:pt idx="72">
                  <c:v>1989-01</c:v>
                </c:pt>
                <c:pt idx="73">
                  <c:v>1989-02</c:v>
                </c:pt>
                <c:pt idx="74">
                  <c:v>1989-03</c:v>
                </c:pt>
                <c:pt idx="75">
                  <c:v>1989-04</c:v>
                </c:pt>
                <c:pt idx="76">
                  <c:v>1989-05</c:v>
                </c:pt>
                <c:pt idx="77">
                  <c:v>1989-06</c:v>
                </c:pt>
                <c:pt idx="78">
                  <c:v>1989-07</c:v>
                </c:pt>
                <c:pt idx="79">
                  <c:v>1989-08</c:v>
                </c:pt>
                <c:pt idx="80">
                  <c:v>1989-09</c:v>
                </c:pt>
                <c:pt idx="81">
                  <c:v>1989-10</c:v>
                </c:pt>
                <c:pt idx="82">
                  <c:v>1989-11</c:v>
                </c:pt>
                <c:pt idx="83">
                  <c:v>1989-12</c:v>
                </c:pt>
                <c:pt idx="84">
                  <c:v>1990-01</c:v>
                </c:pt>
                <c:pt idx="85">
                  <c:v>1990-02</c:v>
                </c:pt>
                <c:pt idx="86">
                  <c:v>1990-03</c:v>
                </c:pt>
                <c:pt idx="87">
                  <c:v>1990-04</c:v>
                </c:pt>
                <c:pt idx="88">
                  <c:v>1990-05</c:v>
                </c:pt>
                <c:pt idx="89">
                  <c:v>1990-06</c:v>
                </c:pt>
                <c:pt idx="90">
                  <c:v>1990-07</c:v>
                </c:pt>
                <c:pt idx="91">
                  <c:v>1990-08</c:v>
                </c:pt>
                <c:pt idx="92">
                  <c:v>1990-09</c:v>
                </c:pt>
                <c:pt idx="93">
                  <c:v>1990-10</c:v>
                </c:pt>
                <c:pt idx="94">
                  <c:v>1990-11</c:v>
                </c:pt>
                <c:pt idx="95">
                  <c:v>1990-12</c:v>
                </c:pt>
                <c:pt idx="96">
                  <c:v>1991-01</c:v>
                </c:pt>
                <c:pt idx="97">
                  <c:v>1991-02</c:v>
                </c:pt>
                <c:pt idx="98">
                  <c:v>1991-03</c:v>
                </c:pt>
                <c:pt idx="99">
                  <c:v>1991-04</c:v>
                </c:pt>
                <c:pt idx="100">
                  <c:v>1991-05</c:v>
                </c:pt>
                <c:pt idx="101">
                  <c:v>1991-06</c:v>
                </c:pt>
                <c:pt idx="102">
                  <c:v>1991-07</c:v>
                </c:pt>
                <c:pt idx="103">
                  <c:v>1991-08</c:v>
                </c:pt>
                <c:pt idx="104">
                  <c:v>1991-09</c:v>
                </c:pt>
                <c:pt idx="105">
                  <c:v>1991-10</c:v>
                </c:pt>
                <c:pt idx="106">
                  <c:v>1991-11</c:v>
                </c:pt>
                <c:pt idx="107">
                  <c:v>1991-12</c:v>
                </c:pt>
                <c:pt idx="108">
                  <c:v>1992-01</c:v>
                </c:pt>
                <c:pt idx="109">
                  <c:v>1992-02</c:v>
                </c:pt>
                <c:pt idx="110">
                  <c:v>1992-03</c:v>
                </c:pt>
                <c:pt idx="111">
                  <c:v>1992-04</c:v>
                </c:pt>
                <c:pt idx="112">
                  <c:v>1992-05</c:v>
                </c:pt>
                <c:pt idx="113">
                  <c:v>1992-06</c:v>
                </c:pt>
                <c:pt idx="114">
                  <c:v>1992-07</c:v>
                </c:pt>
                <c:pt idx="115">
                  <c:v>1992-08</c:v>
                </c:pt>
                <c:pt idx="116">
                  <c:v>1992-09</c:v>
                </c:pt>
                <c:pt idx="117">
                  <c:v>1992-10</c:v>
                </c:pt>
                <c:pt idx="118">
                  <c:v>1992-11</c:v>
                </c:pt>
                <c:pt idx="119">
                  <c:v>1992-12</c:v>
                </c:pt>
                <c:pt idx="120">
                  <c:v>1993-01</c:v>
                </c:pt>
                <c:pt idx="121">
                  <c:v>1993-02</c:v>
                </c:pt>
                <c:pt idx="122">
                  <c:v>1993-03</c:v>
                </c:pt>
                <c:pt idx="123">
                  <c:v>1993-04</c:v>
                </c:pt>
                <c:pt idx="124">
                  <c:v>1993-05</c:v>
                </c:pt>
                <c:pt idx="125">
                  <c:v>1993-06</c:v>
                </c:pt>
                <c:pt idx="126">
                  <c:v>1993-07</c:v>
                </c:pt>
                <c:pt idx="127">
                  <c:v>1993-08</c:v>
                </c:pt>
                <c:pt idx="128">
                  <c:v>1993-09</c:v>
                </c:pt>
                <c:pt idx="129">
                  <c:v>1993-10</c:v>
                </c:pt>
                <c:pt idx="130">
                  <c:v>1993-11</c:v>
                </c:pt>
                <c:pt idx="131">
                  <c:v>1993-12</c:v>
                </c:pt>
                <c:pt idx="132">
                  <c:v>1994-01</c:v>
                </c:pt>
                <c:pt idx="133">
                  <c:v>1994-02</c:v>
                </c:pt>
                <c:pt idx="134">
                  <c:v>1994-03</c:v>
                </c:pt>
                <c:pt idx="135">
                  <c:v>1994-04</c:v>
                </c:pt>
                <c:pt idx="136">
                  <c:v>1994-05</c:v>
                </c:pt>
                <c:pt idx="137">
                  <c:v>1994-06</c:v>
                </c:pt>
                <c:pt idx="138">
                  <c:v>1994-07</c:v>
                </c:pt>
                <c:pt idx="139">
                  <c:v>1994-08</c:v>
                </c:pt>
                <c:pt idx="140">
                  <c:v>1994-09</c:v>
                </c:pt>
                <c:pt idx="141">
                  <c:v>1994-10</c:v>
                </c:pt>
                <c:pt idx="142">
                  <c:v>1994-11</c:v>
                </c:pt>
                <c:pt idx="143">
                  <c:v>1994-12</c:v>
                </c:pt>
                <c:pt idx="144">
                  <c:v>1995-01</c:v>
                </c:pt>
                <c:pt idx="145">
                  <c:v>1995-02</c:v>
                </c:pt>
                <c:pt idx="146">
                  <c:v>1995-03</c:v>
                </c:pt>
                <c:pt idx="147">
                  <c:v>1995-04</c:v>
                </c:pt>
                <c:pt idx="148">
                  <c:v>1995-05</c:v>
                </c:pt>
                <c:pt idx="149">
                  <c:v>1995-06</c:v>
                </c:pt>
                <c:pt idx="150">
                  <c:v>1995-07</c:v>
                </c:pt>
                <c:pt idx="151">
                  <c:v>1995-08</c:v>
                </c:pt>
                <c:pt idx="152">
                  <c:v>1995-09</c:v>
                </c:pt>
                <c:pt idx="153">
                  <c:v>1995-10</c:v>
                </c:pt>
                <c:pt idx="154">
                  <c:v>1995-11</c:v>
                </c:pt>
                <c:pt idx="155">
                  <c:v>1995-12</c:v>
                </c:pt>
                <c:pt idx="156">
                  <c:v>1996-01</c:v>
                </c:pt>
                <c:pt idx="157">
                  <c:v>1996-02</c:v>
                </c:pt>
                <c:pt idx="158">
                  <c:v>1996-03</c:v>
                </c:pt>
                <c:pt idx="159">
                  <c:v>1996-04</c:v>
                </c:pt>
                <c:pt idx="160">
                  <c:v>1996-05</c:v>
                </c:pt>
                <c:pt idx="161">
                  <c:v>1996-06</c:v>
                </c:pt>
                <c:pt idx="162">
                  <c:v>1996-07</c:v>
                </c:pt>
                <c:pt idx="163">
                  <c:v>1996-08</c:v>
                </c:pt>
                <c:pt idx="164">
                  <c:v>1996-09</c:v>
                </c:pt>
                <c:pt idx="165">
                  <c:v>1996-10</c:v>
                </c:pt>
                <c:pt idx="166">
                  <c:v>1996-11</c:v>
                </c:pt>
                <c:pt idx="167">
                  <c:v>1996-12</c:v>
                </c:pt>
                <c:pt idx="168">
                  <c:v>1997-01</c:v>
                </c:pt>
                <c:pt idx="169">
                  <c:v>1997-02</c:v>
                </c:pt>
                <c:pt idx="170">
                  <c:v>1997-03</c:v>
                </c:pt>
                <c:pt idx="171">
                  <c:v>1997-04</c:v>
                </c:pt>
                <c:pt idx="172">
                  <c:v>1997-05</c:v>
                </c:pt>
                <c:pt idx="173">
                  <c:v>1997-06</c:v>
                </c:pt>
                <c:pt idx="174">
                  <c:v>1997-07</c:v>
                </c:pt>
                <c:pt idx="175">
                  <c:v>1997-08</c:v>
                </c:pt>
                <c:pt idx="176">
                  <c:v>1997-09</c:v>
                </c:pt>
                <c:pt idx="177">
                  <c:v>1997-10</c:v>
                </c:pt>
                <c:pt idx="178">
                  <c:v>1997-11</c:v>
                </c:pt>
                <c:pt idx="179">
                  <c:v>1997-12</c:v>
                </c:pt>
                <c:pt idx="180">
                  <c:v>1998-01</c:v>
                </c:pt>
                <c:pt idx="181">
                  <c:v>1998-02</c:v>
                </c:pt>
                <c:pt idx="182">
                  <c:v>1998-03</c:v>
                </c:pt>
                <c:pt idx="183">
                  <c:v>1998-04</c:v>
                </c:pt>
                <c:pt idx="184">
                  <c:v>1998-05</c:v>
                </c:pt>
                <c:pt idx="185">
                  <c:v>1998-06</c:v>
                </c:pt>
                <c:pt idx="186">
                  <c:v>1998-07</c:v>
                </c:pt>
                <c:pt idx="187">
                  <c:v>1998-08</c:v>
                </c:pt>
                <c:pt idx="188">
                  <c:v>1998-09</c:v>
                </c:pt>
                <c:pt idx="189">
                  <c:v>1998-10</c:v>
                </c:pt>
                <c:pt idx="190">
                  <c:v>1998-11</c:v>
                </c:pt>
                <c:pt idx="191">
                  <c:v>1998-12</c:v>
                </c:pt>
                <c:pt idx="192">
                  <c:v>1999-01</c:v>
                </c:pt>
                <c:pt idx="193">
                  <c:v>1999-02</c:v>
                </c:pt>
                <c:pt idx="194">
                  <c:v>1999-03</c:v>
                </c:pt>
                <c:pt idx="195">
                  <c:v>1999-04</c:v>
                </c:pt>
                <c:pt idx="196">
                  <c:v>1999-05</c:v>
                </c:pt>
                <c:pt idx="197">
                  <c:v>1999-06</c:v>
                </c:pt>
                <c:pt idx="198">
                  <c:v>1999-07</c:v>
                </c:pt>
                <c:pt idx="199">
                  <c:v>1999-08</c:v>
                </c:pt>
                <c:pt idx="200">
                  <c:v>1999-09</c:v>
                </c:pt>
                <c:pt idx="201">
                  <c:v>1999-10</c:v>
                </c:pt>
                <c:pt idx="202">
                  <c:v>1999-11</c:v>
                </c:pt>
                <c:pt idx="203">
                  <c:v>1999-12</c:v>
                </c:pt>
                <c:pt idx="204">
                  <c:v>2000-01</c:v>
                </c:pt>
                <c:pt idx="205">
                  <c:v>2000-02</c:v>
                </c:pt>
                <c:pt idx="206">
                  <c:v>2000-03</c:v>
                </c:pt>
                <c:pt idx="207">
                  <c:v>2000-04</c:v>
                </c:pt>
                <c:pt idx="208">
                  <c:v>2000-05</c:v>
                </c:pt>
                <c:pt idx="209">
                  <c:v>2000-06</c:v>
                </c:pt>
                <c:pt idx="210">
                  <c:v>2000-07</c:v>
                </c:pt>
                <c:pt idx="211">
                  <c:v>2000-08</c:v>
                </c:pt>
                <c:pt idx="212">
                  <c:v>2000-09</c:v>
                </c:pt>
                <c:pt idx="213">
                  <c:v>2000-10</c:v>
                </c:pt>
                <c:pt idx="214">
                  <c:v>2000-11</c:v>
                </c:pt>
                <c:pt idx="215">
                  <c:v>2000-12</c:v>
                </c:pt>
                <c:pt idx="216">
                  <c:v>2001-01</c:v>
                </c:pt>
                <c:pt idx="217">
                  <c:v>2001-02</c:v>
                </c:pt>
                <c:pt idx="218">
                  <c:v>2001-03</c:v>
                </c:pt>
                <c:pt idx="219">
                  <c:v>2001-04</c:v>
                </c:pt>
                <c:pt idx="220">
                  <c:v>2001-05</c:v>
                </c:pt>
                <c:pt idx="221">
                  <c:v>2001-06</c:v>
                </c:pt>
                <c:pt idx="222">
                  <c:v>2001-07</c:v>
                </c:pt>
                <c:pt idx="223">
                  <c:v>2001-08</c:v>
                </c:pt>
                <c:pt idx="224">
                  <c:v>2001-09</c:v>
                </c:pt>
                <c:pt idx="225">
                  <c:v>2001-10</c:v>
                </c:pt>
                <c:pt idx="226">
                  <c:v>2001-11</c:v>
                </c:pt>
                <c:pt idx="227">
                  <c:v>2001-12</c:v>
                </c:pt>
                <c:pt idx="228">
                  <c:v>2002-01</c:v>
                </c:pt>
                <c:pt idx="229">
                  <c:v>2002-02</c:v>
                </c:pt>
                <c:pt idx="230">
                  <c:v>2002-03</c:v>
                </c:pt>
                <c:pt idx="231">
                  <c:v>2002-04</c:v>
                </c:pt>
                <c:pt idx="232">
                  <c:v>2002-05</c:v>
                </c:pt>
                <c:pt idx="233">
                  <c:v>2002-06</c:v>
                </c:pt>
                <c:pt idx="234">
                  <c:v>2002-07</c:v>
                </c:pt>
                <c:pt idx="235">
                  <c:v>2002-08</c:v>
                </c:pt>
                <c:pt idx="236">
                  <c:v>2002-09</c:v>
                </c:pt>
                <c:pt idx="237">
                  <c:v>2002-10</c:v>
                </c:pt>
                <c:pt idx="238">
                  <c:v>2002-11</c:v>
                </c:pt>
                <c:pt idx="239">
                  <c:v>2002-12</c:v>
                </c:pt>
                <c:pt idx="240">
                  <c:v>2003-01</c:v>
                </c:pt>
                <c:pt idx="241">
                  <c:v>2003-02</c:v>
                </c:pt>
                <c:pt idx="242">
                  <c:v>2003-03</c:v>
                </c:pt>
                <c:pt idx="243">
                  <c:v>2003-04</c:v>
                </c:pt>
                <c:pt idx="244">
                  <c:v>2003-05</c:v>
                </c:pt>
                <c:pt idx="245">
                  <c:v>2003-06</c:v>
                </c:pt>
                <c:pt idx="246">
                  <c:v>2003-07</c:v>
                </c:pt>
                <c:pt idx="247">
                  <c:v>2003-08</c:v>
                </c:pt>
                <c:pt idx="248">
                  <c:v>2003-09</c:v>
                </c:pt>
                <c:pt idx="249">
                  <c:v>2003-10</c:v>
                </c:pt>
                <c:pt idx="250">
                  <c:v>2003-11</c:v>
                </c:pt>
                <c:pt idx="251">
                  <c:v>2003-12</c:v>
                </c:pt>
                <c:pt idx="252">
                  <c:v>2004-01</c:v>
                </c:pt>
                <c:pt idx="253">
                  <c:v>2004-02</c:v>
                </c:pt>
                <c:pt idx="254">
                  <c:v>2004-03</c:v>
                </c:pt>
                <c:pt idx="255">
                  <c:v>2004-04</c:v>
                </c:pt>
                <c:pt idx="256">
                  <c:v>2004-05</c:v>
                </c:pt>
                <c:pt idx="257">
                  <c:v>2004-06</c:v>
                </c:pt>
                <c:pt idx="258">
                  <c:v>2004-07</c:v>
                </c:pt>
                <c:pt idx="259">
                  <c:v>2004-08</c:v>
                </c:pt>
                <c:pt idx="260">
                  <c:v>2004-09</c:v>
                </c:pt>
                <c:pt idx="261">
                  <c:v>2004-10</c:v>
                </c:pt>
                <c:pt idx="262">
                  <c:v>2004-11</c:v>
                </c:pt>
                <c:pt idx="263">
                  <c:v>2004-12</c:v>
                </c:pt>
                <c:pt idx="264">
                  <c:v>2005-01</c:v>
                </c:pt>
                <c:pt idx="265">
                  <c:v>2005-02</c:v>
                </c:pt>
                <c:pt idx="266">
                  <c:v>2005-03</c:v>
                </c:pt>
                <c:pt idx="267">
                  <c:v>2005-04</c:v>
                </c:pt>
                <c:pt idx="268">
                  <c:v>2005-05</c:v>
                </c:pt>
                <c:pt idx="269">
                  <c:v>2005-06</c:v>
                </c:pt>
                <c:pt idx="270">
                  <c:v>2005-07</c:v>
                </c:pt>
                <c:pt idx="271">
                  <c:v>2005-08</c:v>
                </c:pt>
                <c:pt idx="272">
                  <c:v>2005-09</c:v>
                </c:pt>
                <c:pt idx="273">
                  <c:v>2005-10</c:v>
                </c:pt>
                <c:pt idx="274">
                  <c:v>2005-11</c:v>
                </c:pt>
                <c:pt idx="275">
                  <c:v>2005-12</c:v>
                </c:pt>
                <c:pt idx="276">
                  <c:v>2006-01</c:v>
                </c:pt>
                <c:pt idx="277">
                  <c:v>2006-02</c:v>
                </c:pt>
                <c:pt idx="278">
                  <c:v>2006-03</c:v>
                </c:pt>
                <c:pt idx="279">
                  <c:v>2006-04</c:v>
                </c:pt>
                <c:pt idx="280">
                  <c:v>2006-05</c:v>
                </c:pt>
                <c:pt idx="281">
                  <c:v>2006-06</c:v>
                </c:pt>
                <c:pt idx="282">
                  <c:v>2006-07</c:v>
                </c:pt>
                <c:pt idx="283">
                  <c:v>2006-08</c:v>
                </c:pt>
                <c:pt idx="284">
                  <c:v>2006-09</c:v>
                </c:pt>
                <c:pt idx="285">
                  <c:v>2006-10</c:v>
                </c:pt>
                <c:pt idx="286">
                  <c:v>2006-11</c:v>
                </c:pt>
                <c:pt idx="287">
                  <c:v>2006-12</c:v>
                </c:pt>
                <c:pt idx="288">
                  <c:v>2007-01</c:v>
                </c:pt>
                <c:pt idx="289">
                  <c:v>2007-02</c:v>
                </c:pt>
                <c:pt idx="290">
                  <c:v>2007-03</c:v>
                </c:pt>
                <c:pt idx="291">
                  <c:v>2007-04</c:v>
                </c:pt>
                <c:pt idx="292">
                  <c:v>2007-05</c:v>
                </c:pt>
                <c:pt idx="293">
                  <c:v>2007-06</c:v>
                </c:pt>
                <c:pt idx="294">
                  <c:v>2007-07</c:v>
                </c:pt>
                <c:pt idx="295">
                  <c:v>2007-08</c:v>
                </c:pt>
                <c:pt idx="296">
                  <c:v>2007-09</c:v>
                </c:pt>
                <c:pt idx="297">
                  <c:v>2007-10</c:v>
                </c:pt>
                <c:pt idx="298">
                  <c:v>2007-11</c:v>
                </c:pt>
                <c:pt idx="299">
                  <c:v>2007-12</c:v>
                </c:pt>
                <c:pt idx="300">
                  <c:v>2008-01</c:v>
                </c:pt>
                <c:pt idx="301">
                  <c:v>2008-02</c:v>
                </c:pt>
                <c:pt idx="302">
                  <c:v>2008-03</c:v>
                </c:pt>
                <c:pt idx="303">
                  <c:v>2008-04</c:v>
                </c:pt>
                <c:pt idx="304">
                  <c:v>2008-05</c:v>
                </c:pt>
                <c:pt idx="305">
                  <c:v>2008-06</c:v>
                </c:pt>
                <c:pt idx="306">
                  <c:v>2008-07</c:v>
                </c:pt>
                <c:pt idx="307">
                  <c:v>2008-08</c:v>
                </c:pt>
                <c:pt idx="308">
                  <c:v>2008-09</c:v>
                </c:pt>
                <c:pt idx="309">
                  <c:v>2008-10</c:v>
                </c:pt>
                <c:pt idx="310">
                  <c:v>2008-11</c:v>
                </c:pt>
                <c:pt idx="311">
                  <c:v>2008-12</c:v>
                </c:pt>
                <c:pt idx="312">
                  <c:v>2009-01</c:v>
                </c:pt>
                <c:pt idx="313">
                  <c:v>2009-02</c:v>
                </c:pt>
                <c:pt idx="314">
                  <c:v>2009-03</c:v>
                </c:pt>
                <c:pt idx="315">
                  <c:v>2009-04</c:v>
                </c:pt>
                <c:pt idx="316">
                  <c:v>2009-05</c:v>
                </c:pt>
                <c:pt idx="317">
                  <c:v>2009-06</c:v>
                </c:pt>
                <c:pt idx="318">
                  <c:v>2009-07</c:v>
                </c:pt>
                <c:pt idx="319">
                  <c:v>2009-08</c:v>
                </c:pt>
                <c:pt idx="320">
                  <c:v>2009-09</c:v>
                </c:pt>
                <c:pt idx="321">
                  <c:v>2009-10</c:v>
                </c:pt>
                <c:pt idx="322">
                  <c:v>2009-11</c:v>
                </c:pt>
                <c:pt idx="323">
                  <c:v>2009-12</c:v>
                </c:pt>
                <c:pt idx="324">
                  <c:v>2010-01</c:v>
                </c:pt>
                <c:pt idx="325">
                  <c:v>2010-02</c:v>
                </c:pt>
                <c:pt idx="326">
                  <c:v>2010-03</c:v>
                </c:pt>
                <c:pt idx="327">
                  <c:v>2010-04</c:v>
                </c:pt>
                <c:pt idx="328">
                  <c:v>2010-05</c:v>
                </c:pt>
                <c:pt idx="329">
                  <c:v>2010-06</c:v>
                </c:pt>
                <c:pt idx="330">
                  <c:v>2010-07</c:v>
                </c:pt>
                <c:pt idx="331">
                  <c:v>2010-08</c:v>
                </c:pt>
                <c:pt idx="332">
                  <c:v>2010-09</c:v>
                </c:pt>
                <c:pt idx="333">
                  <c:v>2010-10</c:v>
                </c:pt>
                <c:pt idx="334">
                  <c:v>2010-11</c:v>
                </c:pt>
                <c:pt idx="335">
                  <c:v>2010-12</c:v>
                </c:pt>
                <c:pt idx="336">
                  <c:v>2011-01</c:v>
                </c:pt>
                <c:pt idx="337">
                  <c:v>2011-02</c:v>
                </c:pt>
                <c:pt idx="338">
                  <c:v>2011-03</c:v>
                </c:pt>
                <c:pt idx="339">
                  <c:v>2011-04</c:v>
                </c:pt>
                <c:pt idx="340">
                  <c:v>2011-05</c:v>
                </c:pt>
                <c:pt idx="341">
                  <c:v>2011-06</c:v>
                </c:pt>
                <c:pt idx="342">
                  <c:v>2011-07</c:v>
                </c:pt>
                <c:pt idx="343">
                  <c:v>2011-08</c:v>
                </c:pt>
                <c:pt idx="344">
                  <c:v>2011-09</c:v>
                </c:pt>
                <c:pt idx="345">
                  <c:v>2011-10</c:v>
                </c:pt>
                <c:pt idx="346">
                  <c:v>2011-11</c:v>
                </c:pt>
                <c:pt idx="347">
                  <c:v>2011-12</c:v>
                </c:pt>
                <c:pt idx="348">
                  <c:v>2012-01</c:v>
                </c:pt>
                <c:pt idx="349">
                  <c:v>2012-02</c:v>
                </c:pt>
                <c:pt idx="350">
                  <c:v>2012-03</c:v>
                </c:pt>
                <c:pt idx="351">
                  <c:v>2012-04</c:v>
                </c:pt>
                <c:pt idx="352">
                  <c:v>2012-05</c:v>
                </c:pt>
                <c:pt idx="353">
                  <c:v>2012-06</c:v>
                </c:pt>
                <c:pt idx="354">
                  <c:v>2012-07</c:v>
                </c:pt>
                <c:pt idx="355">
                  <c:v>2012-08</c:v>
                </c:pt>
                <c:pt idx="356">
                  <c:v>2012-09</c:v>
                </c:pt>
                <c:pt idx="357">
                  <c:v>2012-10</c:v>
                </c:pt>
                <c:pt idx="358">
                  <c:v>2012-11</c:v>
                </c:pt>
                <c:pt idx="359">
                  <c:v>2012-12</c:v>
                </c:pt>
                <c:pt idx="360">
                  <c:v>2013-01</c:v>
                </c:pt>
                <c:pt idx="361">
                  <c:v>2013-02</c:v>
                </c:pt>
                <c:pt idx="362">
                  <c:v>2013-03</c:v>
                </c:pt>
                <c:pt idx="363">
                  <c:v>2013-04</c:v>
                </c:pt>
                <c:pt idx="364">
                  <c:v>2013-05</c:v>
                </c:pt>
                <c:pt idx="365">
                  <c:v>2013-06</c:v>
                </c:pt>
                <c:pt idx="366">
                  <c:v>2013-07</c:v>
                </c:pt>
                <c:pt idx="367">
                  <c:v>2013-08</c:v>
                </c:pt>
                <c:pt idx="368">
                  <c:v>2013-09</c:v>
                </c:pt>
                <c:pt idx="369">
                  <c:v>2013-10</c:v>
                </c:pt>
                <c:pt idx="370">
                  <c:v>2013-11</c:v>
                </c:pt>
                <c:pt idx="371">
                  <c:v>2013-12</c:v>
                </c:pt>
                <c:pt idx="372">
                  <c:v>2014-01</c:v>
                </c:pt>
                <c:pt idx="373">
                  <c:v>2014-02</c:v>
                </c:pt>
                <c:pt idx="374">
                  <c:v>2014-03</c:v>
                </c:pt>
                <c:pt idx="375">
                  <c:v>2014-04</c:v>
                </c:pt>
                <c:pt idx="376">
                  <c:v>2014-05</c:v>
                </c:pt>
                <c:pt idx="377">
                  <c:v>2014-06</c:v>
                </c:pt>
                <c:pt idx="378">
                  <c:v>2014-07</c:v>
                </c:pt>
                <c:pt idx="379">
                  <c:v>2014-08</c:v>
                </c:pt>
                <c:pt idx="380">
                  <c:v>2014-09</c:v>
                </c:pt>
                <c:pt idx="381">
                  <c:v>2014-10</c:v>
                </c:pt>
                <c:pt idx="382">
                  <c:v>2014-11</c:v>
                </c:pt>
                <c:pt idx="383">
                  <c:v>2014-12</c:v>
                </c:pt>
                <c:pt idx="384">
                  <c:v>2015-01</c:v>
                </c:pt>
                <c:pt idx="385">
                  <c:v>2015-02</c:v>
                </c:pt>
                <c:pt idx="386">
                  <c:v>2015-03</c:v>
                </c:pt>
                <c:pt idx="387">
                  <c:v>2015-04</c:v>
                </c:pt>
                <c:pt idx="388">
                  <c:v>2015-05</c:v>
                </c:pt>
                <c:pt idx="389">
                  <c:v>2015-06</c:v>
                </c:pt>
                <c:pt idx="390">
                  <c:v>2015-07</c:v>
                </c:pt>
                <c:pt idx="391">
                  <c:v>2015-08</c:v>
                </c:pt>
                <c:pt idx="392">
                  <c:v>2015-09</c:v>
                </c:pt>
                <c:pt idx="393">
                  <c:v>2015-10</c:v>
                </c:pt>
                <c:pt idx="394">
                  <c:v>2015-11</c:v>
                </c:pt>
                <c:pt idx="395">
                  <c:v>2015-12</c:v>
                </c:pt>
                <c:pt idx="396">
                  <c:v>2016-01</c:v>
                </c:pt>
                <c:pt idx="397">
                  <c:v>2016-02</c:v>
                </c:pt>
                <c:pt idx="398">
                  <c:v>2016-03</c:v>
                </c:pt>
                <c:pt idx="399">
                  <c:v>2016-04</c:v>
                </c:pt>
                <c:pt idx="400">
                  <c:v>2016-05</c:v>
                </c:pt>
                <c:pt idx="401">
                  <c:v>2016-06</c:v>
                </c:pt>
                <c:pt idx="402">
                  <c:v>2016-07</c:v>
                </c:pt>
                <c:pt idx="403">
                  <c:v>2016-08</c:v>
                </c:pt>
                <c:pt idx="404">
                  <c:v>2016-09</c:v>
                </c:pt>
                <c:pt idx="405">
                  <c:v>2016-10</c:v>
                </c:pt>
                <c:pt idx="406">
                  <c:v>2016-11</c:v>
                </c:pt>
                <c:pt idx="407">
                  <c:v>2016-12</c:v>
                </c:pt>
                <c:pt idx="408">
                  <c:v>2017-01</c:v>
                </c:pt>
                <c:pt idx="409">
                  <c:v>2017-02</c:v>
                </c:pt>
                <c:pt idx="410">
                  <c:v>2017-03</c:v>
                </c:pt>
                <c:pt idx="411">
                  <c:v>2017-04</c:v>
                </c:pt>
                <c:pt idx="412">
                  <c:v>2017-05</c:v>
                </c:pt>
                <c:pt idx="413">
                  <c:v>2017-06</c:v>
                </c:pt>
                <c:pt idx="414">
                  <c:v>2017-07</c:v>
                </c:pt>
                <c:pt idx="415">
                  <c:v>2017-08</c:v>
                </c:pt>
                <c:pt idx="416">
                  <c:v>2017-09</c:v>
                </c:pt>
                <c:pt idx="417">
                  <c:v>2017-10</c:v>
                </c:pt>
                <c:pt idx="418">
                  <c:v>2017-11</c:v>
                </c:pt>
                <c:pt idx="419">
                  <c:v>2017-12</c:v>
                </c:pt>
                <c:pt idx="420">
                  <c:v>2018-01</c:v>
                </c:pt>
                <c:pt idx="421">
                  <c:v>2018-02</c:v>
                </c:pt>
                <c:pt idx="422">
                  <c:v>2018-03</c:v>
                </c:pt>
                <c:pt idx="423">
                  <c:v>2018-04</c:v>
                </c:pt>
                <c:pt idx="424">
                  <c:v>2018-05</c:v>
                </c:pt>
                <c:pt idx="425">
                  <c:v>2018-06</c:v>
                </c:pt>
                <c:pt idx="426">
                  <c:v>2018-07</c:v>
                </c:pt>
                <c:pt idx="427">
                  <c:v>2018-08</c:v>
                </c:pt>
                <c:pt idx="428">
                  <c:v>2018-09</c:v>
                </c:pt>
                <c:pt idx="429">
                  <c:v>2018-10</c:v>
                </c:pt>
                <c:pt idx="430">
                  <c:v>2018-11</c:v>
                </c:pt>
                <c:pt idx="431">
                  <c:v>2018-12</c:v>
                </c:pt>
                <c:pt idx="432">
                  <c:v>2019-01</c:v>
                </c:pt>
                <c:pt idx="433">
                  <c:v>2019-02</c:v>
                </c:pt>
                <c:pt idx="434">
                  <c:v>2019-03</c:v>
                </c:pt>
                <c:pt idx="435">
                  <c:v>2019-04</c:v>
                </c:pt>
                <c:pt idx="436">
                  <c:v>2019-05</c:v>
                </c:pt>
                <c:pt idx="437">
                  <c:v>2019-06</c:v>
                </c:pt>
                <c:pt idx="438">
                  <c:v>2019-07</c:v>
                </c:pt>
                <c:pt idx="439">
                  <c:v>2019-08</c:v>
                </c:pt>
                <c:pt idx="440">
                  <c:v>2019-09</c:v>
                </c:pt>
                <c:pt idx="441">
                  <c:v>2019-10</c:v>
                </c:pt>
                <c:pt idx="442">
                  <c:v>2019-11</c:v>
                </c:pt>
                <c:pt idx="443">
                  <c:v>2019-12</c:v>
                </c:pt>
                <c:pt idx="444">
                  <c:v>2020-01</c:v>
                </c:pt>
                <c:pt idx="445">
                  <c:v>2020-02</c:v>
                </c:pt>
                <c:pt idx="446">
                  <c:v>2020-03</c:v>
                </c:pt>
                <c:pt idx="447">
                  <c:v>2020-04</c:v>
                </c:pt>
                <c:pt idx="448">
                  <c:v>2020-05</c:v>
                </c:pt>
                <c:pt idx="449">
                  <c:v>2020-06</c:v>
                </c:pt>
                <c:pt idx="450">
                  <c:v>2020-07</c:v>
                </c:pt>
                <c:pt idx="451">
                  <c:v>2020-08</c:v>
                </c:pt>
                <c:pt idx="452">
                  <c:v>2020-09</c:v>
                </c:pt>
                <c:pt idx="453">
                  <c:v>2020-10</c:v>
                </c:pt>
                <c:pt idx="454">
                  <c:v>2020-11</c:v>
                </c:pt>
                <c:pt idx="455">
                  <c:v>2020-12</c:v>
                </c:pt>
                <c:pt idx="456">
                  <c:v>2021-01</c:v>
                </c:pt>
                <c:pt idx="457">
                  <c:v>2021-02</c:v>
                </c:pt>
                <c:pt idx="458">
                  <c:v>2021-03</c:v>
                </c:pt>
                <c:pt idx="459">
                  <c:v>2021-04</c:v>
                </c:pt>
                <c:pt idx="460">
                  <c:v>2021-05</c:v>
                </c:pt>
                <c:pt idx="461">
                  <c:v>2021-06</c:v>
                </c:pt>
                <c:pt idx="462">
                  <c:v>2021-07</c:v>
                </c:pt>
                <c:pt idx="463">
                  <c:v>2021-08</c:v>
                </c:pt>
                <c:pt idx="464">
                  <c:v>2021-09</c:v>
                </c:pt>
                <c:pt idx="465">
                  <c:v>2021-10</c:v>
                </c:pt>
                <c:pt idx="466">
                  <c:v>2021-11</c:v>
                </c:pt>
                <c:pt idx="467">
                  <c:v>2021-12</c:v>
                </c:pt>
                <c:pt idx="468">
                  <c:v>2022-01</c:v>
                </c:pt>
                <c:pt idx="469">
                  <c:v>2022-02</c:v>
                </c:pt>
                <c:pt idx="470">
                  <c:v>2022-03</c:v>
                </c:pt>
                <c:pt idx="471">
                  <c:v>2022-04</c:v>
                </c:pt>
                <c:pt idx="472">
                  <c:v>2022-05</c:v>
                </c:pt>
                <c:pt idx="473">
                  <c:v>2022-06</c:v>
                </c:pt>
                <c:pt idx="474">
                  <c:v>2022-07</c:v>
                </c:pt>
                <c:pt idx="475">
                  <c:v>2022-08</c:v>
                </c:pt>
                <c:pt idx="476">
                  <c:v>2022-09</c:v>
                </c:pt>
                <c:pt idx="477">
                  <c:v>2022-10</c:v>
                </c:pt>
                <c:pt idx="478">
                  <c:v>2022-11</c:v>
                </c:pt>
                <c:pt idx="479">
                  <c:v>2022-12</c:v>
                </c:pt>
                <c:pt idx="480">
                  <c:v>2023-01</c:v>
                </c:pt>
                <c:pt idx="481">
                  <c:v>2023-02</c:v>
                </c:pt>
                <c:pt idx="482">
                  <c:v>2023-03</c:v>
                </c:pt>
                <c:pt idx="483">
                  <c:v>2023-04</c:v>
                </c:pt>
                <c:pt idx="484">
                  <c:v>2023-05</c:v>
                </c:pt>
                <c:pt idx="485">
                  <c:v>2023-06</c:v>
                </c:pt>
                <c:pt idx="486">
                  <c:v>2023-07</c:v>
                </c:pt>
                <c:pt idx="487">
                  <c:v>2023-08</c:v>
                </c:pt>
                <c:pt idx="488">
                  <c:v>2023-09</c:v>
                </c:pt>
                <c:pt idx="489">
                  <c:v>2023-10</c:v>
                </c:pt>
                <c:pt idx="490">
                  <c:v>2023-11</c:v>
                </c:pt>
                <c:pt idx="491">
                  <c:v>2023-12</c:v>
                </c:pt>
                <c:pt idx="492">
                  <c:v>2024-01</c:v>
                </c:pt>
                <c:pt idx="493">
                  <c:v>2024-02</c:v>
                </c:pt>
                <c:pt idx="494">
                  <c:v>2024-03</c:v>
                </c:pt>
                <c:pt idx="495">
                  <c:v>2024-04</c:v>
                </c:pt>
                <c:pt idx="496">
                  <c:v>2024-05</c:v>
                </c:pt>
                <c:pt idx="497">
                  <c:v>2024-06</c:v>
                </c:pt>
                <c:pt idx="498">
                  <c:v>2024-07</c:v>
                </c:pt>
              </c:strCache>
            </c:strRef>
          </c:cat>
          <c:val>
            <c:numRef>
              <c:f>Hoja1!$E$2:$E$500</c:f>
              <c:numCache>
                <c:formatCode>General</c:formatCode>
                <c:ptCount val="499"/>
                <c:pt idx="0">
                  <c:v>7.1</c:v>
                </c:pt>
                <c:pt idx="1">
                  <c:v>6.7</c:v>
                </c:pt>
                <c:pt idx="2">
                  <c:v>6.7</c:v>
                </c:pt>
                <c:pt idx="3">
                  <c:v>7</c:v>
                </c:pt>
                <c:pt idx="4">
                  <c:v>7.2</c:v>
                </c:pt>
                <c:pt idx="5">
                  <c:v>7.4</c:v>
                </c:pt>
                <c:pt idx="6">
                  <c:v>7.5</c:v>
                </c:pt>
                <c:pt idx="7">
                  <c:v>7.6</c:v>
                </c:pt>
                <c:pt idx="8">
                  <c:v>7.7</c:v>
                </c:pt>
                <c:pt idx="9">
                  <c:v>7.8</c:v>
                </c:pt>
                <c:pt idx="10">
                  <c:v>7.9</c:v>
                </c:pt>
                <c:pt idx="11">
                  <c:v>8</c:v>
                </c:pt>
                <c:pt idx="12">
                  <c:v>8.1</c:v>
                </c:pt>
                <c:pt idx="13">
                  <c:v>8.1</c:v>
                </c:pt>
                <c:pt idx="14">
                  <c:v>8.1999999999999993</c:v>
                </c:pt>
                <c:pt idx="15">
                  <c:v>8.3000000000000007</c:v>
                </c:pt>
                <c:pt idx="16">
                  <c:v>8.4</c:v>
                </c:pt>
                <c:pt idx="17">
                  <c:v>8.4</c:v>
                </c:pt>
                <c:pt idx="18">
                  <c:v>8.5</c:v>
                </c:pt>
                <c:pt idx="19">
                  <c:v>8.6</c:v>
                </c:pt>
                <c:pt idx="20">
                  <c:v>8.6</c:v>
                </c:pt>
                <c:pt idx="21">
                  <c:v>8.6999999999999993</c:v>
                </c:pt>
                <c:pt idx="22">
                  <c:v>8.8000000000000007</c:v>
                </c:pt>
                <c:pt idx="23">
                  <c:v>8.8000000000000007</c:v>
                </c:pt>
                <c:pt idx="24">
                  <c:v>8.6999999999999993</c:v>
                </c:pt>
                <c:pt idx="25">
                  <c:v>8.6999999999999993</c:v>
                </c:pt>
                <c:pt idx="26">
                  <c:v>8.6999999999999993</c:v>
                </c:pt>
                <c:pt idx="27">
                  <c:v>8.6999999999999993</c:v>
                </c:pt>
                <c:pt idx="28">
                  <c:v>8.6999999999999993</c:v>
                </c:pt>
                <c:pt idx="29">
                  <c:v>8.6999999999999993</c:v>
                </c:pt>
                <c:pt idx="30">
                  <c:v>8.6999999999999993</c:v>
                </c:pt>
                <c:pt idx="31">
                  <c:v>8.6999999999999993</c:v>
                </c:pt>
                <c:pt idx="32">
                  <c:v>8.6999999999999993</c:v>
                </c:pt>
                <c:pt idx="33">
                  <c:v>8.6999999999999993</c:v>
                </c:pt>
                <c:pt idx="34">
                  <c:v>8.6999999999999993</c:v>
                </c:pt>
                <c:pt idx="35">
                  <c:v>8.6999999999999993</c:v>
                </c:pt>
                <c:pt idx="36">
                  <c:v>8.6</c:v>
                </c:pt>
                <c:pt idx="37">
                  <c:v>8.6</c:v>
                </c:pt>
                <c:pt idx="38">
                  <c:v>8.6</c:v>
                </c:pt>
                <c:pt idx="39">
                  <c:v>8.6999999999999993</c:v>
                </c:pt>
                <c:pt idx="40">
                  <c:v>8.8000000000000007</c:v>
                </c:pt>
                <c:pt idx="41">
                  <c:v>8.8000000000000007</c:v>
                </c:pt>
                <c:pt idx="42">
                  <c:v>8.9</c:v>
                </c:pt>
                <c:pt idx="43">
                  <c:v>8.9</c:v>
                </c:pt>
                <c:pt idx="44">
                  <c:v>9</c:v>
                </c:pt>
                <c:pt idx="45">
                  <c:v>9.1999999999999993</c:v>
                </c:pt>
                <c:pt idx="46">
                  <c:v>9.1999999999999993</c:v>
                </c:pt>
                <c:pt idx="47">
                  <c:v>9.1999999999999993</c:v>
                </c:pt>
                <c:pt idx="48">
                  <c:v>9.3000000000000007</c:v>
                </c:pt>
                <c:pt idx="49">
                  <c:v>9.3000000000000007</c:v>
                </c:pt>
                <c:pt idx="50">
                  <c:v>9.1999999999999993</c:v>
                </c:pt>
                <c:pt idx="51">
                  <c:v>9.1999999999999993</c:v>
                </c:pt>
                <c:pt idx="52">
                  <c:v>9.1999999999999993</c:v>
                </c:pt>
                <c:pt idx="53">
                  <c:v>9.1</c:v>
                </c:pt>
                <c:pt idx="54">
                  <c:v>9.1</c:v>
                </c:pt>
                <c:pt idx="55">
                  <c:v>9.1</c:v>
                </c:pt>
                <c:pt idx="56">
                  <c:v>9.1</c:v>
                </c:pt>
                <c:pt idx="57">
                  <c:v>9.1</c:v>
                </c:pt>
                <c:pt idx="58">
                  <c:v>9.1</c:v>
                </c:pt>
                <c:pt idx="59">
                  <c:v>9</c:v>
                </c:pt>
                <c:pt idx="60">
                  <c:v>9</c:v>
                </c:pt>
                <c:pt idx="61">
                  <c:v>8.9</c:v>
                </c:pt>
                <c:pt idx="62">
                  <c:v>8.8000000000000007</c:v>
                </c:pt>
                <c:pt idx="63">
                  <c:v>8.9</c:v>
                </c:pt>
                <c:pt idx="64">
                  <c:v>8.8000000000000007</c:v>
                </c:pt>
                <c:pt idx="65">
                  <c:v>8.8000000000000007</c:v>
                </c:pt>
                <c:pt idx="66">
                  <c:v>8.8000000000000007</c:v>
                </c:pt>
                <c:pt idx="67">
                  <c:v>8.8000000000000007</c:v>
                </c:pt>
                <c:pt idx="68">
                  <c:v>8.8000000000000007</c:v>
                </c:pt>
                <c:pt idx="69">
                  <c:v>8.9</c:v>
                </c:pt>
                <c:pt idx="70">
                  <c:v>8.8000000000000007</c:v>
                </c:pt>
                <c:pt idx="71">
                  <c:v>8.8000000000000007</c:v>
                </c:pt>
                <c:pt idx="72">
                  <c:v>8.8000000000000007</c:v>
                </c:pt>
                <c:pt idx="73">
                  <c:v>8.6999999999999993</c:v>
                </c:pt>
                <c:pt idx="74">
                  <c:v>8.6999999999999993</c:v>
                </c:pt>
                <c:pt idx="75">
                  <c:v>8.6999999999999993</c:v>
                </c:pt>
                <c:pt idx="76">
                  <c:v>8.6999999999999993</c:v>
                </c:pt>
                <c:pt idx="77">
                  <c:v>8.6999999999999993</c:v>
                </c:pt>
                <c:pt idx="78">
                  <c:v>8.6999999999999993</c:v>
                </c:pt>
                <c:pt idx="79">
                  <c:v>8.6999999999999993</c:v>
                </c:pt>
                <c:pt idx="80">
                  <c:v>8.6999999999999993</c:v>
                </c:pt>
                <c:pt idx="81">
                  <c:v>8.6999999999999993</c:v>
                </c:pt>
                <c:pt idx="82">
                  <c:v>8.6999999999999993</c:v>
                </c:pt>
                <c:pt idx="83">
                  <c:v>8.6</c:v>
                </c:pt>
                <c:pt idx="84">
                  <c:v>8.6</c:v>
                </c:pt>
                <c:pt idx="85">
                  <c:v>8.5</c:v>
                </c:pt>
                <c:pt idx="86">
                  <c:v>8.5</c:v>
                </c:pt>
                <c:pt idx="87">
                  <c:v>8.5</c:v>
                </c:pt>
                <c:pt idx="88">
                  <c:v>8.4</c:v>
                </c:pt>
                <c:pt idx="89">
                  <c:v>8.4</c:v>
                </c:pt>
                <c:pt idx="90">
                  <c:v>8.4</c:v>
                </c:pt>
                <c:pt idx="91">
                  <c:v>8.3000000000000007</c:v>
                </c:pt>
                <c:pt idx="92">
                  <c:v>8.3000000000000007</c:v>
                </c:pt>
                <c:pt idx="93">
                  <c:v>8.3000000000000007</c:v>
                </c:pt>
                <c:pt idx="94">
                  <c:v>8.3000000000000007</c:v>
                </c:pt>
                <c:pt idx="95">
                  <c:v>8.3000000000000007</c:v>
                </c:pt>
                <c:pt idx="96">
                  <c:v>8.3000000000000007</c:v>
                </c:pt>
                <c:pt idx="97">
                  <c:v>8.3000000000000007</c:v>
                </c:pt>
                <c:pt idx="98">
                  <c:v>8.3000000000000007</c:v>
                </c:pt>
                <c:pt idx="99">
                  <c:v>8.4</c:v>
                </c:pt>
                <c:pt idx="100">
                  <c:v>8.5</c:v>
                </c:pt>
                <c:pt idx="101">
                  <c:v>8.5</c:v>
                </c:pt>
                <c:pt idx="102">
                  <c:v>8.6</c:v>
                </c:pt>
                <c:pt idx="103">
                  <c:v>8.6999999999999993</c:v>
                </c:pt>
                <c:pt idx="104">
                  <c:v>8.8000000000000007</c:v>
                </c:pt>
                <c:pt idx="105">
                  <c:v>8.9</c:v>
                </c:pt>
                <c:pt idx="106">
                  <c:v>9</c:v>
                </c:pt>
                <c:pt idx="107">
                  <c:v>9.1</c:v>
                </c:pt>
                <c:pt idx="108">
                  <c:v>9.1</c:v>
                </c:pt>
                <c:pt idx="109">
                  <c:v>9.1999999999999993</c:v>
                </c:pt>
                <c:pt idx="110">
                  <c:v>9.3000000000000007</c:v>
                </c:pt>
                <c:pt idx="111">
                  <c:v>9.3000000000000007</c:v>
                </c:pt>
                <c:pt idx="112">
                  <c:v>9.4</c:v>
                </c:pt>
                <c:pt idx="113">
                  <c:v>9.4</c:v>
                </c:pt>
                <c:pt idx="114">
                  <c:v>9.4</c:v>
                </c:pt>
                <c:pt idx="115">
                  <c:v>9.5</c:v>
                </c:pt>
                <c:pt idx="116">
                  <c:v>9.6</c:v>
                </c:pt>
                <c:pt idx="117">
                  <c:v>9.6</c:v>
                </c:pt>
                <c:pt idx="118">
                  <c:v>9.6999999999999993</c:v>
                </c:pt>
                <c:pt idx="119">
                  <c:v>9.8000000000000007</c:v>
                </c:pt>
                <c:pt idx="120">
                  <c:v>9.8000000000000007</c:v>
                </c:pt>
                <c:pt idx="121">
                  <c:v>9.9</c:v>
                </c:pt>
                <c:pt idx="122">
                  <c:v>9.9</c:v>
                </c:pt>
                <c:pt idx="123">
                  <c:v>10.1</c:v>
                </c:pt>
                <c:pt idx="124">
                  <c:v>10.1</c:v>
                </c:pt>
                <c:pt idx="125">
                  <c:v>10.199999999999999</c:v>
                </c:pt>
                <c:pt idx="126">
                  <c:v>10.3</c:v>
                </c:pt>
                <c:pt idx="127">
                  <c:v>10.4</c:v>
                </c:pt>
                <c:pt idx="128">
                  <c:v>10.5</c:v>
                </c:pt>
                <c:pt idx="129">
                  <c:v>10.6</c:v>
                </c:pt>
                <c:pt idx="130">
                  <c:v>10.7</c:v>
                </c:pt>
                <c:pt idx="131">
                  <c:v>10.7</c:v>
                </c:pt>
                <c:pt idx="132">
                  <c:v>10.8</c:v>
                </c:pt>
                <c:pt idx="133">
                  <c:v>10.8</c:v>
                </c:pt>
                <c:pt idx="134">
                  <c:v>10.8</c:v>
                </c:pt>
                <c:pt idx="135">
                  <c:v>10.8</c:v>
                </c:pt>
                <c:pt idx="136">
                  <c:v>10.8</c:v>
                </c:pt>
                <c:pt idx="137">
                  <c:v>10.7</c:v>
                </c:pt>
                <c:pt idx="138">
                  <c:v>10.7</c:v>
                </c:pt>
                <c:pt idx="139">
                  <c:v>10.6</c:v>
                </c:pt>
                <c:pt idx="140">
                  <c:v>10.6</c:v>
                </c:pt>
                <c:pt idx="141">
                  <c:v>10.5</c:v>
                </c:pt>
                <c:pt idx="142">
                  <c:v>10.5</c:v>
                </c:pt>
                <c:pt idx="143">
                  <c:v>10.4</c:v>
                </c:pt>
                <c:pt idx="144">
                  <c:v>10.4</c:v>
                </c:pt>
                <c:pt idx="145">
                  <c:v>10.3</c:v>
                </c:pt>
                <c:pt idx="146">
                  <c:v>10.3</c:v>
                </c:pt>
                <c:pt idx="147">
                  <c:v>10.4</c:v>
                </c:pt>
                <c:pt idx="148">
                  <c:v>10.4</c:v>
                </c:pt>
                <c:pt idx="149">
                  <c:v>10.5</c:v>
                </c:pt>
                <c:pt idx="150">
                  <c:v>10.5</c:v>
                </c:pt>
                <c:pt idx="151">
                  <c:v>10.6</c:v>
                </c:pt>
                <c:pt idx="152">
                  <c:v>10.6</c:v>
                </c:pt>
                <c:pt idx="153">
                  <c:v>10.7</c:v>
                </c:pt>
                <c:pt idx="154">
                  <c:v>10.7</c:v>
                </c:pt>
                <c:pt idx="155">
                  <c:v>10.7</c:v>
                </c:pt>
                <c:pt idx="156">
                  <c:v>10.7</c:v>
                </c:pt>
                <c:pt idx="157">
                  <c:v>10.7</c:v>
                </c:pt>
                <c:pt idx="158">
                  <c:v>10.7</c:v>
                </c:pt>
                <c:pt idx="159">
                  <c:v>10.9</c:v>
                </c:pt>
                <c:pt idx="160">
                  <c:v>10.9</c:v>
                </c:pt>
                <c:pt idx="161">
                  <c:v>10.9</c:v>
                </c:pt>
                <c:pt idx="162">
                  <c:v>10.9</c:v>
                </c:pt>
                <c:pt idx="163">
                  <c:v>10.9</c:v>
                </c:pt>
                <c:pt idx="164">
                  <c:v>10.9</c:v>
                </c:pt>
                <c:pt idx="165">
                  <c:v>10.8</c:v>
                </c:pt>
                <c:pt idx="166">
                  <c:v>10.8</c:v>
                </c:pt>
                <c:pt idx="167">
                  <c:v>10.9</c:v>
                </c:pt>
                <c:pt idx="168">
                  <c:v>10.9</c:v>
                </c:pt>
                <c:pt idx="169">
                  <c:v>10.9</c:v>
                </c:pt>
                <c:pt idx="170">
                  <c:v>10.9</c:v>
                </c:pt>
                <c:pt idx="171">
                  <c:v>11</c:v>
                </c:pt>
                <c:pt idx="172">
                  <c:v>10.9</c:v>
                </c:pt>
                <c:pt idx="173">
                  <c:v>10.9</c:v>
                </c:pt>
                <c:pt idx="174">
                  <c:v>10.9</c:v>
                </c:pt>
                <c:pt idx="175">
                  <c:v>10.9</c:v>
                </c:pt>
                <c:pt idx="176">
                  <c:v>10.9</c:v>
                </c:pt>
                <c:pt idx="177">
                  <c:v>10.9</c:v>
                </c:pt>
                <c:pt idx="178">
                  <c:v>10.8</c:v>
                </c:pt>
                <c:pt idx="179">
                  <c:v>10.8</c:v>
                </c:pt>
                <c:pt idx="180">
                  <c:v>10.8</c:v>
                </c:pt>
                <c:pt idx="181">
                  <c:v>10.7</c:v>
                </c:pt>
                <c:pt idx="182">
                  <c:v>10.7</c:v>
                </c:pt>
                <c:pt idx="183">
                  <c:v>10.7</c:v>
                </c:pt>
                <c:pt idx="184">
                  <c:v>10.7</c:v>
                </c:pt>
                <c:pt idx="185">
                  <c:v>10.7</c:v>
                </c:pt>
                <c:pt idx="186">
                  <c:v>10.7</c:v>
                </c:pt>
                <c:pt idx="187">
                  <c:v>10.6</c:v>
                </c:pt>
                <c:pt idx="188">
                  <c:v>10.6</c:v>
                </c:pt>
                <c:pt idx="189">
                  <c:v>10.7</c:v>
                </c:pt>
                <c:pt idx="190">
                  <c:v>10.7</c:v>
                </c:pt>
                <c:pt idx="191">
                  <c:v>10.7</c:v>
                </c:pt>
                <c:pt idx="192">
                  <c:v>10.7</c:v>
                </c:pt>
                <c:pt idx="193">
                  <c:v>10.8</c:v>
                </c:pt>
                <c:pt idx="194">
                  <c:v>10.7</c:v>
                </c:pt>
                <c:pt idx="195">
                  <c:v>10.8</c:v>
                </c:pt>
                <c:pt idx="196">
                  <c:v>10.7</c:v>
                </c:pt>
                <c:pt idx="197">
                  <c:v>10.6</c:v>
                </c:pt>
                <c:pt idx="198">
                  <c:v>10.5</c:v>
                </c:pt>
                <c:pt idx="199">
                  <c:v>10.4</c:v>
                </c:pt>
                <c:pt idx="200">
                  <c:v>10.199999999999999</c:v>
                </c:pt>
                <c:pt idx="201">
                  <c:v>10.1</c:v>
                </c:pt>
                <c:pt idx="202">
                  <c:v>10</c:v>
                </c:pt>
                <c:pt idx="203">
                  <c:v>9.8000000000000007</c:v>
                </c:pt>
                <c:pt idx="204">
                  <c:v>9.8000000000000007</c:v>
                </c:pt>
                <c:pt idx="205">
                  <c:v>9.6</c:v>
                </c:pt>
                <c:pt idx="206">
                  <c:v>9.5</c:v>
                </c:pt>
                <c:pt idx="207">
                  <c:v>9.4</c:v>
                </c:pt>
                <c:pt idx="208">
                  <c:v>9.3000000000000007</c:v>
                </c:pt>
                <c:pt idx="209">
                  <c:v>9.1999999999999993</c:v>
                </c:pt>
                <c:pt idx="210">
                  <c:v>9.1</c:v>
                </c:pt>
                <c:pt idx="211">
                  <c:v>9</c:v>
                </c:pt>
                <c:pt idx="212">
                  <c:v>8.9</c:v>
                </c:pt>
                <c:pt idx="213">
                  <c:v>8.8000000000000007</c:v>
                </c:pt>
                <c:pt idx="214">
                  <c:v>8.8000000000000007</c:v>
                </c:pt>
                <c:pt idx="215">
                  <c:v>8.6999999999999993</c:v>
                </c:pt>
                <c:pt idx="216">
                  <c:v>8.6</c:v>
                </c:pt>
                <c:pt idx="217">
                  <c:v>8.6</c:v>
                </c:pt>
                <c:pt idx="218">
                  <c:v>8.5</c:v>
                </c:pt>
                <c:pt idx="219">
                  <c:v>8.5</c:v>
                </c:pt>
                <c:pt idx="220">
                  <c:v>8.5</c:v>
                </c:pt>
                <c:pt idx="221">
                  <c:v>8.5</c:v>
                </c:pt>
                <c:pt idx="222">
                  <c:v>8.4</c:v>
                </c:pt>
                <c:pt idx="223">
                  <c:v>8.4</c:v>
                </c:pt>
                <c:pt idx="224">
                  <c:v>8.4</c:v>
                </c:pt>
                <c:pt idx="225">
                  <c:v>8.4</c:v>
                </c:pt>
                <c:pt idx="226">
                  <c:v>8.4</c:v>
                </c:pt>
                <c:pt idx="227">
                  <c:v>8.3000000000000007</c:v>
                </c:pt>
                <c:pt idx="228">
                  <c:v>8.1999999999999993</c:v>
                </c:pt>
                <c:pt idx="229">
                  <c:v>8.1999999999999993</c:v>
                </c:pt>
                <c:pt idx="230">
                  <c:v>8.1999999999999993</c:v>
                </c:pt>
                <c:pt idx="231">
                  <c:v>8.1999999999999993</c:v>
                </c:pt>
                <c:pt idx="232">
                  <c:v>8.1999999999999993</c:v>
                </c:pt>
                <c:pt idx="233">
                  <c:v>8.1999999999999993</c:v>
                </c:pt>
                <c:pt idx="234">
                  <c:v>8.3000000000000007</c:v>
                </c:pt>
                <c:pt idx="235">
                  <c:v>8.3000000000000007</c:v>
                </c:pt>
                <c:pt idx="236">
                  <c:v>8.3000000000000007</c:v>
                </c:pt>
                <c:pt idx="237">
                  <c:v>8.3000000000000007</c:v>
                </c:pt>
                <c:pt idx="238">
                  <c:v>8.4</c:v>
                </c:pt>
                <c:pt idx="239">
                  <c:v>8.5</c:v>
                </c:pt>
                <c:pt idx="240">
                  <c:v>8.1999999999999993</c:v>
                </c:pt>
                <c:pt idx="241">
                  <c:v>8.3000000000000007</c:v>
                </c:pt>
                <c:pt idx="242">
                  <c:v>8.4</c:v>
                </c:pt>
                <c:pt idx="243">
                  <c:v>8.5</c:v>
                </c:pt>
                <c:pt idx="244">
                  <c:v>8.5</c:v>
                </c:pt>
                <c:pt idx="245">
                  <c:v>8.5</c:v>
                </c:pt>
                <c:pt idx="246">
                  <c:v>8.5</c:v>
                </c:pt>
                <c:pt idx="247">
                  <c:v>8.3000000000000007</c:v>
                </c:pt>
                <c:pt idx="248">
                  <c:v>8.5</c:v>
                </c:pt>
                <c:pt idx="249">
                  <c:v>8.6999999999999993</c:v>
                </c:pt>
                <c:pt idx="250">
                  <c:v>8.8000000000000007</c:v>
                </c:pt>
                <c:pt idx="251">
                  <c:v>9</c:v>
                </c:pt>
                <c:pt idx="252">
                  <c:v>8.9</c:v>
                </c:pt>
                <c:pt idx="253">
                  <c:v>8.9</c:v>
                </c:pt>
                <c:pt idx="254">
                  <c:v>8.9</c:v>
                </c:pt>
                <c:pt idx="255">
                  <c:v>8.8000000000000007</c:v>
                </c:pt>
                <c:pt idx="256">
                  <c:v>8.8000000000000007</c:v>
                </c:pt>
                <c:pt idx="257">
                  <c:v>8.8000000000000007</c:v>
                </c:pt>
                <c:pt idx="258">
                  <c:v>8.8000000000000007</c:v>
                </c:pt>
                <c:pt idx="259">
                  <c:v>8.9</c:v>
                </c:pt>
                <c:pt idx="260">
                  <c:v>8.9</c:v>
                </c:pt>
                <c:pt idx="261">
                  <c:v>9</c:v>
                </c:pt>
                <c:pt idx="262">
                  <c:v>9</c:v>
                </c:pt>
                <c:pt idx="263">
                  <c:v>8.9</c:v>
                </c:pt>
                <c:pt idx="264">
                  <c:v>8.6999999999999993</c:v>
                </c:pt>
                <c:pt idx="265">
                  <c:v>8.6</c:v>
                </c:pt>
                <c:pt idx="266">
                  <c:v>8.6</c:v>
                </c:pt>
                <c:pt idx="267">
                  <c:v>8.6999999999999993</c:v>
                </c:pt>
                <c:pt idx="268">
                  <c:v>8.8000000000000007</c:v>
                </c:pt>
                <c:pt idx="269">
                  <c:v>8.9</c:v>
                </c:pt>
                <c:pt idx="270">
                  <c:v>8.9</c:v>
                </c:pt>
                <c:pt idx="271">
                  <c:v>9</c:v>
                </c:pt>
                <c:pt idx="272">
                  <c:v>9.1</c:v>
                </c:pt>
                <c:pt idx="273">
                  <c:v>9.1</c:v>
                </c:pt>
                <c:pt idx="274">
                  <c:v>9.1</c:v>
                </c:pt>
                <c:pt idx="275">
                  <c:v>9.1</c:v>
                </c:pt>
                <c:pt idx="276">
                  <c:v>9.1999999999999993</c:v>
                </c:pt>
                <c:pt idx="277">
                  <c:v>9.1999999999999993</c:v>
                </c:pt>
                <c:pt idx="278">
                  <c:v>9.1</c:v>
                </c:pt>
                <c:pt idx="279">
                  <c:v>9</c:v>
                </c:pt>
                <c:pt idx="280">
                  <c:v>8.9</c:v>
                </c:pt>
                <c:pt idx="281">
                  <c:v>8.9</c:v>
                </c:pt>
                <c:pt idx="282">
                  <c:v>9</c:v>
                </c:pt>
                <c:pt idx="283">
                  <c:v>9</c:v>
                </c:pt>
                <c:pt idx="284">
                  <c:v>8.8000000000000007</c:v>
                </c:pt>
                <c:pt idx="285">
                  <c:v>8.5</c:v>
                </c:pt>
                <c:pt idx="286">
                  <c:v>8.4</c:v>
                </c:pt>
                <c:pt idx="287">
                  <c:v>8.3000000000000007</c:v>
                </c:pt>
                <c:pt idx="288">
                  <c:v>8.5</c:v>
                </c:pt>
                <c:pt idx="289">
                  <c:v>8.5</c:v>
                </c:pt>
                <c:pt idx="290">
                  <c:v>8.4</c:v>
                </c:pt>
                <c:pt idx="291">
                  <c:v>8.1999999999999993</c:v>
                </c:pt>
                <c:pt idx="292">
                  <c:v>8.1</c:v>
                </c:pt>
                <c:pt idx="293">
                  <c:v>8</c:v>
                </c:pt>
                <c:pt idx="294">
                  <c:v>8.1</c:v>
                </c:pt>
                <c:pt idx="295">
                  <c:v>8</c:v>
                </c:pt>
                <c:pt idx="296">
                  <c:v>7.9</c:v>
                </c:pt>
                <c:pt idx="297">
                  <c:v>7.7</c:v>
                </c:pt>
                <c:pt idx="298">
                  <c:v>7.5</c:v>
                </c:pt>
                <c:pt idx="299">
                  <c:v>7.3</c:v>
                </c:pt>
                <c:pt idx="300">
                  <c:v>7.2</c:v>
                </c:pt>
                <c:pt idx="301">
                  <c:v>7.1</c:v>
                </c:pt>
                <c:pt idx="302">
                  <c:v>7.1</c:v>
                </c:pt>
                <c:pt idx="303">
                  <c:v>7.3</c:v>
                </c:pt>
                <c:pt idx="304">
                  <c:v>7.3</c:v>
                </c:pt>
                <c:pt idx="305">
                  <c:v>7.4</c:v>
                </c:pt>
                <c:pt idx="306">
                  <c:v>7.5</c:v>
                </c:pt>
                <c:pt idx="307">
                  <c:v>7.5</c:v>
                </c:pt>
                <c:pt idx="308">
                  <c:v>7.5</c:v>
                </c:pt>
                <c:pt idx="309">
                  <c:v>7.6</c:v>
                </c:pt>
                <c:pt idx="310">
                  <c:v>7.8</c:v>
                </c:pt>
                <c:pt idx="311">
                  <c:v>8</c:v>
                </c:pt>
                <c:pt idx="312">
                  <c:v>8.3000000000000007</c:v>
                </c:pt>
                <c:pt idx="313">
                  <c:v>8.6</c:v>
                </c:pt>
                <c:pt idx="314">
                  <c:v>8.9</c:v>
                </c:pt>
                <c:pt idx="315">
                  <c:v>9.1</c:v>
                </c:pt>
                <c:pt idx="316">
                  <c:v>9.1999999999999993</c:v>
                </c:pt>
                <c:pt idx="317">
                  <c:v>9.1</c:v>
                </c:pt>
                <c:pt idx="318">
                  <c:v>9.1</c:v>
                </c:pt>
                <c:pt idx="319">
                  <c:v>9.1999999999999993</c:v>
                </c:pt>
                <c:pt idx="320">
                  <c:v>9.3000000000000007</c:v>
                </c:pt>
                <c:pt idx="321">
                  <c:v>9.5</c:v>
                </c:pt>
                <c:pt idx="322">
                  <c:v>9.6</c:v>
                </c:pt>
                <c:pt idx="323">
                  <c:v>9.5</c:v>
                </c:pt>
                <c:pt idx="324">
                  <c:v>9.5</c:v>
                </c:pt>
                <c:pt idx="325">
                  <c:v>9.4</c:v>
                </c:pt>
                <c:pt idx="326">
                  <c:v>9.3000000000000007</c:v>
                </c:pt>
                <c:pt idx="327">
                  <c:v>9.3000000000000007</c:v>
                </c:pt>
                <c:pt idx="328">
                  <c:v>9.3000000000000007</c:v>
                </c:pt>
                <c:pt idx="329">
                  <c:v>9.1999999999999993</c:v>
                </c:pt>
                <c:pt idx="330">
                  <c:v>9.1999999999999993</c:v>
                </c:pt>
                <c:pt idx="331">
                  <c:v>9.1999999999999993</c:v>
                </c:pt>
                <c:pt idx="332">
                  <c:v>9.1999999999999993</c:v>
                </c:pt>
                <c:pt idx="333">
                  <c:v>9.1999999999999993</c:v>
                </c:pt>
                <c:pt idx="334">
                  <c:v>9.1999999999999993</c:v>
                </c:pt>
                <c:pt idx="335">
                  <c:v>9.1999999999999993</c:v>
                </c:pt>
                <c:pt idx="336">
                  <c:v>9.1999999999999993</c:v>
                </c:pt>
                <c:pt idx="337">
                  <c:v>9.1999999999999993</c:v>
                </c:pt>
                <c:pt idx="338">
                  <c:v>9.1</c:v>
                </c:pt>
                <c:pt idx="339">
                  <c:v>9.1</c:v>
                </c:pt>
                <c:pt idx="340">
                  <c:v>9.1</c:v>
                </c:pt>
                <c:pt idx="341">
                  <c:v>9.1</c:v>
                </c:pt>
                <c:pt idx="342">
                  <c:v>9.1999999999999993</c:v>
                </c:pt>
                <c:pt idx="343">
                  <c:v>9.1999999999999993</c:v>
                </c:pt>
                <c:pt idx="344">
                  <c:v>9.1999999999999993</c:v>
                </c:pt>
                <c:pt idx="345">
                  <c:v>9.3000000000000007</c:v>
                </c:pt>
                <c:pt idx="346">
                  <c:v>9.4</c:v>
                </c:pt>
                <c:pt idx="347">
                  <c:v>9.4</c:v>
                </c:pt>
                <c:pt idx="348">
                  <c:v>9.4</c:v>
                </c:pt>
                <c:pt idx="349">
                  <c:v>9.5</c:v>
                </c:pt>
                <c:pt idx="350">
                  <c:v>9.5</c:v>
                </c:pt>
                <c:pt idx="351">
                  <c:v>9.6</c:v>
                </c:pt>
                <c:pt idx="352">
                  <c:v>9.6999999999999993</c:v>
                </c:pt>
                <c:pt idx="353">
                  <c:v>9.6999999999999993</c:v>
                </c:pt>
                <c:pt idx="354">
                  <c:v>9.6999999999999993</c:v>
                </c:pt>
                <c:pt idx="355">
                  <c:v>9.6999999999999993</c:v>
                </c:pt>
                <c:pt idx="356">
                  <c:v>9.8000000000000007</c:v>
                </c:pt>
                <c:pt idx="357">
                  <c:v>10.1</c:v>
                </c:pt>
                <c:pt idx="358">
                  <c:v>10.199999999999999</c:v>
                </c:pt>
                <c:pt idx="359">
                  <c:v>10.3</c:v>
                </c:pt>
                <c:pt idx="360">
                  <c:v>10.4</c:v>
                </c:pt>
                <c:pt idx="361">
                  <c:v>10.4</c:v>
                </c:pt>
                <c:pt idx="362">
                  <c:v>10.4</c:v>
                </c:pt>
                <c:pt idx="363">
                  <c:v>10.5</c:v>
                </c:pt>
                <c:pt idx="364">
                  <c:v>10.4</c:v>
                </c:pt>
                <c:pt idx="365">
                  <c:v>10.4</c:v>
                </c:pt>
                <c:pt idx="366">
                  <c:v>10.3</c:v>
                </c:pt>
                <c:pt idx="367">
                  <c:v>10.1</c:v>
                </c:pt>
                <c:pt idx="368">
                  <c:v>10.3</c:v>
                </c:pt>
                <c:pt idx="369">
                  <c:v>10.1</c:v>
                </c:pt>
                <c:pt idx="370">
                  <c:v>10.199999999999999</c:v>
                </c:pt>
                <c:pt idx="371">
                  <c:v>10.199999999999999</c:v>
                </c:pt>
                <c:pt idx="372">
                  <c:v>10.199999999999999</c:v>
                </c:pt>
                <c:pt idx="373">
                  <c:v>10.199999999999999</c:v>
                </c:pt>
                <c:pt idx="374">
                  <c:v>10.199999999999999</c:v>
                </c:pt>
                <c:pt idx="375">
                  <c:v>10.1</c:v>
                </c:pt>
                <c:pt idx="376">
                  <c:v>10.1</c:v>
                </c:pt>
                <c:pt idx="377">
                  <c:v>10.199999999999999</c:v>
                </c:pt>
                <c:pt idx="378">
                  <c:v>10.199999999999999</c:v>
                </c:pt>
                <c:pt idx="379">
                  <c:v>10.199999999999999</c:v>
                </c:pt>
                <c:pt idx="380">
                  <c:v>10.4</c:v>
                </c:pt>
                <c:pt idx="381">
                  <c:v>10.4</c:v>
                </c:pt>
                <c:pt idx="382">
                  <c:v>10.5</c:v>
                </c:pt>
                <c:pt idx="383">
                  <c:v>10.5</c:v>
                </c:pt>
                <c:pt idx="384">
                  <c:v>10.4</c:v>
                </c:pt>
                <c:pt idx="385">
                  <c:v>10.3</c:v>
                </c:pt>
                <c:pt idx="386">
                  <c:v>10.4</c:v>
                </c:pt>
                <c:pt idx="387">
                  <c:v>10.4</c:v>
                </c:pt>
                <c:pt idx="388">
                  <c:v>10.5</c:v>
                </c:pt>
                <c:pt idx="389">
                  <c:v>10.4</c:v>
                </c:pt>
                <c:pt idx="390">
                  <c:v>10.3</c:v>
                </c:pt>
                <c:pt idx="391">
                  <c:v>10.3</c:v>
                </c:pt>
                <c:pt idx="392">
                  <c:v>10.3</c:v>
                </c:pt>
                <c:pt idx="393">
                  <c:v>10.3</c:v>
                </c:pt>
                <c:pt idx="394">
                  <c:v>10.3</c:v>
                </c:pt>
                <c:pt idx="395">
                  <c:v>10.199999999999999</c:v>
                </c:pt>
                <c:pt idx="396">
                  <c:v>10.3</c:v>
                </c:pt>
                <c:pt idx="397">
                  <c:v>10.4</c:v>
                </c:pt>
                <c:pt idx="398">
                  <c:v>10.199999999999999</c:v>
                </c:pt>
                <c:pt idx="399">
                  <c:v>10.1</c:v>
                </c:pt>
                <c:pt idx="400">
                  <c:v>10</c:v>
                </c:pt>
                <c:pt idx="401">
                  <c:v>10</c:v>
                </c:pt>
                <c:pt idx="402">
                  <c:v>9.8000000000000007</c:v>
                </c:pt>
                <c:pt idx="403">
                  <c:v>9.9</c:v>
                </c:pt>
                <c:pt idx="404">
                  <c:v>9.9</c:v>
                </c:pt>
                <c:pt idx="405">
                  <c:v>10.1</c:v>
                </c:pt>
                <c:pt idx="406">
                  <c:v>10.1</c:v>
                </c:pt>
                <c:pt idx="407">
                  <c:v>10</c:v>
                </c:pt>
                <c:pt idx="408">
                  <c:v>9.6999999999999993</c:v>
                </c:pt>
                <c:pt idx="409">
                  <c:v>9.6</c:v>
                </c:pt>
                <c:pt idx="410">
                  <c:v>9.6</c:v>
                </c:pt>
                <c:pt idx="411">
                  <c:v>9.5</c:v>
                </c:pt>
                <c:pt idx="412">
                  <c:v>9.6</c:v>
                </c:pt>
                <c:pt idx="413">
                  <c:v>9.5</c:v>
                </c:pt>
                <c:pt idx="414">
                  <c:v>9.6</c:v>
                </c:pt>
                <c:pt idx="415">
                  <c:v>9.5</c:v>
                </c:pt>
                <c:pt idx="416">
                  <c:v>9.3000000000000007</c:v>
                </c:pt>
                <c:pt idx="417">
                  <c:v>9.1</c:v>
                </c:pt>
                <c:pt idx="418">
                  <c:v>9</c:v>
                </c:pt>
                <c:pt idx="419">
                  <c:v>9</c:v>
                </c:pt>
                <c:pt idx="420">
                  <c:v>9.1999999999999993</c:v>
                </c:pt>
                <c:pt idx="421">
                  <c:v>9.3000000000000007</c:v>
                </c:pt>
                <c:pt idx="422">
                  <c:v>9.3000000000000007</c:v>
                </c:pt>
                <c:pt idx="423">
                  <c:v>9.1999999999999993</c:v>
                </c:pt>
                <c:pt idx="424">
                  <c:v>9.1999999999999993</c:v>
                </c:pt>
                <c:pt idx="425">
                  <c:v>9.1</c:v>
                </c:pt>
                <c:pt idx="426">
                  <c:v>9</c:v>
                </c:pt>
                <c:pt idx="427">
                  <c:v>8.9</c:v>
                </c:pt>
                <c:pt idx="428">
                  <c:v>8.8000000000000007</c:v>
                </c:pt>
                <c:pt idx="429">
                  <c:v>8.8000000000000007</c:v>
                </c:pt>
                <c:pt idx="430">
                  <c:v>8.6999999999999993</c:v>
                </c:pt>
                <c:pt idx="431">
                  <c:v>8.8000000000000007</c:v>
                </c:pt>
                <c:pt idx="432">
                  <c:v>8.8000000000000007</c:v>
                </c:pt>
                <c:pt idx="433">
                  <c:v>8.6999999999999993</c:v>
                </c:pt>
                <c:pt idx="434">
                  <c:v>8.6999999999999993</c:v>
                </c:pt>
                <c:pt idx="435">
                  <c:v>8.6</c:v>
                </c:pt>
                <c:pt idx="436">
                  <c:v>8.5</c:v>
                </c:pt>
                <c:pt idx="437">
                  <c:v>8.5</c:v>
                </c:pt>
                <c:pt idx="438">
                  <c:v>8.4</c:v>
                </c:pt>
                <c:pt idx="439">
                  <c:v>8.1999999999999993</c:v>
                </c:pt>
                <c:pt idx="440">
                  <c:v>8.1</c:v>
                </c:pt>
                <c:pt idx="441">
                  <c:v>8.1999999999999993</c:v>
                </c:pt>
                <c:pt idx="442">
                  <c:v>8.1999999999999993</c:v>
                </c:pt>
                <c:pt idx="443">
                  <c:v>8.1999999999999993</c:v>
                </c:pt>
                <c:pt idx="444">
                  <c:v>8.1999999999999993</c:v>
                </c:pt>
                <c:pt idx="445">
                  <c:v>7.8</c:v>
                </c:pt>
                <c:pt idx="446">
                  <c:v>7.6</c:v>
                </c:pt>
                <c:pt idx="447">
                  <c:v>7.6</c:v>
                </c:pt>
                <c:pt idx="448">
                  <c:v>7.1</c:v>
                </c:pt>
                <c:pt idx="449">
                  <c:v>7.4</c:v>
                </c:pt>
                <c:pt idx="450">
                  <c:v>8.6</c:v>
                </c:pt>
                <c:pt idx="451">
                  <c:v>9</c:v>
                </c:pt>
                <c:pt idx="452">
                  <c:v>8.9</c:v>
                </c:pt>
                <c:pt idx="453">
                  <c:v>8.1999999999999993</c:v>
                </c:pt>
                <c:pt idx="454">
                  <c:v>8</c:v>
                </c:pt>
                <c:pt idx="455">
                  <c:v>7.9</c:v>
                </c:pt>
                <c:pt idx="456">
                  <c:v>8</c:v>
                </c:pt>
                <c:pt idx="457">
                  <c:v>8.1999999999999993</c:v>
                </c:pt>
                <c:pt idx="458">
                  <c:v>8.1999999999999993</c:v>
                </c:pt>
                <c:pt idx="459">
                  <c:v>8.3000000000000007</c:v>
                </c:pt>
                <c:pt idx="460">
                  <c:v>8.1</c:v>
                </c:pt>
                <c:pt idx="461">
                  <c:v>8</c:v>
                </c:pt>
                <c:pt idx="462">
                  <c:v>7.9</c:v>
                </c:pt>
                <c:pt idx="463">
                  <c:v>7.8</c:v>
                </c:pt>
                <c:pt idx="464">
                  <c:v>7.7</c:v>
                </c:pt>
                <c:pt idx="465">
                  <c:v>7.5</c:v>
                </c:pt>
                <c:pt idx="466">
                  <c:v>7.4</c:v>
                </c:pt>
                <c:pt idx="467">
                  <c:v>7.4</c:v>
                </c:pt>
                <c:pt idx="468">
                  <c:v>7.3</c:v>
                </c:pt>
                <c:pt idx="469">
                  <c:v>7.3</c:v>
                </c:pt>
                <c:pt idx="470">
                  <c:v>7.4</c:v>
                </c:pt>
                <c:pt idx="471">
                  <c:v>7.6</c:v>
                </c:pt>
                <c:pt idx="472">
                  <c:v>7.6</c:v>
                </c:pt>
                <c:pt idx="473">
                  <c:v>7.5</c:v>
                </c:pt>
                <c:pt idx="474">
                  <c:v>7.3</c:v>
                </c:pt>
                <c:pt idx="475">
                  <c:v>7.2</c:v>
                </c:pt>
                <c:pt idx="476">
                  <c:v>7.1</c:v>
                </c:pt>
                <c:pt idx="477">
                  <c:v>7.2</c:v>
                </c:pt>
                <c:pt idx="478">
                  <c:v>7.1</c:v>
                </c:pt>
                <c:pt idx="479">
                  <c:v>7.1</c:v>
                </c:pt>
                <c:pt idx="480">
                  <c:v>7.1</c:v>
                </c:pt>
                <c:pt idx="481">
                  <c:v>7.1</c:v>
                </c:pt>
                <c:pt idx="482">
                  <c:v>7.1</c:v>
                </c:pt>
                <c:pt idx="483">
                  <c:v>7.3</c:v>
                </c:pt>
                <c:pt idx="484">
                  <c:v>7.4</c:v>
                </c:pt>
                <c:pt idx="485">
                  <c:v>7.4</c:v>
                </c:pt>
                <c:pt idx="486">
                  <c:v>7.4</c:v>
                </c:pt>
                <c:pt idx="487">
                  <c:v>7.4</c:v>
                </c:pt>
                <c:pt idx="488">
                  <c:v>7.4</c:v>
                </c:pt>
                <c:pt idx="489">
                  <c:v>7.5</c:v>
                </c:pt>
                <c:pt idx="490">
                  <c:v>7.5</c:v>
                </c:pt>
                <c:pt idx="491">
                  <c:v>7.6</c:v>
                </c:pt>
                <c:pt idx="492">
                  <c:v>7.5</c:v>
                </c:pt>
                <c:pt idx="493">
                  <c:v>7.5</c:v>
                </c:pt>
                <c:pt idx="494">
                  <c:v>7.4</c:v>
                </c:pt>
                <c:pt idx="495">
                  <c:v>7.4</c:v>
                </c:pt>
                <c:pt idx="496">
                  <c:v>7.5</c:v>
                </c:pt>
                <c:pt idx="497">
                  <c:v>7.5</c:v>
                </c:pt>
                <c:pt idx="498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83-4EC9-ABC1-9F079947A0FC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Italy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Hoja1!$A$2:$A$500</c:f>
              <c:strCache>
                <c:ptCount val="499"/>
                <c:pt idx="0">
                  <c:v>1983-01</c:v>
                </c:pt>
                <c:pt idx="1">
                  <c:v>1983-02</c:v>
                </c:pt>
                <c:pt idx="2">
                  <c:v>1983-03</c:v>
                </c:pt>
                <c:pt idx="3">
                  <c:v>1983-04</c:v>
                </c:pt>
                <c:pt idx="4">
                  <c:v>1983-05</c:v>
                </c:pt>
                <c:pt idx="5">
                  <c:v>1983-06</c:v>
                </c:pt>
                <c:pt idx="6">
                  <c:v>1983-07</c:v>
                </c:pt>
                <c:pt idx="7">
                  <c:v>1983-08</c:v>
                </c:pt>
                <c:pt idx="8">
                  <c:v>1983-09</c:v>
                </c:pt>
                <c:pt idx="9">
                  <c:v>1983-10</c:v>
                </c:pt>
                <c:pt idx="10">
                  <c:v>1983-11</c:v>
                </c:pt>
                <c:pt idx="11">
                  <c:v>1983-12</c:v>
                </c:pt>
                <c:pt idx="12">
                  <c:v>1984-01</c:v>
                </c:pt>
                <c:pt idx="13">
                  <c:v>1984-02</c:v>
                </c:pt>
                <c:pt idx="14">
                  <c:v>1984-03</c:v>
                </c:pt>
                <c:pt idx="15">
                  <c:v>1984-04</c:v>
                </c:pt>
                <c:pt idx="16">
                  <c:v>1984-05</c:v>
                </c:pt>
                <c:pt idx="17">
                  <c:v>1984-06</c:v>
                </c:pt>
                <c:pt idx="18">
                  <c:v>1984-07</c:v>
                </c:pt>
                <c:pt idx="19">
                  <c:v>1984-08</c:v>
                </c:pt>
                <c:pt idx="20">
                  <c:v>1984-09</c:v>
                </c:pt>
                <c:pt idx="21">
                  <c:v>1984-10</c:v>
                </c:pt>
                <c:pt idx="22">
                  <c:v>1984-11</c:v>
                </c:pt>
                <c:pt idx="23">
                  <c:v>1984-12</c:v>
                </c:pt>
                <c:pt idx="24">
                  <c:v>1985-01</c:v>
                </c:pt>
                <c:pt idx="25">
                  <c:v>1985-02</c:v>
                </c:pt>
                <c:pt idx="26">
                  <c:v>1985-03</c:v>
                </c:pt>
                <c:pt idx="27">
                  <c:v>1985-04</c:v>
                </c:pt>
                <c:pt idx="28">
                  <c:v>1985-05</c:v>
                </c:pt>
                <c:pt idx="29">
                  <c:v>1985-06</c:v>
                </c:pt>
                <c:pt idx="30">
                  <c:v>1985-07</c:v>
                </c:pt>
                <c:pt idx="31">
                  <c:v>1985-08</c:v>
                </c:pt>
                <c:pt idx="32">
                  <c:v>1985-09</c:v>
                </c:pt>
                <c:pt idx="33">
                  <c:v>1985-10</c:v>
                </c:pt>
                <c:pt idx="34">
                  <c:v>1985-11</c:v>
                </c:pt>
                <c:pt idx="35">
                  <c:v>1985-12</c:v>
                </c:pt>
                <c:pt idx="36">
                  <c:v>1986-01</c:v>
                </c:pt>
                <c:pt idx="37">
                  <c:v>1986-02</c:v>
                </c:pt>
                <c:pt idx="38">
                  <c:v>1986-03</c:v>
                </c:pt>
                <c:pt idx="39">
                  <c:v>1986-04</c:v>
                </c:pt>
                <c:pt idx="40">
                  <c:v>1986-05</c:v>
                </c:pt>
                <c:pt idx="41">
                  <c:v>1986-06</c:v>
                </c:pt>
                <c:pt idx="42">
                  <c:v>1986-07</c:v>
                </c:pt>
                <c:pt idx="43">
                  <c:v>1986-08</c:v>
                </c:pt>
                <c:pt idx="44">
                  <c:v>1986-09</c:v>
                </c:pt>
                <c:pt idx="45">
                  <c:v>1986-10</c:v>
                </c:pt>
                <c:pt idx="46">
                  <c:v>1986-11</c:v>
                </c:pt>
                <c:pt idx="47">
                  <c:v>1986-12</c:v>
                </c:pt>
                <c:pt idx="48">
                  <c:v>1987-01</c:v>
                </c:pt>
                <c:pt idx="49">
                  <c:v>1987-02</c:v>
                </c:pt>
                <c:pt idx="50">
                  <c:v>1987-03</c:v>
                </c:pt>
                <c:pt idx="51">
                  <c:v>1987-04</c:v>
                </c:pt>
                <c:pt idx="52">
                  <c:v>1987-05</c:v>
                </c:pt>
                <c:pt idx="53">
                  <c:v>1987-06</c:v>
                </c:pt>
                <c:pt idx="54">
                  <c:v>1987-07</c:v>
                </c:pt>
                <c:pt idx="55">
                  <c:v>1987-08</c:v>
                </c:pt>
                <c:pt idx="56">
                  <c:v>1987-09</c:v>
                </c:pt>
                <c:pt idx="57">
                  <c:v>1987-10</c:v>
                </c:pt>
                <c:pt idx="58">
                  <c:v>1987-11</c:v>
                </c:pt>
                <c:pt idx="59">
                  <c:v>1987-12</c:v>
                </c:pt>
                <c:pt idx="60">
                  <c:v>1988-01</c:v>
                </c:pt>
                <c:pt idx="61">
                  <c:v>1988-02</c:v>
                </c:pt>
                <c:pt idx="62">
                  <c:v>1988-03</c:v>
                </c:pt>
                <c:pt idx="63">
                  <c:v>1988-04</c:v>
                </c:pt>
                <c:pt idx="64">
                  <c:v>1988-05</c:v>
                </c:pt>
                <c:pt idx="65">
                  <c:v>1988-06</c:v>
                </c:pt>
                <c:pt idx="66">
                  <c:v>1988-07</c:v>
                </c:pt>
                <c:pt idx="67">
                  <c:v>1988-08</c:v>
                </c:pt>
                <c:pt idx="68">
                  <c:v>1988-09</c:v>
                </c:pt>
                <c:pt idx="69">
                  <c:v>1988-10</c:v>
                </c:pt>
                <c:pt idx="70">
                  <c:v>1988-11</c:v>
                </c:pt>
                <c:pt idx="71">
                  <c:v>1988-12</c:v>
                </c:pt>
                <c:pt idx="72">
                  <c:v>1989-01</c:v>
                </c:pt>
                <c:pt idx="73">
                  <c:v>1989-02</c:v>
                </c:pt>
                <c:pt idx="74">
                  <c:v>1989-03</c:v>
                </c:pt>
                <c:pt idx="75">
                  <c:v>1989-04</c:v>
                </c:pt>
                <c:pt idx="76">
                  <c:v>1989-05</c:v>
                </c:pt>
                <c:pt idx="77">
                  <c:v>1989-06</c:v>
                </c:pt>
                <c:pt idx="78">
                  <c:v>1989-07</c:v>
                </c:pt>
                <c:pt idx="79">
                  <c:v>1989-08</c:v>
                </c:pt>
                <c:pt idx="80">
                  <c:v>1989-09</c:v>
                </c:pt>
                <c:pt idx="81">
                  <c:v>1989-10</c:v>
                </c:pt>
                <c:pt idx="82">
                  <c:v>1989-11</c:v>
                </c:pt>
                <c:pt idx="83">
                  <c:v>1989-12</c:v>
                </c:pt>
                <c:pt idx="84">
                  <c:v>1990-01</c:v>
                </c:pt>
                <c:pt idx="85">
                  <c:v>1990-02</c:v>
                </c:pt>
                <c:pt idx="86">
                  <c:v>1990-03</c:v>
                </c:pt>
                <c:pt idx="87">
                  <c:v>1990-04</c:v>
                </c:pt>
                <c:pt idx="88">
                  <c:v>1990-05</c:v>
                </c:pt>
                <c:pt idx="89">
                  <c:v>1990-06</c:v>
                </c:pt>
                <c:pt idx="90">
                  <c:v>1990-07</c:v>
                </c:pt>
                <c:pt idx="91">
                  <c:v>1990-08</c:v>
                </c:pt>
                <c:pt idx="92">
                  <c:v>1990-09</c:v>
                </c:pt>
                <c:pt idx="93">
                  <c:v>1990-10</c:v>
                </c:pt>
                <c:pt idx="94">
                  <c:v>1990-11</c:v>
                </c:pt>
                <c:pt idx="95">
                  <c:v>1990-12</c:v>
                </c:pt>
                <c:pt idx="96">
                  <c:v>1991-01</c:v>
                </c:pt>
                <c:pt idx="97">
                  <c:v>1991-02</c:v>
                </c:pt>
                <c:pt idx="98">
                  <c:v>1991-03</c:v>
                </c:pt>
                <c:pt idx="99">
                  <c:v>1991-04</c:v>
                </c:pt>
                <c:pt idx="100">
                  <c:v>1991-05</c:v>
                </c:pt>
                <c:pt idx="101">
                  <c:v>1991-06</c:v>
                </c:pt>
                <c:pt idx="102">
                  <c:v>1991-07</c:v>
                </c:pt>
                <c:pt idx="103">
                  <c:v>1991-08</c:v>
                </c:pt>
                <c:pt idx="104">
                  <c:v>1991-09</c:v>
                </c:pt>
                <c:pt idx="105">
                  <c:v>1991-10</c:v>
                </c:pt>
                <c:pt idx="106">
                  <c:v>1991-11</c:v>
                </c:pt>
                <c:pt idx="107">
                  <c:v>1991-12</c:v>
                </c:pt>
                <c:pt idx="108">
                  <c:v>1992-01</c:v>
                </c:pt>
                <c:pt idx="109">
                  <c:v>1992-02</c:v>
                </c:pt>
                <c:pt idx="110">
                  <c:v>1992-03</c:v>
                </c:pt>
                <c:pt idx="111">
                  <c:v>1992-04</c:v>
                </c:pt>
                <c:pt idx="112">
                  <c:v>1992-05</c:v>
                </c:pt>
                <c:pt idx="113">
                  <c:v>1992-06</c:v>
                </c:pt>
                <c:pt idx="114">
                  <c:v>1992-07</c:v>
                </c:pt>
                <c:pt idx="115">
                  <c:v>1992-08</c:v>
                </c:pt>
                <c:pt idx="116">
                  <c:v>1992-09</c:v>
                </c:pt>
                <c:pt idx="117">
                  <c:v>1992-10</c:v>
                </c:pt>
                <c:pt idx="118">
                  <c:v>1992-11</c:v>
                </c:pt>
                <c:pt idx="119">
                  <c:v>1992-12</c:v>
                </c:pt>
                <c:pt idx="120">
                  <c:v>1993-01</c:v>
                </c:pt>
                <c:pt idx="121">
                  <c:v>1993-02</c:v>
                </c:pt>
                <c:pt idx="122">
                  <c:v>1993-03</c:v>
                </c:pt>
                <c:pt idx="123">
                  <c:v>1993-04</c:v>
                </c:pt>
                <c:pt idx="124">
                  <c:v>1993-05</c:v>
                </c:pt>
                <c:pt idx="125">
                  <c:v>1993-06</c:v>
                </c:pt>
                <c:pt idx="126">
                  <c:v>1993-07</c:v>
                </c:pt>
                <c:pt idx="127">
                  <c:v>1993-08</c:v>
                </c:pt>
                <c:pt idx="128">
                  <c:v>1993-09</c:v>
                </c:pt>
                <c:pt idx="129">
                  <c:v>1993-10</c:v>
                </c:pt>
                <c:pt idx="130">
                  <c:v>1993-11</c:v>
                </c:pt>
                <c:pt idx="131">
                  <c:v>1993-12</c:v>
                </c:pt>
                <c:pt idx="132">
                  <c:v>1994-01</c:v>
                </c:pt>
                <c:pt idx="133">
                  <c:v>1994-02</c:v>
                </c:pt>
                <c:pt idx="134">
                  <c:v>1994-03</c:v>
                </c:pt>
                <c:pt idx="135">
                  <c:v>1994-04</c:v>
                </c:pt>
                <c:pt idx="136">
                  <c:v>1994-05</c:v>
                </c:pt>
                <c:pt idx="137">
                  <c:v>1994-06</c:v>
                </c:pt>
                <c:pt idx="138">
                  <c:v>1994-07</c:v>
                </c:pt>
                <c:pt idx="139">
                  <c:v>1994-08</c:v>
                </c:pt>
                <c:pt idx="140">
                  <c:v>1994-09</c:v>
                </c:pt>
                <c:pt idx="141">
                  <c:v>1994-10</c:v>
                </c:pt>
                <c:pt idx="142">
                  <c:v>1994-11</c:v>
                </c:pt>
                <c:pt idx="143">
                  <c:v>1994-12</c:v>
                </c:pt>
                <c:pt idx="144">
                  <c:v>1995-01</c:v>
                </c:pt>
                <c:pt idx="145">
                  <c:v>1995-02</c:v>
                </c:pt>
                <c:pt idx="146">
                  <c:v>1995-03</c:v>
                </c:pt>
                <c:pt idx="147">
                  <c:v>1995-04</c:v>
                </c:pt>
                <c:pt idx="148">
                  <c:v>1995-05</c:v>
                </c:pt>
                <c:pt idx="149">
                  <c:v>1995-06</c:v>
                </c:pt>
                <c:pt idx="150">
                  <c:v>1995-07</c:v>
                </c:pt>
                <c:pt idx="151">
                  <c:v>1995-08</c:v>
                </c:pt>
                <c:pt idx="152">
                  <c:v>1995-09</c:v>
                </c:pt>
                <c:pt idx="153">
                  <c:v>1995-10</c:v>
                </c:pt>
                <c:pt idx="154">
                  <c:v>1995-11</c:v>
                </c:pt>
                <c:pt idx="155">
                  <c:v>1995-12</c:v>
                </c:pt>
                <c:pt idx="156">
                  <c:v>1996-01</c:v>
                </c:pt>
                <c:pt idx="157">
                  <c:v>1996-02</c:v>
                </c:pt>
                <c:pt idx="158">
                  <c:v>1996-03</c:v>
                </c:pt>
                <c:pt idx="159">
                  <c:v>1996-04</c:v>
                </c:pt>
                <c:pt idx="160">
                  <c:v>1996-05</c:v>
                </c:pt>
                <c:pt idx="161">
                  <c:v>1996-06</c:v>
                </c:pt>
                <c:pt idx="162">
                  <c:v>1996-07</c:v>
                </c:pt>
                <c:pt idx="163">
                  <c:v>1996-08</c:v>
                </c:pt>
                <c:pt idx="164">
                  <c:v>1996-09</c:v>
                </c:pt>
                <c:pt idx="165">
                  <c:v>1996-10</c:v>
                </c:pt>
                <c:pt idx="166">
                  <c:v>1996-11</c:v>
                </c:pt>
                <c:pt idx="167">
                  <c:v>1996-12</c:v>
                </c:pt>
                <c:pt idx="168">
                  <c:v>1997-01</c:v>
                </c:pt>
                <c:pt idx="169">
                  <c:v>1997-02</c:v>
                </c:pt>
                <c:pt idx="170">
                  <c:v>1997-03</c:v>
                </c:pt>
                <c:pt idx="171">
                  <c:v>1997-04</c:v>
                </c:pt>
                <c:pt idx="172">
                  <c:v>1997-05</c:v>
                </c:pt>
                <c:pt idx="173">
                  <c:v>1997-06</c:v>
                </c:pt>
                <c:pt idx="174">
                  <c:v>1997-07</c:v>
                </c:pt>
                <c:pt idx="175">
                  <c:v>1997-08</c:v>
                </c:pt>
                <c:pt idx="176">
                  <c:v>1997-09</c:v>
                </c:pt>
                <c:pt idx="177">
                  <c:v>1997-10</c:v>
                </c:pt>
                <c:pt idx="178">
                  <c:v>1997-11</c:v>
                </c:pt>
                <c:pt idx="179">
                  <c:v>1997-12</c:v>
                </c:pt>
                <c:pt idx="180">
                  <c:v>1998-01</c:v>
                </c:pt>
                <c:pt idx="181">
                  <c:v>1998-02</c:v>
                </c:pt>
                <c:pt idx="182">
                  <c:v>1998-03</c:v>
                </c:pt>
                <c:pt idx="183">
                  <c:v>1998-04</c:v>
                </c:pt>
                <c:pt idx="184">
                  <c:v>1998-05</c:v>
                </c:pt>
                <c:pt idx="185">
                  <c:v>1998-06</c:v>
                </c:pt>
                <c:pt idx="186">
                  <c:v>1998-07</c:v>
                </c:pt>
                <c:pt idx="187">
                  <c:v>1998-08</c:v>
                </c:pt>
                <c:pt idx="188">
                  <c:v>1998-09</c:v>
                </c:pt>
                <c:pt idx="189">
                  <c:v>1998-10</c:v>
                </c:pt>
                <c:pt idx="190">
                  <c:v>1998-11</c:v>
                </c:pt>
                <c:pt idx="191">
                  <c:v>1998-12</c:v>
                </c:pt>
                <c:pt idx="192">
                  <c:v>1999-01</c:v>
                </c:pt>
                <c:pt idx="193">
                  <c:v>1999-02</c:v>
                </c:pt>
                <c:pt idx="194">
                  <c:v>1999-03</c:v>
                </c:pt>
                <c:pt idx="195">
                  <c:v>1999-04</c:v>
                </c:pt>
                <c:pt idx="196">
                  <c:v>1999-05</c:v>
                </c:pt>
                <c:pt idx="197">
                  <c:v>1999-06</c:v>
                </c:pt>
                <c:pt idx="198">
                  <c:v>1999-07</c:v>
                </c:pt>
                <c:pt idx="199">
                  <c:v>1999-08</c:v>
                </c:pt>
                <c:pt idx="200">
                  <c:v>1999-09</c:v>
                </c:pt>
                <c:pt idx="201">
                  <c:v>1999-10</c:v>
                </c:pt>
                <c:pt idx="202">
                  <c:v>1999-11</c:v>
                </c:pt>
                <c:pt idx="203">
                  <c:v>1999-12</c:v>
                </c:pt>
                <c:pt idx="204">
                  <c:v>2000-01</c:v>
                </c:pt>
                <c:pt idx="205">
                  <c:v>2000-02</c:v>
                </c:pt>
                <c:pt idx="206">
                  <c:v>2000-03</c:v>
                </c:pt>
                <c:pt idx="207">
                  <c:v>2000-04</c:v>
                </c:pt>
                <c:pt idx="208">
                  <c:v>2000-05</c:v>
                </c:pt>
                <c:pt idx="209">
                  <c:v>2000-06</c:v>
                </c:pt>
                <c:pt idx="210">
                  <c:v>2000-07</c:v>
                </c:pt>
                <c:pt idx="211">
                  <c:v>2000-08</c:v>
                </c:pt>
                <c:pt idx="212">
                  <c:v>2000-09</c:v>
                </c:pt>
                <c:pt idx="213">
                  <c:v>2000-10</c:v>
                </c:pt>
                <c:pt idx="214">
                  <c:v>2000-11</c:v>
                </c:pt>
                <c:pt idx="215">
                  <c:v>2000-12</c:v>
                </c:pt>
                <c:pt idx="216">
                  <c:v>2001-01</c:v>
                </c:pt>
                <c:pt idx="217">
                  <c:v>2001-02</c:v>
                </c:pt>
                <c:pt idx="218">
                  <c:v>2001-03</c:v>
                </c:pt>
                <c:pt idx="219">
                  <c:v>2001-04</c:v>
                </c:pt>
                <c:pt idx="220">
                  <c:v>2001-05</c:v>
                </c:pt>
                <c:pt idx="221">
                  <c:v>2001-06</c:v>
                </c:pt>
                <c:pt idx="222">
                  <c:v>2001-07</c:v>
                </c:pt>
                <c:pt idx="223">
                  <c:v>2001-08</c:v>
                </c:pt>
                <c:pt idx="224">
                  <c:v>2001-09</c:v>
                </c:pt>
                <c:pt idx="225">
                  <c:v>2001-10</c:v>
                </c:pt>
                <c:pt idx="226">
                  <c:v>2001-11</c:v>
                </c:pt>
                <c:pt idx="227">
                  <c:v>2001-12</c:v>
                </c:pt>
                <c:pt idx="228">
                  <c:v>2002-01</c:v>
                </c:pt>
                <c:pt idx="229">
                  <c:v>2002-02</c:v>
                </c:pt>
                <c:pt idx="230">
                  <c:v>2002-03</c:v>
                </c:pt>
                <c:pt idx="231">
                  <c:v>2002-04</c:v>
                </c:pt>
                <c:pt idx="232">
                  <c:v>2002-05</c:v>
                </c:pt>
                <c:pt idx="233">
                  <c:v>2002-06</c:v>
                </c:pt>
                <c:pt idx="234">
                  <c:v>2002-07</c:v>
                </c:pt>
                <c:pt idx="235">
                  <c:v>2002-08</c:v>
                </c:pt>
                <c:pt idx="236">
                  <c:v>2002-09</c:v>
                </c:pt>
                <c:pt idx="237">
                  <c:v>2002-10</c:v>
                </c:pt>
                <c:pt idx="238">
                  <c:v>2002-11</c:v>
                </c:pt>
                <c:pt idx="239">
                  <c:v>2002-12</c:v>
                </c:pt>
                <c:pt idx="240">
                  <c:v>2003-01</c:v>
                </c:pt>
                <c:pt idx="241">
                  <c:v>2003-02</c:v>
                </c:pt>
                <c:pt idx="242">
                  <c:v>2003-03</c:v>
                </c:pt>
                <c:pt idx="243">
                  <c:v>2003-04</c:v>
                </c:pt>
                <c:pt idx="244">
                  <c:v>2003-05</c:v>
                </c:pt>
                <c:pt idx="245">
                  <c:v>2003-06</c:v>
                </c:pt>
                <c:pt idx="246">
                  <c:v>2003-07</c:v>
                </c:pt>
                <c:pt idx="247">
                  <c:v>2003-08</c:v>
                </c:pt>
                <c:pt idx="248">
                  <c:v>2003-09</c:v>
                </c:pt>
                <c:pt idx="249">
                  <c:v>2003-10</c:v>
                </c:pt>
                <c:pt idx="250">
                  <c:v>2003-11</c:v>
                </c:pt>
                <c:pt idx="251">
                  <c:v>2003-12</c:v>
                </c:pt>
                <c:pt idx="252">
                  <c:v>2004-01</c:v>
                </c:pt>
                <c:pt idx="253">
                  <c:v>2004-02</c:v>
                </c:pt>
                <c:pt idx="254">
                  <c:v>2004-03</c:v>
                </c:pt>
                <c:pt idx="255">
                  <c:v>2004-04</c:v>
                </c:pt>
                <c:pt idx="256">
                  <c:v>2004-05</c:v>
                </c:pt>
                <c:pt idx="257">
                  <c:v>2004-06</c:v>
                </c:pt>
                <c:pt idx="258">
                  <c:v>2004-07</c:v>
                </c:pt>
                <c:pt idx="259">
                  <c:v>2004-08</c:v>
                </c:pt>
                <c:pt idx="260">
                  <c:v>2004-09</c:v>
                </c:pt>
                <c:pt idx="261">
                  <c:v>2004-10</c:v>
                </c:pt>
                <c:pt idx="262">
                  <c:v>2004-11</c:v>
                </c:pt>
                <c:pt idx="263">
                  <c:v>2004-12</c:v>
                </c:pt>
                <c:pt idx="264">
                  <c:v>2005-01</c:v>
                </c:pt>
                <c:pt idx="265">
                  <c:v>2005-02</c:v>
                </c:pt>
                <c:pt idx="266">
                  <c:v>2005-03</c:v>
                </c:pt>
                <c:pt idx="267">
                  <c:v>2005-04</c:v>
                </c:pt>
                <c:pt idx="268">
                  <c:v>2005-05</c:v>
                </c:pt>
                <c:pt idx="269">
                  <c:v>2005-06</c:v>
                </c:pt>
                <c:pt idx="270">
                  <c:v>2005-07</c:v>
                </c:pt>
                <c:pt idx="271">
                  <c:v>2005-08</c:v>
                </c:pt>
                <c:pt idx="272">
                  <c:v>2005-09</c:v>
                </c:pt>
                <c:pt idx="273">
                  <c:v>2005-10</c:v>
                </c:pt>
                <c:pt idx="274">
                  <c:v>2005-11</c:v>
                </c:pt>
                <c:pt idx="275">
                  <c:v>2005-12</c:v>
                </c:pt>
                <c:pt idx="276">
                  <c:v>2006-01</c:v>
                </c:pt>
                <c:pt idx="277">
                  <c:v>2006-02</c:v>
                </c:pt>
                <c:pt idx="278">
                  <c:v>2006-03</c:v>
                </c:pt>
                <c:pt idx="279">
                  <c:v>2006-04</c:v>
                </c:pt>
                <c:pt idx="280">
                  <c:v>2006-05</c:v>
                </c:pt>
                <c:pt idx="281">
                  <c:v>2006-06</c:v>
                </c:pt>
                <c:pt idx="282">
                  <c:v>2006-07</c:v>
                </c:pt>
                <c:pt idx="283">
                  <c:v>2006-08</c:v>
                </c:pt>
                <c:pt idx="284">
                  <c:v>2006-09</c:v>
                </c:pt>
                <c:pt idx="285">
                  <c:v>2006-10</c:v>
                </c:pt>
                <c:pt idx="286">
                  <c:v>2006-11</c:v>
                </c:pt>
                <c:pt idx="287">
                  <c:v>2006-12</c:v>
                </c:pt>
                <c:pt idx="288">
                  <c:v>2007-01</c:v>
                </c:pt>
                <c:pt idx="289">
                  <c:v>2007-02</c:v>
                </c:pt>
                <c:pt idx="290">
                  <c:v>2007-03</c:v>
                </c:pt>
                <c:pt idx="291">
                  <c:v>2007-04</c:v>
                </c:pt>
                <c:pt idx="292">
                  <c:v>2007-05</c:v>
                </c:pt>
                <c:pt idx="293">
                  <c:v>2007-06</c:v>
                </c:pt>
                <c:pt idx="294">
                  <c:v>2007-07</c:v>
                </c:pt>
                <c:pt idx="295">
                  <c:v>2007-08</c:v>
                </c:pt>
                <c:pt idx="296">
                  <c:v>2007-09</c:v>
                </c:pt>
                <c:pt idx="297">
                  <c:v>2007-10</c:v>
                </c:pt>
                <c:pt idx="298">
                  <c:v>2007-11</c:v>
                </c:pt>
                <c:pt idx="299">
                  <c:v>2007-12</c:v>
                </c:pt>
                <c:pt idx="300">
                  <c:v>2008-01</c:v>
                </c:pt>
                <c:pt idx="301">
                  <c:v>2008-02</c:v>
                </c:pt>
                <c:pt idx="302">
                  <c:v>2008-03</c:v>
                </c:pt>
                <c:pt idx="303">
                  <c:v>2008-04</c:v>
                </c:pt>
                <c:pt idx="304">
                  <c:v>2008-05</c:v>
                </c:pt>
                <c:pt idx="305">
                  <c:v>2008-06</c:v>
                </c:pt>
                <c:pt idx="306">
                  <c:v>2008-07</c:v>
                </c:pt>
                <c:pt idx="307">
                  <c:v>2008-08</c:v>
                </c:pt>
                <c:pt idx="308">
                  <c:v>2008-09</c:v>
                </c:pt>
                <c:pt idx="309">
                  <c:v>2008-10</c:v>
                </c:pt>
                <c:pt idx="310">
                  <c:v>2008-11</c:v>
                </c:pt>
                <c:pt idx="311">
                  <c:v>2008-12</c:v>
                </c:pt>
                <c:pt idx="312">
                  <c:v>2009-01</c:v>
                </c:pt>
                <c:pt idx="313">
                  <c:v>2009-02</c:v>
                </c:pt>
                <c:pt idx="314">
                  <c:v>2009-03</c:v>
                </c:pt>
                <c:pt idx="315">
                  <c:v>2009-04</c:v>
                </c:pt>
                <c:pt idx="316">
                  <c:v>2009-05</c:v>
                </c:pt>
                <c:pt idx="317">
                  <c:v>2009-06</c:v>
                </c:pt>
                <c:pt idx="318">
                  <c:v>2009-07</c:v>
                </c:pt>
                <c:pt idx="319">
                  <c:v>2009-08</c:v>
                </c:pt>
                <c:pt idx="320">
                  <c:v>2009-09</c:v>
                </c:pt>
                <c:pt idx="321">
                  <c:v>2009-10</c:v>
                </c:pt>
                <c:pt idx="322">
                  <c:v>2009-11</c:v>
                </c:pt>
                <c:pt idx="323">
                  <c:v>2009-12</c:v>
                </c:pt>
                <c:pt idx="324">
                  <c:v>2010-01</c:v>
                </c:pt>
                <c:pt idx="325">
                  <c:v>2010-02</c:v>
                </c:pt>
                <c:pt idx="326">
                  <c:v>2010-03</c:v>
                </c:pt>
                <c:pt idx="327">
                  <c:v>2010-04</c:v>
                </c:pt>
                <c:pt idx="328">
                  <c:v>2010-05</c:v>
                </c:pt>
                <c:pt idx="329">
                  <c:v>2010-06</c:v>
                </c:pt>
                <c:pt idx="330">
                  <c:v>2010-07</c:v>
                </c:pt>
                <c:pt idx="331">
                  <c:v>2010-08</c:v>
                </c:pt>
                <c:pt idx="332">
                  <c:v>2010-09</c:v>
                </c:pt>
                <c:pt idx="333">
                  <c:v>2010-10</c:v>
                </c:pt>
                <c:pt idx="334">
                  <c:v>2010-11</c:v>
                </c:pt>
                <c:pt idx="335">
                  <c:v>2010-12</c:v>
                </c:pt>
                <c:pt idx="336">
                  <c:v>2011-01</c:v>
                </c:pt>
                <c:pt idx="337">
                  <c:v>2011-02</c:v>
                </c:pt>
                <c:pt idx="338">
                  <c:v>2011-03</c:v>
                </c:pt>
                <c:pt idx="339">
                  <c:v>2011-04</c:v>
                </c:pt>
                <c:pt idx="340">
                  <c:v>2011-05</c:v>
                </c:pt>
                <c:pt idx="341">
                  <c:v>2011-06</c:v>
                </c:pt>
                <c:pt idx="342">
                  <c:v>2011-07</c:v>
                </c:pt>
                <c:pt idx="343">
                  <c:v>2011-08</c:v>
                </c:pt>
                <c:pt idx="344">
                  <c:v>2011-09</c:v>
                </c:pt>
                <c:pt idx="345">
                  <c:v>2011-10</c:v>
                </c:pt>
                <c:pt idx="346">
                  <c:v>2011-11</c:v>
                </c:pt>
                <c:pt idx="347">
                  <c:v>2011-12</c:v>
                </c:pt>
                <c:pt idx="348">
                  <c:v>2012-01</c:v>
                </c:pt>
                <c:pt idx="349">
                  <c:v>2012-02</c:v>
                </c:pt>
                <c:pt idx="350">
                  <c:v>2012-03</c:v>
                </c:pt>
                <c:pt idx="351">
                  <c:v>2012-04</c:v>
                </c:pt>
                <c:pt idx="352">
                  <c:v>2012-05</c:v>
                </c:pt>
                <c:pt idx="353">
                  <c:v>2012-06</c:v>
                </c:pt>
                <c:pt idx="354">
                  <c:v>2012-07</c:v>
                </c:pt>
                <c:pt idx="355">
                  <c:v>2012-08</c:v>
                </c:pt>
                <c:pt idx="356">
                  <c:v>2012-09</c:v>
                </c:pt>
                <c:pt idx="357">
                  <c:v>2012-10</c:v>
                </c:pt>
                <c:pt idx="358">
                  <c:v>2012-11</c:v>
                </c:pt>
                <c:pt idx="359">
                  <c:v>2012-12</c:v>
                </c:pt>
                <c:pt idx="360">
                  <c:v>2013-01</c:v>
                </c:pt>
                <c:pt idx="361">
                  <c:v>2013-02</c:v>
                </c:pt>
                <c:pt idx="362">
                  <c:v>2013-03</c:v>
                </c:pt>
                <c:pt idx="363">
                  <c:v>2013-04</c:v>
                </c:pt>
                <c:pt idx="364">
                  <c:v>2013-05</c:v>
                </c:pt>
                <c:pt idx="365">
                  <c:v>2013-06</c:v>
                </c:pt>
                <c:pt idx="366">
                  <c:v>2013-07</c:v>
                </c:pt>
                <c:pt idx="367">
                  <c:v>2013-08</c:v>
                </c:pt>
                <c:pt idx="368">
                  <c:v>2013-09</c:v>
                </c:pt>
                <c:pt idx="369">
                  <c:v>2013-10</c:v>
                </c:pt>
                <c:pt idx="370">
                  <c:v>2013-11</c:v>
                </c:pt>
                <c:pt idx="371">
                  <c:v>2013-12</c:v>
                </c:pt>
                <c:pt idx="372">
                  <c:v>2014-01</c:v>
                </c:pt>
                <c:pt idx="373">
                  <c:v>2014-02</c:v>
                </c:pt>
                <c:pt idx="374">
                  <c:v>2014-03</c:v>
                </c:pt>
                <c:pt idx="375">
                  <c:v>2014-04</c:v>
                </c:pt>
                <c:pt idx="376">
                  <c:v>2014-05</c:v>
                </c:pt>
                <c:pt idx="377">
                  <c:v>2014-06</c:v>
                </c:pt>
                <c:pt idx="378">
                  <c:v>2014-07</c:v>
                </c:pt>
                <c:pt idx="379">
                  <c:v>2014-08</c:v>
                </c:pt>
                <c:pt idx="380">
                  <c:v>2014-09</c:v>
                </c:pt>
                <c:pt idx="381">
                  <c:v>2014-10</c:v>
                </c:pt>
                <c:pt idx="382">
                  <c:v>2014-11</c:v>
                </c:pt>
                <c:pt idx="383">
                  <c:v>2014-12</c:v>
                </c:pt>
                <c:pt idx="384">
                  <c:v>2015-01</c:v>
                </c:pt>
                <c:pt idx="385">
                  <c:v>2015-02</c:v>
                </c:pt>
                <c:pt idx="386">
                  <c:v>2015-03</c:v>
                </c:pt>
                <c:pt idx="387">
                  <c:v>2015-04</c:v>
                </c:pt>
                <c:pt idx="388">
                  <c:v>2015-05</c:v>
                </c:pt>
                <c:pt idx="389">
                  <c:v>2015-06</c:v>
                </c:pt>
                <c:pt idx="390">
                  <c:v>2015-07</c:v>
                </c:pt>
                <c:pt idx="391">
                  <c:v>2015-08</c:v>
                </c:pt>
                <c:pt idx="392">
                  <c:v>2015-09</c:v>
                </c:pt>
                <c:pt idx="393">
                  <c:v>2015-10</c:v>
                </c:pt>
                <c:pt idx="394">
                  <c:v>2015-11</c:v>
                </c:pt>
                <c:pt idx="395">
                  <c:v>2015-12</c:v>
                </c:pt>
                <c:pt idx="396">
                  <c:v>2016-01</c:v>
                </c:pt>
                <c:pt idx="397">
                  <c:v>2016-02</c:v>
                </c:pt>
                <c:pt idx="398">
                  <c:v>2016-03</c:v>
                </c:pt>
                <c:pt idx="399">
                  <c:v>2016-04</c:v>
                </c:pt>
                <c:pt idx="400">
                  <c:v>2016-05</c:v>
                </c:pt>
                <c:pt idx="401">
                  <c:v>2016-06</c:v>
                </c:pt>
                <c:pt idx="402">
                  <c:v>2016-07</c:v>
                </c:pt>
                <c:pt idx="403">
                  <c:v>2016-08</c:v>
                </c:pt>
                <c:pt idx="404">
                  <c:v>2016-09</c:v>
                </c:pt>
                <c:pt idx="405">
                  <c:v>2016-10</c:v>
                </c:pt>
                <c:pt idx="406">
                  <c:v>2016-11</c:v>
                </c:pt>
                <c:pt idx="407">
                  <c:v>2016-12</c:v>
                </c:pt>
                <c:pt idx="408">
                  <c:v>2017-01</c:v>
                </c:pt>
                <c:pt idx="409">
                  <c:v>2017-02</c:v>
                </c:pt>
                <c:pt idx="410">
                  <c:v>2017-03</c:v>
                </c:pt>
                <c:pt idx="411">
                  <c:v>2017-04</c:v>
                </c:pt>
                <c:pt idx="412">
                  <c:v>2017-05</c:v>
                </c:pt>
                <c:pt idx="413">
                  <c:v>2017-06</c:v>
                </c:pt>
                <c:pt idx="414">
                  <c:v>2017-07</c:v>
                </c:pt>
                <c:pt idx="415">
                  <c:v>2017-08</c:v>
                </c:pt>
                <c:pt idx="416">
                  <c:v>2017-09</c:v>
                </c:pt>
                <c:pt idx="417">
                  <c:v>2017-10</c:v>
                </c:pt>
                <c:pt idx="418">
                  <c:v>2017-11</c:v>
                </c:pt>
                <c:pt idx="419">
                  <c:v>2017-12</c:v>
                </c:pt>
                <c:pt idx="420">
                  <c:v>2018-01</c:v>
                </c:pt>
                <c:pt idx="421">
                  <c:v>2018-02</c:v>
                </c:pt>
                <c:pt idx="422">
                  <c:v>2018-03</c:v>
                </c:pt>
                <c:pt idx="423">
                  <c:v>2018-04</c:v>
                </c:pt>
                <c:pt idx="424">
                  <c:v>2018-05</c:v>
                </c:pt>
                <c:pt idx="425">
                  <c:v>2018-06</c:v>
                </c:pt>
                <c:pt idx="426">
                  <c:v>2018-07</c:v>
                </c:pt>
                <c:pt idx="427">
                  <c:v>2018-08</c:v>
                </c:pt>
                <c:pt idx="428">
                  <c:v>2018-09</c:v>
                </c:pt>
                <c:pt idx="429">
                  <c:v>2018-10</c:v>
                </c:pt>
                <c:pt idx="430">
                  <c:v>2018-11</c:v>
                </c:pt>
                <c:pt idx="431">
                  <c:v>2018-12</c:v>
                </c:pt>
                <c:pt idx="432">
                  <c:v>2019-01</c:v>
                </c:pt>
                <c:pt idx="433">
                  <c:v>2019-02</c:v>
                </c:pt>
                <c:pt idx="434">
                  <c:v>2019-03</c:v>
                </c:pt>
                <c:pt idx="435">
                  <c:v>2019-04</c:v>
                </c:pt>
                <c:pt idx="436">
                  <c:v>2019-05</c:v>
                </c:pt>
                <c:pt idx="437">
                  <c:v>2019-06</c:v>
                </c:pt>
                <c:pt idx="438">
                  <c:v>2019-07</c:v>
                </c:pt>
                <c:pt idx="439">
                  <c:v>2019-08</c:v>
                </c:pt>
                <c:pt idx="440">
                  <c:v>2019-09</c:v>
                </c:pt>
                <c:pt idx="441">
                  <c:v>2019-10</c:v>
                </c:pt>
                <c:pt idx="442">
                  <c:v>2019-11</c:v>
                </c:pt>
                <c:pt idx="443">
                  <c:v>2019-12</c:v>
                </c:pt>
                <c:pt idx="444">
                  <c:v>2020-01</c:v>
                </c:pt>
                <c:pt idx="445">
                  <c:v>2020-02</c:v>
                </c:pt>
                <c:pt idx="446">
                  <c:v>2020-03</c:v>
                </c:pt>
                <c:pt idx="447">
                  <c:v>2020-04</c:v>
                </c:pt>
                <c:pt idx="448">
                  <c:v>2020-05</c:v>
                </c:pt>
                <c:pt idx="449">
                  <c:v>2020-06</c:v>
                </c:pt>
                <c:pt idx="450">
                  <c:v>2020-07</c:v>
                </c:pt>
                <c:pt idx="451">
                  <c:v>2020-08</c:v>
                </c:pt>
                <c:pt idx="452">
                  <c:v>2020-09</c:v>
                </c:pt>
                <c:pt idx="453">
                  <c:v>2020-10</c:v>
                </c:pt>
                <c:pt idx="454">
                  <c:v>2020-11</c:v>
                </c:pt>
                <c:pt idx="455">
                  <c:v>2020-12</c:v>
                </c:pt>
                <c:pt idx="456">
                  <c:v>2021-01</c:v>
                </c:pt>
                <c:pt idx="457">
                  <c:v>2021-02</c:v>
                </c:pt>
                <c:pt idx="458">
                  <c:v>2021-03</c:v>
                </c:pt>
                <c:pt idx="459">
                  <c:v>2021-04</c:v>
                </c:pt>
                <c:pt idx="460">
                  <c:v>2021-05</c:v>
                </c:pt>
                <c:pt idx="461">
                  <c:v>2021-06</c:v>
                </c:pt>
                <c:pt idx="462">
                  <c:v>2021-07</c:v>
                </c:pt>
                <c:pt idx="463">
                  <c:v>2021-08</c:v>
                </c:pt>
                <c:pt idx="464">
                  <c:v>2021-09</c:v>
                </c:pt>
                <c:pt idx="465">
                  <c:v>2021-10</c:v>
                </c:pt>
                <c:pt idx="466">
                  <c:v>2021-11</c:v>
                </c:pt>
                <c:pt idx="467">
                  <c:v>2021-12</c:v>
                </c:pt>
                <c:pt idx="468">
                  <c:v>2022-01</c:v>
                </c:pt>
                <c:pt idx="469">
                  <c:v>2022-02</c:v>
                </c:pt>
                <c:pt idx="470">
                  <c:v>2022-03</c:v>
                </c:pt>
                <c:pt idx="471">
                  <c:v>2022-04</c:v>
                </c:pt>
                <c:pt idx="472">
                  <c:v>2022-05</c:v>
                </c:pt>
                <c:pt idx="473">
                  <c:v>2022-06</c:v>
                </c:pt>
                <c:pt idx="474">
                  <c:v>2022-07</c:v>
                </c:pt>
                <c:pt idx="475">
                  <c:v>2022-08</c:v>
                </c:pt>
                <c:pt idx="476">
                  <c:v>2022-09</c:v>
                </c:pt>
                <c:pt idx="477">
                  <c:v>2022-10</c:v>
                </c:pt>
                <c:pt idx="478">
                  <c:v>2022-11</c:v>
                </c:pt>
                <c:pt idx="479">
                  <c:v>2022-12</c:v>
                </c:pt>
                <c:pt idx="480">
                  <c:v>2023-01</c:v>
                </c:pt>
                <c:pt idx="481">
                  <c:v>2023-02</c:v>
                </c:pt>
                <c:pt idx="482">
                  <c:v>2023-03</c:v>
                </c:pt>
                <c:pt idx="483">
                  <c:v>2023-04</c:v>
                </c:pt>
                <c:pt idx="484">
                  <c:v>2023-05</c:v>
                </c:pt>
                <c:pt idx="485">
                  <c:v>2023-06</c:v>
                </c:pt>
                <c:pt idx="486">
                  <c:v>2023-07</c:v>
                </c:pt>
                <c:pt idx="487">
                  <c:v>2023-08</c:v>
                </c:pt>
                <c:pt idx="488">
                  <c:v>2023-09</c:v>
                </c:pt>
                <c:pt idx="489">
                  <c:v>2023-10</c:v>
                </c:pt>
                <c:pt idx="490">
                  <c:v>2023-11</c:v>
                </c:pt>
                <c:pt idx="491">
                  <c:v>2023-12</c:v>
                </c:pt>
                <c:pt idx="492">
                  <c:v>2024-01</c:v>
                </c:pt>
                <c:pt idx="493">
                  <c:v>2024-02</c:v>
                </c:pt>
                <c:pt idx="494">
                  <c:v>2024-03</c:v>
                </c:pt>
                <c:pt idx="495">
                  <c:v>2024-04</c:v>
                </c:pt>
                <c:pt idx="496">
                  <c:v>2024-05</c:v>
                </c:pt>
                <c:pt idx="497">
                  <c:v>2024-06</c:v>
                </c:pt>
                <c:pt idx="498">
                  <c:v>2024-07</c:v>
                </c:pt>
              </c:strCache>
            </c:strRef>
          </c:cat>
          <c:val>
            <c:numRef>
              <c:f>Hoja1!$F$2:$F$500</c:f>
              <c:numCache>
                <c:formatCode>General</c:formatCode>
                <c:ptCount val="499"/>
                <c:pt idx="0">
                  <c:v>6.9</c:v>
                </c:pt>
                <c:pt idx="1">
                  <c:v>7.1</c:v>
                </c:pt>
                <c:pt idx="2">
                  <c:v>7.2</c:v>
                </c:pt>
                <c:pt idx="3">
                  <c:v>7.2</c:v>
                </c:pt>
                <c:pt idx="4">
                  <c:v>7.3</c:v>
                </c:pt>
                <c:pt idx="5">
                  <c:v>7.3</c:v>
                </c:pt>
                <c:pt idx="6">
                  <c:v>7.4</c:v>
                </c:pt>
                <c:pt idx="7">
                  <c:v>7.4</c:v>
                </c:pt>
                <c:pt idx="8">
                  <c:v>7.5</c:v>
                </c:pt>
                <c:pt idx="9">
                  <c:v>7.6</c:v>
                </c:pt>
                <c:pt idx="10">
                  <c:v>7.7</c:v>
                </c:pt>
                <c:pt idx="11">
                  <c:v>7.8</c:v>
                </c:pt>
                <c:pt idx="12">
                  <c:v>7.9</c:v>
                </c:pt>
                <c:pt idx="13">
                  <c:v>7.9</c:v>
                </c:pt>
                <c:pt idx="14">
                  <c:v>7.8</c:v>
                </c:pt>
                <c:pt idx="15">
                  <c:v>7.9</c:v>
                </c:pt>
                <c:pt idx="16">
                  <c:v>7.8</c:v>
                </c:pt>
                <c:pt idx="17">
                  <c:v>7.8</c:v>
                </c:pt>
                <c:pt idx="18">
                  <c:v>7.8</c:v>
                </c:pt>
                <c:pt idx="19">
                  <c:v>7.8</c:v>
                </c:pt>
                <c:pt idx="20">
                  <c:v>7.8</c:v>
                </c:pt>
                <c:pt idx="21">
                  <c:v>7.8</c:v>
                </c:pt>
                <c:pt idx="22">
                  <c:v>7.8</c:v>
                </c:pt>
                <c:pt idx="23">
                  <c:v>7.9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8.1</c:v>
                </c:pt>
                <c:pt idx="30">
                  <c:v>8.1999999999999993</c:v>
                </c:pt>
                <c:pt idx="31">
                  <c:v>8.1999999999999993</c:v>
                </c:pt>
                <c:pt idx="32">
                  <c:v>8.3000000000000007</c:v>
                </c:pt>
                <c:pt idx="33">
                  <c:v>8.3000000000000007</c:v>
                </c:pt>
                <c:pt idx="34">
                  <c:v>8.4</c:v>
                </c:pt>
                <c:pt idx="35">
                  <c:v>8.5</c:v>
                </c:pt>
                <c:pt idx="36">
                  <c:v>8.5</c:v>
                </c:pt>
                <c:pt idx="37">
                  <c:v>8.6</c:v>
                </c:pt>
                <c:pt idx="38">
                  <c:v>8.6</c:v>
                </c:pt>
                <c:pt idx="39">
                  <c:v>8.6999999999999993</c:v>
                </c:pt>
                <c:pt idx="40">
                  <c:v>8.8000000000000007</c:v>
                </c:pt>
                <c:pt idx="41">
                  <c:v>8.8000000000000007</c:v>
                </c:pt>
                <c:pt idx="42">
                  <c:v>8.9</c:v>
                </c:pt>
                <c:pt idx="43">
                  <c:v>9</c:v>
                </c:pt>
                <c:pt idx="44">
                  <c:v>9.1</c:v>
                </c:pt>
                <c:pt idx="45">
                  <c:v>9.1</c:v>
                </c:pt>
                <c:pt idx="46">
                  <c:v>9.1</c:v>
                </c:pt>
                <c:pt idx="47">
                  <c:v>9.1999999999999993</c:v>
                </c:pt>
                <c:pt idx="48">
                  <c:v>9.1999999999999993</c:v>
                </c:pt>
                <c:pt idx="49">
                  <c:v>9.3000000000000007</c:v>
                </c:pt>
                <c:pt idx="50">
                  <c:v>9.3000000000000007</c:v>
                </c:pt>
                <c:pt idx="51">
                  <c:v>9.4</c:v>
                </c:pt>
                <c:pt idx="52">
                  <c:v>9.6999999999999993</c:v>
                </c:pt>
                <c:pt idx="53">
                  <c:v>9.9</c:v>
                </c:pt>
                <c:pt idx="54">
                  <c:v>9.8000000000000007</c:v>
                </c:pt>
                <c:pt idx="55">
                  <c:v>9.8000000000000007</c:v>
                </c:pt>
                <c:pt idx="56">
                  <c:v>9.8000000000000007</c:v>
                </c:pt>
                <c:pt idx="57">
                  <c:v>9.8000000000000007</c:v>
                </c:pt>
                <c:pt idx="58">
                  <c:v>9.6999999999999993</c:v>
                </c:pt>
                <c:pt idx="59">
                  <c:v>9.6999999999999993</c:v>
                </c:pt>
                <c:pt idx="60">
                  <c:v>9.6999999999999993</c:v>
                </c:pt>
                <c:pt idx="61">
                  <c:v>9.6999999999999993</c:v>
                </c:pt>
                <c:pt idx="62">
                  <c:v>9.6999999999999993</c:v>
                </c:pt>
                <c:pt idx="63">
                  <c:v>9.6999999999999993</c:v>
                </c:pt>
                <c:pt idx="64">
                  <c:v>9.6</c:v>
                </c:pt>
                <c:pt idx="65">
                  <c:v>9.6</c:v>
                </c:pt>
                <c:pt idx="66">
                  <c:v>9.6</c:v>
                </c:pt>
                <c:pt idx="67">
                  <c:v>9.6</c:v>
                </c:pt>
                <c:pt idx="68">
                  <c:v>9.6</c:v>
                </c:pt>
                <c:pt idx="69">
                  <c:v>9.8000000000000007</c:v>
                </c:pt>
                <c:pt idx="70">
                  <c:v>9.8000000000000007</c:v>
                </c:pt>
                <c:pt idx="71">
                  <c:v>9.8000000000000007</c:v>
                </c:pt>
                <c:pt idx="72">
                  <c:v>9.8000000000000007</c:v>
                </c:pt>
                <c:pt idx="73">
                  <c:v>9.8000000000000007</c:v>
                </c:pt>
                <c:pt idx="74">
                  <c:v>9.8000000000000007</c:v>
                </c:pt>
                <c:pt idx="75">
                  <c:v>9.8000000000000007</c:v>
                </c:pt>
                <c:pt idx="76">
                  <c:v>9.8000000000000007</c:v>
                </c:pt>
                <c:pt idx="77">
                  <c:v>9.8000000000000007</c:v>
                </c:pt>
                <c:pt idx="78">
                  <c:v>9.8000000000000007</c:v>
                </c:pt>
                <c:pt idx="79">
                  <c:v>9.6999999999999993</c:v>
                </c:pt>
                <c:pt idx="80">
                  <c:v>9.6</c:v>
                </c:pt>
                <c:pt idx="81">
                  <c:v>9.4</c:v>
                </c:pt>
                <c:pt idx="82">
                  <c:v>9.4</c:v>
                </c:pt>
                <c:pt idx="83">
                  <c:v>9.3000000000000007</c:v>
                </c:pt>
                <c:pt idx="84">
                  <c:v>9.1</c:v>
                </c:pt>
                <c:pt idx="85">
                  <c:v>9</c:v>
                </c:pt>
                <c:pt idx="86">
                  <c:v>8.9</c:v>
                </c:pt>
                <c:pt idx="87">
                  <c:v>8.9</c:v>
                </c:pt>
                <c:pt idx="88">
                  <c:v>8.9</c:v>
                </c:pt>
                <c:pt idx="89">
                  <c:v>8.9</c:v>
                </c:pt>
                <c:pt idx="90">
                  <c:v>8.8000000000000007</c:v>
                </c:pt>
                <c:pt idx="91">
                  <c:v>8.8000000000000007</c:v>
                </c:pt>
                <c:pt idx="92">
                  <c:v>8.8000000000000007</c:v>
                </c:pt>
                <c:pt idx="93">
                  <c:v>8.8000000000000007</c:v>
                </c:pt>
                <c:pt idx="94">
                  <c:v>8.6999999999999993</c:v>
                </c:pt>
                <c:pt idx="95">
                  <c:v>8.6999999999999993</c:v>
                </c:pt>
                <c:pt idx="96">
                  <c:v>8.6999999999999993</c:v>
                </c:pt>
                <c:pt idx="97">
                  <c:v>8.6</c:v>
                </c:pt>
                <c:pt idx="98">
                  <c:v>8.6</c:v>
                </c:pt>
                <c:pt idx="99">
                  <c:v>8.5</c:v>
                </c:pt>
                <c:pt idx="100">
                  <c:v>8.5</c:v>
                </c:pt>
                <c:pt idx="101">
                  <c:v>8.4</c:v>
                </c:pt>
                <c:pt idx="102">
                  <c:v>8.4</c:v>
                </c:pt>
                <c:pt idx="103">
                  <c:v>8.4</c:v>
                </c:pt>
                <c:pt idx="104">
                  <c:v>8.5</c:v>
                </c:pt>
                <c:pt idx="105">
                  <c:v>8.5</c:v>
                </c:pt>
                <c:pt idx="106">
                  <c:v>8.6999999999999993</c:v>
                </c:pt>
                <c:pt idx="107">
                  <c:v>8.6</c:v>
                </c:pt>
                <c:pt idx="108">
                  <c:v>8.6</c:v>
                </c:pt>
                <c:pt idx="109">
                  <c:v>8.6999999999999993</c:v>
                </c:pt>
                <c:pt idx="110">
                  <c:v>8.6999999999999993</c:v>
                </c:pt>
                <c:pt idx="111">
                  <c:v>8.6999999999999993</c:v>
                </c:pt>
                <c:pt idx="112">
                  <c:v>8.6</c:v>
                </c:pt>
                <c:pt idx="113">
                  <c:v>8.6999999999999993</c:v>
                </c:pt>
                <c:pt idx="114">
                  <c:v>8.9</c:v>
                </c:pt>
                <c:pt idx="115">
                  <c:v>9</c:v>
                </c:pt>
                <c:pt idx="116">
                  <c:v>9.1</c:v>
                </c:pt>
                <c:pt idx="117">
                  <c:v>8.9</c:v>
                </c:pt>
                <c:pt idx="118">
                  <c:v>8.9</c:v>
                </c:pt>
                <c:pt idx="119">
                  <c:v>8.9</c:v>
                </c:pt>
                <c:pt idx="120">
                  <c:v>9</c:v>
                </c:pt>
                <c:pt idx="121">
                  <c:v>9.1</c:v>
                </c:pt>
                <c:pt idx="122">
                  <c:v>9.3000000000000007</c:v>
                </c:pt>
                <c:pt idx="123">
                  <c:v>9.6999999999999993</c:v>
                </c:pt>
                <c:pt idx="124">
                  <c:v>9.8000000000000007</c:v>
                </c:pt>
                <c:pt idx="125">
                  <c:v>9.9</c:v>
                </c:pt>
                <c:pt idx="126">
                  <c:v>9.9</c:v>
                </c:pt>
                <c:pt idx="127">
                  <c:v>10</c:v>
                </c:pt>
                <c:pt idx="128">
                  <c:v>10</c:v>
                </c:pt>
                <c:pt idx="129">
                  <c:v>10.4</c:v>
                </c:pt>
                <c:pt idx="130">
                  <c:v>10.4</c:v>
                </c:pt>
                <c:pt idx="131">
                  <c:v>10.5</c:v>
                </c:pt>
                <c:pt idx="132">
                  <c:v>10.4</c:v>
                </c:pt>
                <c:pt idx="133">
                  <c:v>10.4</c:v>
                </c:pt>
                <c:pt idx="134">
                  <c:v>10.5</c:v>
                </c:pt>
                <c:pt idx="135">
                  <c:v>10.5</c:v>
                </c:pt>
                <c:pt idx="136">
                  <c:v>10.6</c:v>
                </c:pt>
                <c:pt idx="137">
                  <c:v>10.6</c:v>
                </c:pt>
                <c:pt idx="138">
                  <c:v>10.4</c:v>
                </c:pt>
                <c:pt idx="139">
                  <c:v>10.4</c:v>
                </c:pt>
                <c:pt idx="140">
                  <c:v>10.4</c:v>
                </c:pt>
                <c:pt idx="141">
                  <c:v>11.1</c:v>
                </c:pt>
                <c:pt idx="142">
                  <c:v>11.1</c:v>
                </c:pt>
                <c:pt idx="143">
                  <c:v>11.2</c:v>
                </c:pt>
                <c:pt idx="144">
                  <c:v>11.2</c:v>
                </c:pt>
                <c:pt idx="145">
                  <c:v>11.2</c:v>
                </c:pt>
                <c:pt idx="146">
                  <c:v>11.3</c:v>
                </c:pt>
                <c:pt idx="147">
                  <c:v>11.1</c:v>
                </c:pt>
                <c:pt idx="148">
                  <c:v>11.1</c:v>
                </c:pt>
                <c:pt idx="149">
                  <c:v>11.1</c:v>
                </c:pt>
                <c:pt idx="150">
                  <c:v>11.1</c:v>
                </c:pt>
                <c:pt idx="151">
                  <c:v>11.2</c:v>
                </c:pt>
                <c:pt idx="152">
                  <c:v>11.2</c:v>
                </c:pt>
                <c:pt idx="153">
                  <c:v>11.1</c:v>
                </c:pt>
                <c:pt idx="154">
                  <c:v>11.1</c:v>
                </c:pt>
                <c:pt idx="155">
                  <c:v>11.1</c:v>
                </c:pt>
                <c:pt idx="156">
                  <c:v>11</c:v>
                </c:pt>
                <c:pt idx="157">
                  <c:v>11</c:v>
                </c:pt>
                <c:pt idx="158">
                  <c:v>11</c:v>
                </c:pt>
                <c:pt idx="159">
                  <c:v>11.3</c:v>
                </c:pt>
                <c:pt idx="160">
                  <c:v>11.3</c:v>
                </c:pt>
                <c:pt idx="161">
                  <c:v>11.3</c:v>
                </c:pt>
                <c:pt idx="162">
                  <c:v>11.1</c:v>
                </c:pt>
                <c:pt idx="163">
                  <c:v>11.1</c:v>
                </c:pt>
                <c:pt idx="164">
                  <c:v>11.1</c:v>
                </c:pt>
                <c:pt idx="165">
                  <c:v>11.2</c:v>
                </c:pt>
                <c:pt idx="166">
                  <c:v>11.2</c:v>
                </c:pt>
                <c:pt idx="167">
                  <c:v>11.2</c:v>
                </c:pt>
                <c:pt idx="168">
                  <c:v>11.2</c:v>
                </c:pt>
                <c:pt idx="169">
                  <c:v>11.3</c:v>
                </c:pt>
                <c:pt idx="170">
                  <c:v>11.3</c:v>
                </c:pt>
                <c:pt idx="171">
                  <c:v>11.4</c:v>
                </c:pt>
                <c:pt idx="172">
                  <c:v>11.4</c:v>
                </c:pt>
                <c:pt idx="173">
                  <c:v>11.4</c:v>
                </c:pt>
                <c:pt idx="174">
                  <c:v>11</c:v>
                </c:pt>
                <c:pt idx="175">
                  <c:v>11</c:v>
                </c:pt>
                <c:pt idx="176">
                  <c:v>11</c:v>
                </c:pt>
                <c:pt idx="177">
                  <c:v>11.3</c:v>
                </c:pt>
                <c:pt idx="178">
                  <c:v>11.3</c:v>
                </c:pt>
                <c:pt idx="179">
                  <c:v>11.3</c:v>
                </c:pt>
                <c:pt idx="180">
                  <c:v>11.1</c:v>
                </c:pt>
                <c:pt idx="181">
                  <c:v>11.1</c:v>
                </c:pt>
                <c:pt idx="182">
                  <c:v>11.1</c:v>
                </c:pt>
                <c:pt idx="183">
                  <c:v>11.5</c:v>
                </c:pt>
                <c:pt idx="184">
                  <c:v>11.5</c:v>
                </c:pt>
                <c:pt idx="185">
                  <c:v>11.5</c:v>
                </c:pt>
                <c:pt idx="186">
                  <c:v>11.3</c:v>
                </c:pt>
                <c:pt idx="187">
                  <c:v>11.3</c:v>
                </c:pt>
                <c:pt idx="188">
                  <c:v>11.3</c:v>
                </c:pt>
                <c:pt idx="189">
                  <c:v>11.5</c:v>
                </c:pt>
                <c:pt idx="190">
                  <c:v>11.4</c:v>
                </c:pt>
                <c:pt idx="191">
                  <c:v>11.4</c:v>
                </c:pt>
                <c:pt idx="192">
                  <c:v>11.1</c:v>
                </c:pt>
                <c:pt idx="193">
                  <c:v>11.1</c:v>
                </c:pt>
                <c:pt idx="194">
                  <c:v>11.1</c:v>
                </c:pt>
                <c:pt idx="195">
                  <c:v>11.1</c:v>
                </c:pt>
                <c:pt idx="196">
                  <c:v>11.1</c:v>
                </c:pt>
                <c:pt idx="197">
                  <c:v>11</c:v>
                </c:pt>
                <c:pt idx="198">
                  <c:v>11</c:v>
                </c:pt>
                <c:pt idx="199">
                  <c:v>10.9</c:v>
                </c:pt>
                <c:pt idx="200">
                  <c:v>10.9</c:v>
                </c:pt>
                <c:pt idx="201">
                  <c:v>10.7</c:v>
                </c:pt>
                <c:pt idx="202">
                  <c:v>10.7</c:v>
                </c:pt>
                <c:pt idx="203">
                  <c:v>10.6</c:v>
                </c:pt>
                <c:pt idx="204">
                  <c:v>10.6</c:v>
                </c:pt>
                <c:pt idx="205">
                  <c:v>10.6</c:v>
                </c:pt>
                <c:pt idx="206">
                  <c:v>10.5</c:v>
                </c:pt>
                <c:pt idx="207">
                  <c:v>10.3</c:v>
                </c:pt>
                <c:pt idx="208">
                  <c:v>10.3</c:v>
                </c:pt>
                <c:pt idx="209">
                  <c:v>10.199999999999999</c:v>
                </c:pt>
                <c:pt idx="210">
                  <c:v>10</c:v>
                </c:pt>
                <c:pt idx="211">
                  <c:v>10</c:v>
                </c:pt>
                <c:pt idx="212">
                  <c:v>9.9</c:v>
                </c:pt>
                <c:pt idx="213">
                  <c:v>9.6</c:v>
                </c:pt>
                <c:pt idx="214">
                  <c:v>9.6</c:v>
                </c:pt>
                <c:pt idx="215">
                  <c:v>9.6</c:v>
                </c:pt>
                <c:pt idx="216">
                  <c:v>9.4</c:v>
                </c:pt>
                <c:pt idx="217">
                  <c:v>9.4</c:v>
                </c:pt>
                <c:pt idx="218">
                  <c:v>9.3000000000000007</c:v>
                </c:pt>
                <c:pt idx="219">
                  <c:v>9.1999999999999993</c:v>
                </c:pt>
                <c:pt idx="220">
                  <c:v>9.1</c:v>
                </c:pt>
                <c:pt idx="221">
                  <c:v>9.1</c:v>
                </c:pt>
                <c:pt idx="222">
                  <c:v>9.1</c:v>
                </c:pt>
                <c:pt idx="223">
                  <c:v>9</c:v>
                </c:pt>
                <c:pt idx="224">
                  <c:v>9</c:v>
                </c:pt>
                <c:pt idx="225">
                  <c:v>8.9</c:v>
                </c:pt>
                <c:pt idx="226">
                  <c:v>8.9</c:v>
                </c:pt>
                <c:pt idx="227">
                  <c:v>8.8000000000000007</c:v>
                </c:pt>
                <c:pt idx="228">
                  <c:v>8.6</c:v>
                </c:pt>
                <c:pt idx="229">
                  <c:v>8.5</c:v>
                </c:pt>
                <c:pt idx="230">
                  <c:v>8.5</c:v>
                </c:pt>
                <c:pt idx="231">
                  <c:v>8.9</c:v>
                </c:pt>
                <c:pt idx="232">
                  <c:v>8.8000000000000007</c:v>
                </c:pt>
                <c:pt idx="233">
                  <c:v>8.8000000000000007</c:v>
                </c:pt>
                <c:pt idx="234">
                  <c:v>8.6</c:v>
                </c:pt>
                <c:pt idx="235">
                  <c:v>8.6</c:v>
                </c:pt>
                <c:pt idx="236">
                  <c:v>8.6</c:v>
                </c:pt>
                <c:pt idx="237">
                  <c:v>8.5</c:v>
                </c:pt>
                <c:pt idx="238">
                  <c:v>8.5</c:v>
                </c:pt>
                <c:pt idx="239">
                  <c:v>8.4</c:v>
                </c:pt>
                <c:pt idx="240">
                  <c:v>8.8000000000000007</c:v>
                </c:pt>
                <c:pt idx="241">
                  <c:v>8.6999999999999993</c:v>
                </c:pt>
                <c:pt idx="242">
                  <c:v>8.6999999999999993</c:v>
                </c:pt>
                <c:pt idx="243">
                  <c:v>8.4</c:v>
                </c:pt>
                <c:pt idx="244">
                  <c:v>8.5</c:v>
                </c:pt>
                <c:pt idx="245">
                  <c:v>8.5</c:v>
                </c:pt>
                <c:pt idx="246">
                  <c:v>8.4</c:v>
                </c:pt>
                <c:pt idx="247">
                  <c:v>8.4</c:v>
                </c:pt>
                <c:pt idx="248">
                  <c:v>8.4</c:v>
                </c:pt>
                <c:pt idx="249">
                  <c:v>8.1999999999999993</c:v>
                </c:pt>
                <c:pt idx="250">
                  <c:v>8.1999999999999993</c:v>
                </c:pt>
                <c:pt idx="251">
                  <c:v>8.1999999999999993</c:v>
                </c:pt>
                <c:pt idx="252">
                  <c:v>8.3000000000000007</c:v>
                </c:pt>
                <c:pt idx="253">
                  <c:v>8</c:v>
                </c:pt>
                <c:pt idx="254">
                  <c:v>8.3000000000000007</c:v>
                </c:pt>
                <c:pt idx="255">
                  <c:v>8.1999999999999993</c:v>
                </c:pt>
                <c:pt idx="256">
                  <c:v>8.1</c:v>
                </c:pt>
                <c:pt idx="257">
                  <c:v>7.9</c:v>
                </c:pt>
                <c:pt idx="258">
                  <c:v>7.9</c:v>
                </c:pt>
                <c:pt idx="259">
                  <c:v>7.7</c:v>
                </c:pt>
                <c:pt idx="260">
                  <c:v>8.1</c:v>
                </c:pt>
                <c:pt idx="261">
                  <c:v>8</c:v>
                </c:pt>
                <c:pt idx="262">
                  <c:v>8.1</c:v>
                </c:pt>
                <c:pt idx="263">
                  <c:v>7.9</c:v>
                </c:pt>
                <c:pt idx="264">
                  <c:v>7.8</c:v>
                </c:pt>
                <c:pt idx="265">
                  <c:v>8</c:v>
                </c:pt>
                <c:pt idx="266">
                  <c:v>7.9</c:v>
                </c:pt>
                <c:pt idx="267">
                  <c:v>7.9</c:v>
                </c:pt>
                <c:pt idx="268">
                  <c:v>7.6</c:v>
                </c:pt>
                <c:pt idx="269">
                  <c:v>7.9</c:v>
                </c:pt>
                <c:pt idx="270">
                  <c:v>7.6</c:v>
                </c:pt>
                <c:pt idx="271">
                  <c:v>7.6</c:v>
                </c:pt>
                <c:pt idx="272">
                  <c:v>7.8</c:v>
                </c:pt>
                <c:pt idx="273">
                  <c:v>7.8</c:v>
                </c:pt>
                <c:pt idx="274">
                  <c:v>7.6</c:v>
                </c:pt>
                <c:pt idx="275">
                  <c:v>7.6</c:v>
                </c:pt>
                <c:pt idx="276">
                  <c:v>7.4</c:v>
                </c:pt>
                <c:pt idx="277">
                  <c:v>7.4</c:v>
                </c:pt>
                <c:pt idx="278">
                  <c:v>7.2</c:v>
                </c:pt>
                <c:pt idx="279">
                  <c:v>7.1</c:v>
                </c:pt>
                <c:pt idx="280">
                  <c:v>7</c:v>
                </c:pt>
                <c:pt idx="281">
                  <c:v>6.7</c:v>
                </c:pt>
                <c:pt idx="282">
                  <c:v>6.6</c:v>
                </c:pt>
                <c:pt idx="283">
                  <c:v>6.7</c:v>
                </c:pt>
                <c:pt idx="284">
                  <c:v>6.7</c:v>
                </c:pt>
                <c:pt idx="285">
                  <c:v>6.7</c:v>
                </c:pt>
                <c:pt idx="286">
                  <c:v>6.6</c:v>
                </c:pt>
                <c:pt idx="287">
                  <c:v>6.3</c:v>
                </c:pt>
                <c:pt idx="288">
                  <c:v>6.3</c:v>
                </c:pt>
                <c:pt idx="289">
                  <c:v>6.1</c:v>
                </c:pt>
                <c:pt idx="290">
                  <c:v>6.1</c:v>
                </c:pt>
                <c:pt idx="291">
                  <c:v>5.9</c:v>
                </c:pt>
                <c:pt idx="292">
                  <c:v>6.1</c:v>
                </c:pt>
                <c:pt idx="293">
                  <c:v>6</c:v>
                </c:pt>
                <c:pt idx="294">
                  <c:v>6.3</c:v>
                </c:pt>
                <c:pt idx="295">
                  <c:v>6.2</c:v>
                </c:pt>
                <c:pt idx="296">
                  <c:v>6.2</c:v>
                </c:pt>
                <c:pt idx="297">
                  <c:v>6.3</c:v>
                </c:pt>
                <c:pt idx="298">
                  <c:v>6.3</c:v>
                </c:pt>
                <c:pt idx="299">
                  <c:v>6.7</c:v>
                </c:pt>
                <c:pt idx="300">
                  <c:v>6.6</c:v>
                </c:pt>
                <c:pt idx="301">
                  <c:v>6.7</c:v>
                </c:pt>
                <c:pt idx="302">
                  <c:v>6.4</c:v>
                </c:pt>
                <c:pt idx="303">
                  <c:v>6.9</c:v>
                </c:pt>
                <c:pt idx="304">
                  <c:v>6.8</c:v>
                </c:pt>
                <c:pt idx="305">
                  <c:v>6.9</c:v>
                </c:pt>
                <c:pt idx="306">
                  <c:v>6.6</c:v>
                </c:pt>
                <c:pt idx="307">
                  <c:v>6.8</c:v>
                </c:pt>
                <c:pt idx="308">
                  <c:v>6.8</c:v>
                </c:pt>
                <c:pt idx="309">
                  <c:v>6.9</c:v>
                </c:pt>
                <c:pt idx="310">
                  <c:v>7.1</c:v>
                </c:pt>
                <c:pt idx="311">
                  <c:v>6.9</c:v>
                </c:pt>
                <c:pt idx="312">
                  <c:v>7.2</c:v>
                </c:pt>
                <c:pt idx="313">
                  <c:v>7.4</c:v>
                </c:pt>
                <c:pt idx="314">
                  <c:v>7.6</c:v>
                </c:pt>
                <c:pt idx="315">
                  <c:v>7.5</c:v>
                </c:pt>
                <c:pt idx="316">
                  <c:v>7.5</c:v>
                </c:pt>
                <c:pt idx="317">
                  <c:v>7.8</c:v>
                </c:pt>
                <c:pt idx="318">
                  <c:v>8</c:v>
                </c:pt>
                <c:pt idx="319">
                  <c:v>8</c:v>
                </c:pt>
                <c:pt idx="320">
                  <c:v>8.3000000000000007</c:v>
                </c:pt>
                <c:pt idx="321">
                  <c:v>8.3000000000000007</c:v>
                </c:pt>
                <c:pt idx="322">
                  <c:v>8.4</c:v>
                </c:pt>
                <c:pt idx="323">
                  <c:v>8.5</c:v>
                </c:pt>
                <c:pt idx="324">
                  <c:v>8.5</c:v>
                </c:pt>
                <c:pt idx="325">
                  <c:v>8.6</c:v>
                </c:pt>
                <c:pt idx="326">
                  <c:v>8.6</c:v>
                </c:pt>
                <c:pt idx="327">
                  <c:v>8.6999999999999993</c:v>
                </c:pt>
                <c:pt idx="328">
                  <c:v>8.6999999999999993</c:v>
                </c:pt>
                <c:pt idx="329">
                  <c:v>8.5</c:v>
                </c:pt>
                <c:pt idx="330">
                  <c:v>8.5</c:v>
                </c:pt>
                <c:pt idx="331">
                  <c:v>8.3000000000000007</c:v>
                </c:pt>
                <c:pt idx="332">
                  <c:v>8.4</c:v>
                </c:pt>
                <c:pt idx="333">
                  <c:v>8.6</c:v>
                </c:pt>
                <c:pt idx="334">
                  <c:v>8.4</c:v>
                </c:pt>
                <c:pt idx="335">
                  <c:v>8.1999999999999993</c:v>
                </c:pt>
                <c:pt idx="336">
                  <c:v>8.1999999999999993</c:v>
                </c:pt>
                <c:pt idx="337">
                  <c:v>8.1</c:v>
                </c:pt>
                <c:pt idx="338">
                  <c:v>8.1</c:v>
                </c:pt>
                <c:pt idx="339">
                  <c:v>8</c:v>
                </c:pt>
                <c:pt idx="340">
                  <c:v>8.3000000000000007</c:v>
                </c:pt>
                <c:pt idx="341">
                  <c:v>8.1999999999999993</c:v>
                </c:pt>
                <c:pt idx="342">
                  <c:v>8.4</c:v>
                </c:pt>
                <c:pt idx="343">
                  <c:v>8.6</c:v>
                </c:pt>
                <c:pt idx="344">
                  <c:v>9</c:v>
                </c:pt>
                <c:pt idx="345">
                  <c:v>8.9</c:v>
                </c:pt>
                <c:pt idx="346">
                  <c:v>9.5</c:v>
                </c:pt>
                <c:pt idx="347">
                  <c:v>9.6999999999999993</c:v>
                </c:pt>
                <c:pt idx="348">
                  <c:v>9.6999999999999993</c:v>
                </c:pt>
                <c:pt idx="349">
                  <c:v>10.199999999999999</c:v>
                </c:pt>
                <c:pt idx="350">
                  <c:v>10.7</c:v>
                </c:pt>
                <c:pt idx="351">
                  <c:v>10.7</c:v>
                </c:pt>
                <c:pt idx="352">
                  <c:v>10.6</c:v>
                </c:pt>
                <c:pt idx="353">
                  <c:v>10.9</c:v>
                </c:pt>
                <c:pt idx="354">
                  <c:v>11.1</c:v>
                </c:pt>
                <c:pt idx="355">
                  <c:v>10.9</c:v>
                </c:pt>
                <c:pt idx="356">
                  <c:v>11.2</c:v>
                </c:pt>
                <c:pt idx="357">
                  <c:v>11.6</c:v>
                </c:pt>
                <c:pt idx="358">
                  <c:v>11.6</c:v>
                </c:pt>
                <c:pt idx="359">
                  <c:v>11.6</c:v>
                </c:pt>
                <c:pt idx="360">
                  <c:v>12.1</c:v>
                </c:pt>
                <c:pt idx="361">
                  <c:v>12</c:v>
                </c:pt>
                <c:pt idx="362">
                  <c:v>12</c:v>
                </c:pt>
                <c:pt idx="363">
                  <c:v>12.3</c:v>
                </c:pt>
                <c:pt idx="364">
                  <c:v>12.4</c:v>
                </c:pt>
                <c:pt idx="365">
                  <c:v>12.4</c:v>
                </c:pt>
                <c:pt idx="366">
                  <c:v>12.2</c:v>
                </c:pt>
                <c:pt idx="367">
                  <c:v>12.6</c:v>
                </c:pt>
                <c:pt idx="368">
                  <c:v>12.6</c:v>
                </c:pt>
                <c:pt idx="369">
                  <c:v>12.6</c:v>
                </c:pt>
                <c:pt idx="370">
                  <c:v>12.6</c:v>
                </c:pt>
                <c:pt idx="371">
                  <c:v>12.6</c:v>
                </c:pt>
                <c:pt idx="372">
                  <c:v>13</c:v>
                </c:pt>
                <c:pt idx="373">
                  <c:v>12.9</c:v>
                </c:pt>
                <c:pt idx="374">
                  <c:v>12.7</c:v>
                </c:pt>
                <c:pt idx="375">
                  <c:v>12.8</c:v>
                </c:pt>
                <c:pt idx="376">
                  <c:v>12.7</c:v>
                </c:pt>
                <c:pt idx="377">
                  <c:v>12.3</c:v>
                </c:pt>
                <c:pt idx="378">
                  <c:v>12.9</c:v>
                </c:pt>
                <c:pt idx="379">
                  <c:v>12.5</c:v>
                </c:pt>
                <c:pt idx="380">
                  <c:v>12.9</c:v>
                </c:pt>
                <c:pt idx="381">
                  <c:v>13</c:v>
                </c:pt>
                <c:pt idx="382">
                  <c:v>13.2</c:v>
                </c:pt>
                <c:pt idx="383">
                  <c:v>12.4</c:v>
                </c:pt>
                <c:pt idx="384">
                  <c:v>12.4</c:v>
                </c:pt>
                <c:pt idx="385">
                  <c:v>12.4</c:v>
                </c:pt>
                <c:pt idx="386">
                  <c:v>12.6</c:v>
                </c:pt>
                <c:pt idx="387">
                  <c:v>12.2</c:v>
                </c:pt>
                <c:pt idx="388">
                  <c:v>12.3</c:v>
                </c:pt>
                <c:pt idx="389">
                  <c:v>12.3</c:v>
                </c:pt>
                <c:pt idx="390">
                  <c:v>11.7</c:v>
                </c:pt>
                <c:pt idx="391">
                  <c:v>11.7</c:v>
                </c:pt>
                <c:pt idx="392">
                  <c:v>11.6</c:v>
                </c:pt>
                <c:pt idx="393">
                  <c:v>11.7</c:v>
                </c:pt>
                <c:pt idx="394">
                  <c:v>11.5</c:v>
                </c:pt>
                <c:pt idx="395">
                  <c:v>11.7</c:v>
                </c:pt>
                <c:pt idx="396">
                  <c:v>11.6</c:v>
                </c:pt>
                <c:pt idx="397">
                  <c:v>11.7</c:v>
                </c:pt>
                <c:pt idx="398">
                  <c:v>11.6</c:v>
                </c:pt>
                <c:pt idx="399">
                  <c:v>11.8</c:v>
                </c:pt>
                <c:pt idx="400">
                  <c:v>11.6</c:v>
                </c:pt>
                <c:pt idx="401">
                  <c:v>11.7</c:v>
                </c:pt>
                <c:pt idx="402">
                  <c:v>11.6</c:v>
                </c:pt>
                <c:pt idx="403">
                  <c:v>11.7</c:v>
                </c:pt>
                <c:pt idx="404">
                  <c:v>11.8</c:v>
                </c:pt>
                <c:pt idx="405">
                  <c:v>11.7</c:v>
                </c:pt>
                <c:pt idx="406">
                  <c:v>12</c:v>
                </c:pt>
                <c:pt idx="407">
                  <c:v>11.8</c:v>
                </c:pt>
                <c:pt idx="408">
                  <c:v>11.7</c:v>
                </c:pt>
                <c:pt idx="409">
                  <c:v>11.5</c:v>
                </c:pt>
                <c:pt idx="410">
                  <c:v>11.5</c:v>
                </c:pt>
                <c:pt idx="411">
                  <c:v>11.2</c:v>
                </c:pt>
                <c:pt idx="412">
                  <c:v>11.5</c:v>
                </c:pt>
                <c:pt idx="413">
                  <c:v>11.2</c:v>
                </c:pt>
                <c:pt idx="414">
                  <c:v>11.4</c:v>
                </c:pt>
                <c:pt idx="415">
                  <c:v>11.4</c:v>
                </c:pt>
                <c:pt idx="416">
                  <c:v>11.2</c:v>
                </c:pt>
                <c:pt idx="417">
                  <c:v>11.1</c:v>
                </c:pt>
                <c:pt idx="418">
                  <c:v>11</c:v>
                </c:pt>
                <c:pt idx="419">
                  <c:v>10.9</c:v>
                </c:pt>
                <c:pt idx="420">
                  <c:v>11</c:v>
                </c:pt>
                <c:pt idx="421">
                  <c:v>10.8</c:v>
                </c:pt>
                <c:pt idx="422">
                  <c:v>10.9</c:v>
                </c:pt>
                <c:pt idx="423">
                  <c:v>11</c:v>
                </c:pt>
                <c:pt idx="424">
                  <c:v>10.6</c:v>
                </c:pt>
                <c:pt idx="425">
                  <c:v>10.7</c:v>
                </c:pt>
                <c:pt idx="426">
                  <c:v>10.3</c:v>
                </c:pt>
                <c:pt idx="427">
                  <c:v>10.199999999999999</c:v>
                </c:pt>
                <c:pt idx="428">
                  <c:v>10.3</c:v>
                </c:pt>
                <c:pt idx="429">
                  <c:v>10.7</c:v>
                </c:pt>
                <c:pt idx="430">
                  <c:v>10.5</c:v>
                </c:pt>
                <c:pt idx="431">
                  <c:v>10.3</c:v>
                </c:pt>
                <c:pt idx="432">
                  <c:v>10.4</c:v>
                </c:pt>
                <c:pt idx="433">
                  <c:v>10.4</c:v>
                </c:pt>
                <c:pt idx="434">
                  <c:v>10.199999999999999</c:v>
                </c:pt>
                <c:pt idx="435">
                  <c:v>10.3</c:v>
                </c:pt>
                <c:pt idx="436">
                  <c:v>10</c:v>
                </c:pt>
                <c:pt idx="437">
                  <c:v>9.6</c:v>
                </c:pt>
                <c:pt idx="438">
                  <c:v>9.6</c:v>
                </c:pt>
                <c:pt idx="439">
                  <c:v>9.5</c:v>
                </c:pt>
                <c:pt idx="440">
                  <c:v>9.6999999999999993</c:v>
                </c:pt>
                <c:pt idx="441">
                  <c:v>9.5</c:v>
                </c:pt>
                <c:pt idx="442">
                  <c:v>9.8000000000000007</c:v>
                </c:pt>
                <c:pt idx="443">
                  <c:v>9.8000000000000007</c:v>
                </c:pt>
                <c:pt idx="444">
                  <c:v>9.6</c:v>
                </c:pt>
                <c:pt idx="445">
                  <c:v>9.5</c:v>
                </c:pt>
                <c:pt idx="446">
                  <c:v>7.7</c:v>
                </c:pt>
                <c:pt idx="447">
                  <c:v>7.4</c:v>
                </c:pt>
                <c:pt idx="448">
                  <c:v>8.6999999999999993</c:v>
                </c:pt>
                <c:pt idx="449">
                  <c:v>9.6</c:v>
                </c:pt>
                <c:pt idx="450">
                  <c:v>10.3</c:v>
                </c:pt>
                <c:pt idx="451">
                  <c:v>10.1</c:v>
                </c:pt>
                <c:pt idx="452">
                  <c:v>10.1</c:v>
                </c:pt>
                <c:pt idx="453">
                  <c:v>9.9</c:v>
                </c:pt>
                <c:pt idx="454">
                  <c:v>9.5</c:v>
                </c:pt>
                <c:pt idx="455">
                  <c:v>9.8000000000000007</c:v>
                </c:pt>
                <c:pt idx="456">
                  <c:v>10.1</c:v>
                </c:pt>
                <c:pt idx="457">
                  <c:v>10.1</c:v>
                </c:pt>
                <c:pt idx="458">
                  <c:v>10.199999999999999</c:v>
                </c:pt>
                <c:pt idx="459">
                  <c:v>10.199999999999999</c:v>
                </c:pt>
                <c:pt idx="460">
                  <c:v>9.9</c:v>
                </c:pt>
                <c:pt idx="461">
                  <c:v>9.5</c:v>
                </c:pt>
                <c:pt idx="462">
                  <c:v>9.1</c:v>
                </c:pt>
                <c:pt idx="463">
                  <c:v>9.1</c:v>
                </c:pt>
                <c:pt idx="464">
                  <c:v>9.1</c:v>
                </c:pt>
                <c:pt idx="465">
                  <c:v>9.1</c:v>
                </c:pt>
                <c:pt idx="466">
                  <c:v>9.1</c:v>
                </c:pt>
                <c:pt idx="467">
                  <c:v>8.8000000000000007</c:v>
                </c:pt>
                <c:pt idx="468">
                  <c:v>8.6</c:v>
                </c:pt>
                <c:pt idx="469">
                  <c:v>8.4</c:v>
                </c:pt>
                <c:pt idx="470">
                  <c:v>8.3000000000000007</c:v>
                </c:pt>
                <c:pt idx="471">
                  <c:v>8.1</c:v>
                </c:pt>
                <c:pt idx="472">
                  <c:v>8.1</c:v>
                </c:pt>
                <c:pt idx="473">
                  <c:v>8.1999999999999993</c:v>
                </c:pt>
                <c:pt idx="474">
                  <c:v>8</c:v>
                </c:pt>
                <c:pt idx="475">
                  <c:v>8.1999999999999993</c:v>
                </c:pt>
                <c:pt idx="476">
                  <c:v>8</c:v>
                </c:pt>
                <c:pt idx="477">
                  <c:v>7.8</c:v>
                </c:pt>
                <c:pt idx="478">
                  <c:v>7.8</c:v>
                </c:pt>
                <c:pt idx="479">
                  <c:v>7.9</c:v>
                </c:pt>
                <c:pt idx="480">
                  <c:v>7.9</c:v>
                </c:pt>
                <c:pt idx="481">
                  <c:v>7.8</c:v>
                </c:pt>
                <c:pt idx="482">
                  <c:v>7.9</c:v>
                </c:pt>
                <c:pt idx="483">
                  <c:v>7.9</c:v>
                </c:pt>
                <c:pt idx="484">
                  <c:v>7.8</c:v>
                </c:pt>
                <c:pt idx="485">
                  <c:v>7.5</c:v>
                </c:pt>
                <c:pt idx="486">
                  <c:v>7.8</c:v>
                </c:pt>
                <c:pt idx="487">
                  <c:v>7.6</c:v>
                </c:pt>
                <c:pt idx="488">
                  <c:v>7.6</c:v>
                </c:pt>
                <c:pt idx="489">
                  <c:v>7.6</c:v>
                </c:pt>
                <c:pt idx="490">
                  <c:v>7.5</c:v>
                </c:pt>
                <c:pt idx="491">
                  <c:v>7.2</c:v>
                </c:pt>
                <c:pt idx="492">
                  <c:v>7.2</c:v>
                </c:pt>
                <c:pt idx="493">
                  <c:v>7.3</c:v>
                </c:pt>
                <c:pt idx="494">
                  <c:v>7</c:v>
                </c:pt>
                <c:pt idx="495">
                  <c:v>6.8</c:v>
                </c:pt>
                <c:pt idx="496">
                  <c:v>6.8</c:v>
                </c:pt>
                <c:pt idx="497">
                  <c:v>6.9</c:v>
                </c:pt>
                <c:pt idx="498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83-4EC9-ABC1-9F079947A0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476015759"/>
        <c:axId val="476023439"/>
      </c:lineChart>
      <c:catAx>
        <c:axId val="476015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76023439"/>
        <c:crosses val="autoZero"/>
        <c:auto val="1"/>
        <c:lblAlgn val="ctr"/>
        <c:lblOffset val="100"/>
        <c:noMultiLvlLbl val="0"/>
      </c:catAx>
      <c:valAx>
        <c:axId val="476023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476015759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Tasas</a:t>
            </a:r>
            <a:r>
              <a:rPr lang="es-ES" baseline="0" dirty="0"/>
              <a:t> de paro por nivel de estudios</a:t>
            </a:r>
            <a:endParaRPr lang="es-E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4.6477803135986803E-2"/>
          <c:y val="8.3961531660767919E-2"/>
          <c:w val="0.93993188305131248"/>
          <c:h val="0.60749232116222107"/>
        </c:manualLayout>
      </c:layout>
      <c:lineChart>
        <c:grouping val="standard"/>
        <c:varyColors val="0"/>
        <c:ser>
          <c:idx val="0"/>
          <c:order val="0"/>
          <c:tx>
            <c:strRef>
              <c:f>'tabla-65227'!$B$9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 cmpd="sng" algn="ctr">
              <a:solidFill>
                <a:schemeClr val="accent4">
                  <a:tint val="46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'tabla-65227'!$B$10:$B$51</c:f>
              <c:numCache>
                <c:formatCode>#,##0.00</c:formatCode>
                <c:ptCount val="42"/>
                <c:pt idx="0">
                  <c:v>25.93</c:v>
                </c:pt>
                <c:pt idx="1">
                  <c:v>24.47</c:v>
                </c:pt>
                <c:pt idx="2">
                  <c:v>23.67</c:v>
                </c:pt>
                <c:pt idx="3">
                  <c:v>23.7</c:v>
                </c:pt>
                <c:pt idx="4">
                  <c:v>23.78</c:v>
                </c:pt>
                <c:pt idx="5">
                  <c:v>22.37</c:v>
                </c:pt>
                <c:pt idx="6">
                  <c:v>21.18</c:v>
                </c:pt>
                <c:pt idx="7">
                  <c:v>20.9</c:v>
                </c:pt>
                <c:pt idx="8">
                  <c:v>21</c:v>
                </c:pt>
                <c:pt idx="9">
                  <c:v>20</c:v>
                </c:pt>
                <c:pt idx="10">
                  <c:v>18.91</c:v>
                </c:pt>
                <c:pt idx="11">
                  <c:v>18.63</c:v>
                </c:pt>
                <c:pt idx="12">
                  <c:v>18.75</c:v>
                </c:pt>
                <c:pt idx="13">
                  <c:v>17.22</c:v>
                </c:pt>
                <c:pt idx="14">
                  <c:v>16.38</c:v>
                </c:pt>
                <c:pt idx="15">
                  <c:v>16.55</c:v>
                </c:pt>
                <c:pt idx="16">
                  <c:v>16.739999999999998</c:v>
                </c:pt>
                <c:pt idx="17">
                  <c:v>15.28</c:v>
                </c:pt>
                <c:pt idx="18">
                  <c:v>14.55</c:v>
                </c:pt>
                <c:pt idx="19">
                  <c:v>14.45</c:v>
                </c:pt>
                <c:pt idx="20">
                  <c:v>14.7</c:v>
                </c:pt>
                <c:pt idx="21">
                  <c:v>14.02</c:v>
                </c:pt>
                <c:pt idx="22">
                  <c:v>13.92</c:v>
                </c:pt>
                <c:pt idx="23">
                  <c:v>13.78</c:v>
                </c:pt>
                <c:pt idx="24">
                  <c:v>14.41</c:v>
                </c:pt>
                <c:pt idx="25">
                  <c:v>15.33</c:v>
                </c:pt>
                <c:pt idx="26">
                  <c:v>16.260000000000002</c:v>
                </c:pt>
                <c:pt idx="27">
                  <c:v>16.13</c:v>
                </c:pt>
                <c:pt idx="28">
                  <c:v>16.14</c:v>
                </c:pt>
                <c:pt idx="29">
                  <c:v>15.39</c:v>
                </c:pt>
                <c:pt idx="30">
                  <c:v>14.71</c:v>
                </c:pt>
                <c:pt idx="31">
                  <c:v>13.44</c:v>
                </c:pt>
                <c:pt idx="32">
                  <c:v>13.73</c:v>
                </c:pt>
                <c:pt idx="33">
                  <c:v>12.69</c:v>
                </c:pt>
                <c:pt idx="34">
                  <c:v>12.73</c:v>
                </c:pt>
                <c:pt idx="35">
                  <c:v>12.99</c:v>
                </c:pt>
                <c:pt idx="36">
                  <c:v>13.38</c:v>
                </c:pt>
                <c:pt idx="37">
                  <c:v>11.67</c:v>
                </c:pt>
                <c:pt idx="38">
                  <c:v>11.89</c:v>
                </c:pt>
                <c:pt idx="39">
                  <c:v>11.8</c:v>
                </c:pt>
                <c:pt idx="40">
                  <c:v>12.29</c:v>
                </c:pt>
                <c:pt idx="41">
                  <c:v>11.27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F-4B0B-AC0A-D72B309CEF07}"/>
            </c:ext>
          </c:extLst>
        </c:ser>
        <c:ser>
          <c:idx val="2"/>
          <c:order val="1"/>
          <c:tx>
            <c:strRef>
              <c:f>'tabla-65227'!$D$9</c:f>
              <c:strCache>
                <c:ptCount val="1"/>
                <c:pt idx="0">
                  <c:v>Estudios primarios incompletos</c:v>
                </c:pt>
              </c:strCache>
            </c:strRef>
          </c:tx>
          <c:spPr>
            <a:ln w="22225" cap="rnd" cmpd="sng" algn="ctr">
              <a:solidFill>
                <a:schemeClr val="accent4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'tabla-65227'!$D$10:$D$51</c:f>
              <c:numCache>
                <c:formatCode>#,##0.00</c:formatCode>
                <c:ptCount val="42"/>
                <c:pt idx="0">
                  <c:v>43.32</c:v>
                </c:pt>
                <c:pt idx="1">
                  <c:v>44.25</c:v>
                </c:pt>
                <c:pt idx="2">
                  <c:v>47.81</c:v>
                </c:pt>
                <c:pt idx="3">
                  <c:v>44.85</c:v>
                </c:pt>
                <c:pt idx="4">
                  <c:v>42.54</c:v>
                </c:pt>
                <c:pt idx="5">
                  <c:v>43.31</c:v>
                </c:pt>
                <c:pt idx="6">
                  <c:v>41.28</c:v>
                </c:pt>
                <c:pt idx="7">
                  <c:v>38.020000000000003</c:v>
                </c:pt>
                <c:pt idx="8">
                  <c:v>37.840000000000003</c:v>
                </c:pt>
                <c:pt idx="9">
                  <c:v>38.15</c:v>
                </c:pt>
                <c:pt idx="10">
                  <c:v>38.619999999999997</c:v>
                </c:pt>
                <c:pt idx="11">
                  <c:v>39.049999999999997</c:v>
                </c:pt>
                <c:pt idx="12">
                  <c:v>37.68</c:v>
                </c:pt>
                <c:pt idx="13">
                  <c:v>33.520000000000003</c:v>
                </c:pt>
                <c:pt idx="14">
                  <c:v>35.4</c:v>
                </c:pt>
                <c:pt idx="15">
                  <c:v>33.79</c:v>
                </c:pt>
                <c:pt idx="16">
                  <c:v>36.35</c:v>
                </c:pt>
                <c:pt idx="17">
                  <c:v>32.799999999999997</c:v>
                </c:pt>
                <c:pt idx="18">
                  <c:v>31.66</c:v>
                </c:pt>
                <c:pt idx="19">
                  <c:v>31.21</c:v>
                </c:pt>
                <c:pt idx="20">
                  <c:v>28.63</c:v>
                </c:pt>
                <c:pt idx="21">
                  <c:v>30.78</c:v>
                </c:pt>
                <c:pt idx="22">
                  <c:v>29.86</c:v>
                </c:pt>
                <c:pt idx="23">
                  <c:v>26.5</c:v>
                </c:pt>
                <c:pt idx="24">
                  <c:v>27.27</c:v>
                </c:pt>
                <c:pt idx="25">
                  <c:v>28.4</c:v>
                </c:pt>
                <c:pt idx="26">
                  <c:v>33.950000000000003</c:v>
                </c:pt>
                <c:pt idx="27">
                  <c:v>27.71</c:v>
                </c:pt>
                <c:pt idx="28">
                  <c:v>29.67</c:v>
                </c:pt>
                <c:pt idx="29">
                  <c:v>27.67</c:v>
                </c:pt>
                <c:pt idx="30">
                  <c:v>31.92</c:v>
                </c:pt>
                <c:pt idx="31">
                  <c:v>26.34</c:v>
                </c:pt>
                <c:pt idx="32">
                  <c:v>26.47</c:v>
                </c:pt>
                <c:pt idx="33">
                  <c:v>26.98</c:v>
                </c:pt>
                <c:pt idx="34">
                  <c:v>24.04</c:v>
                </c:pt>
                <c:pt idx="35">
                  <c:v>21.9</c:v>
                </c:pt>
                <c:pt idx="36">
                  <c:v>21.79</c:v>
                </c:pt>
                <c:pt idx="37">
                  <c:v>21.04</c:v>
                </c:pt>
                <c:pt idx="38">
                  <c:v>20.99</c:v>
                </c:pt>
                <c:pt idx="39">
                  <c:v>22.99</c:v>
                </c:pt>
                <c:pt idx="40">
                  <c:v>28.44</c:v>
                </c:pt>
                <c:pt idx="41">
                  <c:v>27.54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F-4B0B-AC0A-D72B309CEF07}"/>
            </c:ext>
          </c:extLst>
        </c:ser>
        <c:ser>
          <c:idx val="3"/>
          <c:order val="2"/>
          <c:tx>
            <c:strRef>
              <c:f>'tabla-65227'!$E$9</c:f>
              <c:strCache>
                <c:ptCount val="1"/>
                <c:pt idx="0">
                  <c:v>Educación primaria</c:v>
                </c:pt>
              </c:strCache>
            </c:strRef>
          </c:tx>
          <c:spPr>
            <a:ln w="22225" cap="rnd" cmpd="sng" algn="ctr">
              <a:solidFill>
                <a:schemeClr val="accent4">
                  <a:tint val="93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'tabla-65227'!$E$10:$E$51</c:f>
              <c:numCache>
                <c:formatCode>#,##0.00</c:formatCode>
                <c:ptCount val="42"/>
                <c:pt idx="0">
                  <c:v>38.770000000000003</c:v>
                </c:pt>
                <c:pt idx="1">
                  <c:v>38.44</c:v>
                </c:pt>
                <c:pt idx="2">
                  <c:v>38.04</c:v>
                </c:pt>
                <c:pt idx="3">
                  <c:v>38.07</c:v>
                </c:pt>
                <c:pt idx="4">
                  <c:v>38.44</c:v>
                </c:pt>
                <c:pt idx="5">
                  <c:v>36.340000000000003</c:v>
                </c:pt>
                <c:pt idx="6">
                  <c:v>35.229999999999997</c:v>
                </c:pt>
                <c:pt idx="7">
                  <c:v>35.08</c:v>
                </c:pt>
                <c:pt idx="8">
                  <c:v>36.36</c:v>
                </c:pt>
                <c:pt idx="9">
                  <c:v>33.61</c:v>
                </c:pt>
                <c:pt idx="10">
                  <c:v>33.28</c:v>
                </c:pt>
                <c:pt idx="11">
                  <c:v>31.55</c:v>
                </c:pt>
                <c:pt idx="12">
                  <c:v>31.77</c:v>
                </c:pt>
                <c:pt idx="13">
                  <c:v>29.96</c:v>
                </c:pt>
                <c:pt idx="14">
                  <c:v>29.44</c:v>
                </c:pt>
                <c:pt idx="15">
                  <c:v>28.75</c:v>
                </c:pt>
                <c:pt idx="16">
                  <c:v>28.81</c:v>
                </c:pt>
                <c:pt idx="17">
                  <c:v>27.77</c:v>
                </c:pt>
                <c:pt idx="18">
                  <c:v>26.19</c:v>
                </c:pt>
                <c:pt idx="19">
                  <c:v>25.14</c:v>
                </c:pt>
                <c:pt idx="20">
                  <c:v>26.27</c:v>
                </c:pt>
                <c:pt idx="21">
                  <c:v>25.9</c:v>
                </c:pt>
                <c:pt idx="22">
                  <c:v>25.7</c:v>
                </c:pt>
                <c:pt idx="23">
                  <c:v>25.72</c:v>
                </c:pt>
                <c:pt idx="24">
                  <c:v>26.4</c:v>
                </c:pt>
                <c:pt idx="25">
                  <c:v>26.37</c:v>
                </c:pt>
                <c:pt idx="26">
                  <c:v>28.8</c:v>
                </c:pt>
                <c:pt idx="27">
                  <c:v>29.72</c:v>
                </c:pt>
                <c:pt idx="28">
                  <c:v>26.69</c:v>
                </c:pt>
                <c:pt idx="29">
                  <c:v>26.39</c:v>
                </c:pt>
                <c:pt idx="30">
                  <c:v>28.11</c:v>
                </c:pt>
                <c:pt idx="31">
                  <c:v>26.46</c:v>
                </c:pt>
                <c:pt idx="32">
                  <c:v>27.67</c:v>
                </c:pt>
                <c:pt idx="33">
                  <c:v>25.2</c:v>
                </c:pt>
                <c:pt idx="34">
                  <c:v>25.5</c:v>
                </c:pt>
                <c:pt idx="35">
                  <c:v>26.73</c:v>
                </c:pt>
                <c:pt idx="36">
                  <c:v>28.95</c:v>
                </c:pt>
                <c:pt idx="37">
                  <c:v>24.98</c:v>
                </c:pt>
                <c:pt idx="38">
                  <c:v>23.62</c:v>
                </c:pt>
                <c:pt idx="39">
                  <c:v>22.55</c:v>
                </c:pt>
                <c:pt idx="40">
                  <c:v>24.49</c:v>
                </c:pt>
                <c:pt idx="41">
                  <c:v>22.85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FEF-4B0B-AC0A-D72B309CEF07}"/>
            </c:ext>
          </c:extLst>
        </c:ser>
        <c:ser>
          <c:idx val="4"/>
          <c:order val="3"/>
          <c:tx>
            <c:strRef>
              <c:f>'tabla-65227'!$F$9</c:f>
              <c:strCache>
                <c:ptCount val="1"/>
                <c:pt idx="0">
                  <c:v>Primera etapa de educación secundaria y similar</c:v>
                </c:pt>
              </c:strCache>
            </c:strRef>
          </c:tx>
          <c:spPr>
            <a:ln w="22225" cap="rnd" cmpd="sng" algn="ctr">
              <a:solidFill>
                <a:schemeClr val="accent4">
                  <a:shade val="92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'tabla-65227'!$F$10:$F$51</c:f>
              <c:numCache>
                <c:formatCode>#,##0.00</c:formatCode>
                <c:ptCount val="42"/>
                <c:pt idx="0">
                  <c:v>33.81</c:v>
                </c:pt>
                <c:pt idx="1">
                  <c:v>31.94</c:v>
                </c:pt>
                <c:pt idx="2">
                  <c:v>30.68</c:v>
                </c:pt>
                <c:pt idx="3">
                  <c:v>30.71</c:v>
                </c:pt>
                <c:pt idx="4">
                  <c:v>31.45</c:v>
                </c:pt>
                <c:pt idx="5">
                  <c:v>29.5</c:v>
                </c:pt>
                <c:pt idx="6">
                  <c:v>27.42</c:v>
                </c:pt>
                <c:pt idx="7">
                  <c:v>27.66</c:v>
                </c:pt>
                <c:pt idx="8">
                  <c:v>28.02</c:v>
                </c:pt>
                <c:pt idx="9">
                  <c:v>26.69</c:v>
                </c:pt>
                <c:pt idx="10">
                  <c:v>24.9</c:v>
                </c:pt>
                <c:pt idx="11">
                  <c:v>24.77</c:v>
                </c:pt>
                <c:pt idx="12">
                  <c:v>25.64</c:v>
                </c:pt>
                <c:pt idx="13">
                  <c:v>23.62</c:v>
                </c:pt>
                <c:pt idx="14">
                  <c:v>21.91</c:v>
                </c:pt>
                <c:pt idx="15">
                  <c:v>22.46</c:v>
                </c:pt>
                <c:pt idx="16">
                  <c:v>22.79</c:v>
                </c:pt>
                <c:pt idx="17">
                  <c:v>20.47</c:v>
                </c:pt>
                <c:pt idx="18">
                  <c:v>19.399999999999999</c:v>
                </c:pt>
                <c:pt idx="19">
                  <c:v>19.41</c:v>
                </c:pt>
                <c:pt idx="20">
                  <c:v>19.93</c:v>
                </c:pt>
                <c:pt idx="21">
                  <c:v>18.68</c:v>
                </c:pt>
                <c:pt idx="22">
                  <c:v>18.23</c:v>
                </c:pt>
                <c:pt idx="23">
                  <c:v>18.62</c:v>
                </c:pt>
                <c:pt idx="24">
                  <c:v>19.09</c:v>
                </c:pt>
                <c:pt idx="25">
                  <c:v>20.13</c:v>
                </c:pt>
                <c:pt idx="26">
                  <c:v>20.81</c:v>
                </c:pt>
                <c:pt idx="27">
                  <c:v>20.98</c:v>
                </c:pt>
                <c:pt idx="28">
                  <c:v>21.73</c:v>
                </c:pt>
                <c:pt idx="29">
                  <c:v>20.41</c:v>
                </c:pt>
                <c:pt idx="30">
                  <c:v>19.809999999999999</c:v>
                </c:pt>
                <c:pt idx="31">
                  <c:v>18.850000000000001</c:v>
                </c:pt>
                <c:pt idx="32">
                  <c:v>18.91</c:v>
                </c:pt>
                <c:pt idx="33">
                  <c:v>17.329999999999998</c:v>
                </c:pt>
                <c:pt idx="34">
                  <c:v>17.43</c:v>
                </c:pt>
                <c:pt idx="35">
                  <c:v>17.55</c:v>
                </c:pt>
                <c:pt idx="36">
                  <c:v>18.3</c:v>
                </c:pt>
                <c:pt idx="37">
                  <c:v>15.88</c:v>
                </c:pt>
                <c:pt idx="38">
                  <c:v>16.05</c:v>
                </c:pt>
                <c:pt idx="39">
                  <c:v>15.57</c:v>
                </c:pt>
                <c:pt idx="40">
                  <c:v>16.809999999999999</c:v>
                </c:pt>
                <c:pt idx="41">
                  <c:v>15.55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FEF-4B0B-AC0A-D72B309CEF07}"/>
            </c:ext>
          </c:extLst>
        </c:ser>
        <c:ser>
          <c:idx val="5"/>
          <c:order val="4"/>
          <c:tx>
            <c:strRef>
              <c:f>'tabla-65227'!$G$9</c:f>
              <c:strCache>
                <c:ptCount val="1"/>
                <c:pt idx="0">
                  <c:v>Segunda etapa de educación secundaria, con orientación general</c:v>
                </c:pt>
              </c:strCache>
            </c:strRef>
          </c:tx>
          <c:spPr>
            <a:ln w="22225" cap="rnd" cmpd="sng" algn="ctr">
              <a:solidFill>
                <a:schemeClr val="accent4">
                  <a:shade val="76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'tabla-65227'!$G$10:$G$51</c:f>
              <c:numCache>
                <c:formatCode>#,##0.00</c:formatCode>
                <c:ptCount val="42"/>
                <c:pt idx="0">
                  <c:v>25.07</c:v>
                </c:pt>
                <c:pt idx="1">
                  <c:v>23.03</c:v>
                </c:pt>
                <c:pt idx="2">
                  <c:v>21.89</c:v>
                </c:pt>
                <c:pt idx="3">
                  <c:v>22.86</c:v>
                </c:pt>
                <c:pt idx="4">
                  <c:v>22.07</c:v>
                </c:pt>
                <c:pt idx="5">
                  <c:v>21.01</c:v>
                </c:pt>
                <c:pt idx="6">
                  <c:v>19.55</c:v>
                </c:pt>
                <c:pt idx="7">
                  <c:v>19.12</c:v>
                </c:pt>
                <c:pt idx="8">
                  <c:v>19.27</c:v>
                </c:pt>
                <c:pt idx="9">
                  <c:v>19.100000000000001</c:v>
                </c:pt>
                <c:pt idx="10">
                  <c:v>17.3</c:v>
                </c:pt>
                <c:pt idx="11">
                  <c:v>16.829999999999998</c:v>
                </c:pt>
                <c:pt idx="12">
                  <c:v>17.350000000000001</c:v>
                </c:pt>
                <c:pt idx="13">
                  <c:v>16.7</c:v>
                </c:pt>
                <c:pt idx="14">
                  <c:v>15.3</c:v>
                </c:pt>
                <c:pt idx="15">
                  <c:v>16.3</c:v>
                </c:pt>
                <c:pt idx="16">
                  <c:v>17.22</c:v>
                </c:pt>
                <c:pt idx="17">
                  <c:v>15.92</c:v>
                </c:pt>
                <c:pt idx="18">
                  <c:v>14.95</c:v>
                </c:pt>
                <c:pt idx="19">
                  <c:v>14.51</c:v>
                </c:pt>
                <c:pt idx="20">
                  <c:v>14.92</c:v>
                </c:pt>
                <c:pt idx="21">
                  <c:v>14.22</c:v>
                </c:pt>
                <c:pt idx="22">
                  <c:v>14.1</c:v>
                </c:pt>
                <c:pt idx="23">
                  <c:v>13.41</c:v>
                </c:pt>
                <c:pt idx="24">
                  <c:v>14.77</c:v>
                </c:pt>
                <c:pt idx="25">
                  <c:v>17.170000000000002</c:v>
                </c:pt>
                <c:pt idx="26">
                  <c:v>17.91</c:v>
                </c:pt>
                <c:pt idx="27">
                  <c:v>18.04</c:v>
                </c:pt>
                <c:pt idx="28">
                  <c:v>17.96</c:v>
                </c:pt>
                <c:pt idx="29">
                  <c:v>17.39</c:v>
                </c:pt>
                <c:pt idx="30">
                  <c:v>15</c:v>
                </c:pt>
                <c:pt idx="31">
                  <c:v>14.24</c:v>
                </c:pt>
                <c:pt idx="32">
                  <c:v>15.12</c:v>
                </c:pt>
                <c:pt idx="33">
                  <c:v>14.55</c:v>
                </c:pt>
                <c:pt idx="34">
                  <c:v>13.58</c:v>
                </c:pt>
                <c:pt idx="35">
                  <c:v>14.15</c:v>
                </c:pt>
                <c:pt idx="36">
                  <c:v>14.58</c:v>
                </c:pt>
                <c:pt idx="37">
                  <c:v>13.01</c:v>
                </c:pt>
                <c:pt idx="38">
                  <c:v>12.54</c:v>
                </c:pt>
                <c:pt idx="39">
                  <c:v>12.72</c:v>
                </c:pt>
                <c:pt idx="40">
                  <c:v>13.17</c:v>
                </c:pt>
                <c:pt idx="41">
                  <c:v>12.67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FEF-4B0B-AC0A-D72B309CEF07}"/>
            </c:ext>
          </c:extLst>
        </c:ser>
        <c:ser>
          <c:idx val="6"/>
          <c:order val="5"/>
          <c:tx>
            <c:strRef>
              <c:f>'tabla-65227'!$H$9</c:f>
              <c:strCache>
                <c:ptCount val="1"/>
                <c:pt idx="0">
                  <c:v>Segunda etapa de educación secundaria con orientación profesional (incluye educación postsecundaria no superior)</c:v>
                </c:pt>
              </c:strCache>
            </c:strRef>
          </c:tx>
          <c:spPr>
            <a:ln w="22225" cap="rnd" cmpd="sng" algn="ctr">
              <a:solidFill>
                <a:schemeClr val="accent4">
                  <a:shade val="61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'tabla-65227'!$H$10:$H$51</c:f>
              <c:numCache>
                <c:formatCode>#,##0.00</c:formatCode>
                <c:ptCount val="42"/>
                <c:pt idx="0">
                  <c:v>26.98</c:v>
                </c:pt>
                <c:pt idx="1">
                  <c:v>26.32</c:v>
                </c:pt>
                <c:pt idx="2">
                  <c:v>24.15</c:v>
                </c:pt>
                <c:pt idx="3">
                  <c:v>24.88</c:v>
                </c:pt>
                <c:pt idx="4">
                  <c:v>25.33</c:v>
                </c:pt>
                <c:pt idx="5">
                  <c:v>22.94</c:v>
                </c:pt>
                <c:pt idx="6">
                  <c:v>22.08</c:v>
                </c:pt>
                <c:pt idx="7">
                  <c:v>22.46</c:v>
                </c:pt>
                <c:pt idx="8">
                  <c:v>22.74</c:v>
                </c:pt>
                <c:pt idx="9">
                  <c:v>21.06</c:v>
                </c:pt>
                <c:pt idx="10">
                  <c:v>19.149999999999999</c:v>
                </c:pt>
                <c:pt idx="11">
                  <c:v>19.54</c:v>
                </c:pt>
                <c:pt idx="12">
                  <c:v>19.39</c:v>
                </c:pt>
                <c:pt idx="13">
                  <c:v>17.53</c:v>
                </c:pt>
                <c:pt idx="14">
                  <c:v>16.8</c:v>
                </c:pt>
                <c:pt idx="15">
                  <c:v>17.43</c:v>
                </c:pt>
                <c:pt idx="16">
                  <c:v>17.22</c:v>
                </c:pt>
                <c:pt idx="17">
                  <c:v>15.4</c:v>
                </c:pt>
                <c:pt idx="18">
                  <c:v>13.98</c:v>
                </c:pt>
                <c:pt idx="19">
                  <c:v>14.47</c:v>
                </c:pt>
                <c:pt idx="20">
                  <c:v>15.27</c:v>
                </c:pt>
                <c:pt idx="21">
                  <c:v>15.67</c:v>
                </c:pt>
                <c:pt idx="22">
                  <c:v>14.53</c:v>
                </c:pt>
                <c:pt idx="23">
                  <c:v>14.31</c:v>
                </c:pt>
                <c:pt idx="24">
                  <c:v>15.67</c:v>
                </c:pt>
                <c:pt idx="25">
                  <c:v>15.88</c:v>
                </c:pt>
                <c:pt idx="26">
                  <c:v>15.75</c:v>
                </c:pt>
                <c:pt idx="27">
                  <c:v>16.170000000000002</c:v>
                </c:pt>
                <c:pt idx="28">
                  <c:v>17.52</c:v>
                </c:pt>
                <c:pt idx="29">
                  <c:v>17.43</c:v>
                </c:pt>
                <c:pt idx="30">
                  <c:v>14.86</c:v>
                </c:pt>
                <c:pt idx="31">
                  <c:v>14.84</c:v>
                </c:pt>
                <c:pt idx="32">
                  <c:v>15.31</c:v>
                </c:pt>
                <c:pt idx="33">
                  <c:v>13.9</c:v>
                </c:pt>
                <c:pt idx="34">
                  <c:v>12.93</c:v>
                </c:pt>
                <c:pt idx="35">
                  <c:v>13.52</c:v>
                </c:pt>
                <c:pt idx="36">
                  <c:v>14.4</c:v>
                </c:pt>
                <c:pt idx="37">
                  <c:v>12.8</c:v>
                </c:pt>
                <c:pt idx="38">
                  <c:v>12.65</c:v>
                </c:pt>
                <c:pt idx="39">
                  <c:v>13.59</c:v>
                </c:pt>
                <c:pt idx="40">
                  <c:v>13.76</c:v>
                </c:pt>
                <c:pt idx="41">
                  <c:v>11.64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FEF-4B0B-AC0A-D72B309CEF07}"/>
            </c:ext>
          </c:extLst>
        </c:ser>
        <c:ser>
          <c:idx val="7"/>
          <c:order val="6"/>
          <c:tx>
            <c:strRef>
              <c:f>'tabla-65227'!$I$9</c:f>
              <c:strCache>
                <c:ptCount val="1"/>
                <c:pt idx="0">
                  <c:v>Educación superior</c:v>
                </c:pt>
              </c:strCache>
            </c:strRef>
          </c:tx>
          <c:spPr>
            <a:ln w="22225" cap="rnd" cmpd="sng" algn="ctr">
              <a:solidFill>
                <a:schemeClr val="accent4">
                  <a:shade val="4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'tabla-65227'!$A$10:$A$51</c:f>
              <c:strCache>
                <c:ptCount val="42"/>
                <c:pt idx="0">
                  <c:v>2014T1</c:v>
                </c:pt>
                <c:pt idx="1">
                  <c:v>2014T2</c:v>
                </c:pt>
                <c:pt idx="2">
                  <c:v>2014T3</c:v>
                </c:pt>
                <c:pt idx="3">
                  <c:v>2014T4</c:v>
                </c:pt>
                <c:pt idx="4">
                  <c:v>2015T1</c:v>
                </c:pt>
                <c:pt idx="5">
                  <c:v>2015T2</c:v>
                </c:pt>
                <c:pt idx="6">
                  <c:v>2015T3</c:v>
                </c:pt>
                <c:pt idx="7">
                  <c:v>2015T4</c:v>
                </c:pt>
                <c:pt idx="8">
                  <c:v>2016T1</c:v>
                </c:pt>
                <c:pt idx="9">
                  <c:v>2016T2</c:v>
                </c:pt>
                <c:pt idx="10">
                  <c:v>2016T3</c:v>
                </c:pt>
                <c:pt idx="11">
                  <c:v>2016T4</c:v>
                </c:pt>
                <c:pt idx="12">
                  <c:v>2017T1</c:v>
                </c:pt>
                <c:pt idx="13">
                  <c:v>2017T2</c:v>
                </c:pt>
                <c:pt idx="14">
                  <c:v>2017T3</c:v>
                </c:pt>
                <c:pt idx="15">
                  <c:v>2017T4</c:v>
                </c:pt>
                <c:pt idx="16">
                  <c:v>2018T1</c:v>
                </c:pt>
                <c:pt idx="17">
                  <c:v>2018T2</c:v>
                </c:pt>
                <c:pt idx="18">
                  <c:v>2018T3</c:v>
                </c:pt>
                <c:pt idx="19">
                  <c:v>2018T4</c:v>
                </c:pt>
                <c:pt idx="20">
                  <c:v>2019T1</c:v>
                </c:pt>
                <c:pt idx="21">
                  <c:v>2019T2</c:v>
                </c:pt>
                <c:pt idx="22">
                  <c:v>2019T3</c:v>
                </c:pt>
                <c:pt idx="23">
                  <c:v>2019T4</c:v>
                </c:pt>
                <c:pt idx="24">
                  <c:v>2020T1</c:v>
                </c:pt>
                <c:pt idx="25">
                  <c:v>2020T2</c:v>
                </c:pt>
                <c:pt idx="26">
                  <c:v>2020T3</c:v>
                </c:pt>
                <c:pt idx="27">
                  <c:v>2020T4</c:v>
                </c:pt>
                <c:pt idx="28">
                  <c:v>2021T1</c:v>
                </c:pt>
                <c:pt idx="29">
                  <c:v>2021T2</c:v>
                </c:pt>
                <c:pt idx="30">
                  <c:v>2021T3</c:v>
                </c:pt>
                <c:pt idx="31">
                  <c:v>2021T4</c:v>
                </c:pt>
                <c:pt idx="32">
                  <c:v>2022T1</c:v>
                </c:pt>
                <c:pt idx="33">
                  <c:v>2022T2</c:v>
                </c:pt>
                <c:pt idx="34">
                  <c:v>2022T3</c:v>
                </c:pt>
                <c:pt idx="35">
                  <c:v>2022T4</c:v>
                </c:pt>
                <c:pt idx="36">
                  <c:v>2023T1</c:v>
                </c:pt>
                <c:pt idx="37">
                  <c:v>2023T2</c:v>
                </c:pt>
                <c:pt idx="38">
                  <c:v>2023T3</c:v>
                </c:pt>
                <c:pt idx="39">
                  <c:v>2023T4</c:v>
                </c:pt>
                <c:pt idx="40">
                  <c:v>2024T1</c:v>
                </c:pt>
                <c:pt idx="41">
                  <c:v>2024T2</c:v>
                </c:pt>
              </c:strCache>
            </c:strRef>
          </c:cat>
          <c:val>
            <c:numRef>
              <c:f>'tabla-65227'!$I$10:$I$51</c:f>
              <c:numCache>
                <c:formatCode>#,##0.00</c:formatCode>
                <c:ptCount val="42"/>
                <c:pt idx="0">
                  <c:v>15.77</c:v>
                </c:pt>
                <c:pt idx="1">
                  <c:v>14.48</c:v>
                </c:pt>
                <c:pt idx="2">
                  <c:v>14.46</c:v>
                </c:pt>
                <c:pt idx="3">
                  <c:v>14.29</c:v>
                </c:pt>
                <c:pt idx="4">
                  <c:v>14.03</c:v>
                </c:pt>
                <c:pt idx="5">
                  <c:v>13.29</c:v>
                </c:pt>
                <c:pt idx="6">
                  <c:v>13.01</c:v>
                </c:pt>
                <c:pt idx="7">
                  <c:v>12.45</c:v>
                </c:pt>
                <c:pt idx="8">
                  <c:v>12.17</c:v>
                </c:pt>
                <c:pt idx="9">
                  <c:v>11.61</c:v>
                </c:pt>
                <c:pt idx="10">
                  <c:v>11.55</c:v>
                </c:pt>
                <c:pt idx="11">
                  <c:v>11.36</c:v>
                </c:pt>
                <c:pt idx="12">
                  <c:v>10.89</c:v>
                </c:pt>
                <c:pt idx="13">
                  <c:v>9.7100000000000009</c:v>
                </c:pt>
                <c:pt idx="14">
                  <c:v>9.7899999999999991</c:v>
                </c:pt>
                <c:pt idx="15">
                  <c:v>9.49</c:v>
                </c:pt>
                <c:pt idx="16">
                  <c:v>9.32</c:v>
                </c:pt>
                <c:pt idx="17">
                  <c:v>8.67</c:v>
                </c:pt>
                <c:pt idx="18">
                  <c:v>8.7899999999999991</c:v>
                </c:pt>
                <c:pt idx="19">
                  <c:v>8.8699999999999992</c:v>
                </c:pt>
                <c:pt idx="20">
                  <c:v>8.8000000000000007</c:v>
                </c:pt>
                <c:pt idx="21">
                  <c:v>8.23</c:v>
                </c:pt>
                <c:pt idx="22">
                  <c:v>8.81</c:v>
                </c:pt>
                <c:pt idx="23">
                  <c:v>8.61</c:v>
                </c:pt>
                <c:pt idx="24">
                  <c:v>8.98</c:v>
                </c:pt>
                <c:pt idx="25">
                  <c:v>10.029999999999999</c:v>
                </c:pt>
                <c:pt idx="26">
                  <c:v>11.14</c:v>
                </c:pt>
                <c:pt idx="27">
                  <c:v>10.71</c:v>
                </c:pt>
                <c:pt idx="28">
                  <c:v>10.26</c:v>
                </c:pt>
                <c:pt idx="29">
                  <c:v>9.61</c:v>
                </c:pt>
                <c:pt idx="30">
                  <c:v>9.44</c:v>
                </c:pt>
                <c:pt idx="31">
                  <c:v>7.83</c:v>
                </c:pt>
                <c:pt idx="32">
                  <c:v>7.85</c:v>
                </c:pt>
                <c:pt idx="33">
                  <c:v>7.14</c:v>
                </c:pt>
                <c:pt idx="34">
                  <c:v>7.88</c:v>
                </c:pt>
                <c:pt idx="35">
                  <c:v>7.98</c:v>
                </c:pt>
                <c:pt idx="36">
                  <c:v>7.73</c:v>
                </c:pt>
                <c:pt idx="37">
                  <c:v>6.72</c:v>
                </c:pt>
                <c:pt idx="38">
                  <c:v>7.57</c:v>
                </c:pt>
                <c:pt idx="39">
                  <c:v>7.49</c:v>
                </c:pt>
                <c:pt idx="40">
                  <c:v>7.35</c:v>
                </c:pt>
                <c:pt idx="41">
                  <c:v>6.68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FEF-4B0B-AC0A-D72B309CE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345088672"/>
        <c:axId val="345102592"/>
      </c:lineChart>
      <c:catAx>
        <c:axId val="34508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45102592"/>
        <c:crosses val="autoZero"/>
        <c:auto val="1"/>
        <c:lblAlgn val="ctr"/>
        <c:lblOffset val="100"/>
        <c:noMultiLvlLbl val="0"/>
      </c:catAx>
      <c:valAx>
        <c:axId val="345102592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45088672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486930145592438"/>
          <c:y val="0.78833964561842806"/>
          <c:w val="0.82315489844718281"/>
          <c:h val="0.198078009006413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Tasa de empleo en la UE-27 y España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TE_datos!$A$12</c:f>
              <c:strCache>
                <c:ptCount val="1"/>
                <c:pt idx="0">
                  <c:v>European Union - 27 countries (from 2020)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TE_datos!$B$11:$BB$11</c:f>
              <c:strCache>
                <c:ptCount val="53"/>
                <c:pt idx="0">
                  <c:v>2011-Q1</c:v>
                </c:pt>
                <c:pt idx="1">
                  <c:v>2011-Q2</c:v>
                </c:pt>
                <c:pt idx="2">
                  <c:v>2011-Q3</c:v>
                </c:pt>
                <c:pt idx="3">
                  <c:v>2011-Q4</c:v>
                </c:pt>
                <c:pt idx="4">
                  <c:v>2012-Q1</c:v>
                </c:pt>
                <c:pt idx="5">
                  <c:v>2012-Q2</c:v>
                </c:pt>
                <c:pt idx="6">
                  <c:v>2012-Q3</c:v>
                </c:pt>
                <c:pt idx="7">
                  <c:v>2012-Q4</c:v>
                </c:pt>
                <c:pt idx="8">
                  <c:v>2013-Q1</c:v>
                </c:pt>
                <c:pt idx="9">
                  <c:v>2013-Q2</c:v>
                </c:pt>
                <c:pt idx="10">
                  <c:v>2013-Q3</c:v>
                </c:pt>
                <c:pt idx="11">
                  <c:v>2013-Q4</c:v>
                </c:pt>
                <c:pt idx="12">
                  <c:v>2014-Q1</c:v>
                </c:pt>
                <c:pt idx="13">
                  <c:v>2014-Q2</c:v>
                </c:pt>
                <c:pt idx="14">
                  <c:v>2014-Q3</c:v>
                </c:pt>
                <c:pt idx="15">
                  <c:v>2014-Q4</c:v>
                </c:pt>
                <c:pt idx="16">
                  <c:v>2015-Q1</c:v>
                </c:pt>
                <c:pt idx="17">
                  <c:v>2015-Q2</c:v>
                </c:pt>
                <c:pt idx="18">
                  <c:v>2015-Q3</c:v>
                </c:pt>
                <c:pt idx="19">
                  <c:v>2015-Q4</c:v>
                </c:pt>
                <c:pt idx="20">
                  <c:v>2016-Q1</c:v>
                </c:pt>
                <c:pt idx="21">
                  <c:v>2016-Q2</c:v>
                </c:pt>
                <c:pt idx="22">
                  <c:v>2016-Q3</c:v>
                </c:pt>
                <c:pt idx="23">
                  <c:v>2016-Q4</c:v>
                </c:pt>
                <c:pt idx="24">
                  <c:v>2017-Q1</c:v>
                </c:pt>
                <c:pt idx="25">
                  <c:v>2017-Q2</c:v>
                </c:pt>
                <c:pt idx="26">
                  <c:v>2017-Q3</c:v>
                </c:pt>
                <c:pt idx="27">
                  <c:v>2017-Q4</c:v>
                </c:pt>
                <c:pt idx="28">
                  <c:v>2018-Q1</c:v>
                </c:pt>
                <c:pt idx="29">
                  <c:v>2018-Q2</c:v>
                </c:pt>
                <c:pt idx="30">
                  <c:v>2018-Q3</c:v>
                </c:pt>
                <c:pt idx="31">
                  <c:v>2018-Q4</c:v>
                </c:pt>
                <c:pt idx="32">
                  <c:v>2019-Q1</c:v>
                </c:pt>
                <c:pt idx="33">
                  <c:v>2019-Q2</c:v>
                </c:pt>
                <c:pt idx="34">
                  <c:v>2019-Q3</c:v>
                </c:pt>
                <c:pt idx="35">
                  <c:v>2019-Q4</c:v>
                </c:pt>
                <c:pt idx="36">
                  <c:v>2020-Q1</c:v>
                </c:pt>
                <c:pt idx="37">
                  <c:v>2020-Q2</c:v>
                </c:pt>
                <c:pt idx="38">
                  <c:v>2020-Q3</c:v>
                </c:pt>
                <c:pt idx="39">
                  <c:v>2020-Q4</c:v>
                </c:pt>
                <c:pt idx="40">
                  <c:v>2021-Q1</c:v>
                </c:pt>
                <c:pt idx="41">
                  <c:v>2021-Q2</c:v>
                </c:pt>
                <c:pt idx="42">
                  <c:v>2021-Q3</c:v>
                </c:pt>
                <c:pt idx="43">
                  <c:v>2021-Q4</c:v>
                </c:pt>
                <c:pt idx="44">
                  <c:v>2022-Q1</c:v>
                </c:pt>
                <c:pt idx="45">
                  <c:v>2022-Q2</c:v>
                </c:pt>
                <c:pt idx="46">
                  <c:v>2022-Q3</c:v>
                </c:pt>
                <c:pt idx="47">
                  <c:v>2022-Q4</c:v>
                </c:pt>
                <c:pt idx="48">
                  <c:v>2023-Q1</c:v>
                </c:pt>
                <c:pt idx="49">
                  <c:v>2023-Q2</c:v>
                </c:pt>
                <c:pt idx="50">
                  <c:v>2023-Q3</c:v>
                </c:pt>
                <c:pt idx="51">
                  <c:v>2023-Q4</c:v>
                </c:pt>
                <c:pt idx="52">
                  <c:v>2024-Q1</c:v>
                </c:pt>
              </c:strCache>
            </c:strRef>
          </c:cat>
          <c:val>
            <c:numRef>
              <c:f>TE_datos!$B$12:$BB$12</c:f>
              <c:numCache>
                <c:formatCode>#,##0.##########</c:formatCode>
                <c:ptCount val="53"/>
                <c:pt idx="0">
                  <c:v>62.9</c:v>
                </c:pt>
                <c:pt idx="1">
                  <c:v>63.6</c:v>
                </c:pt>
                <c:pt idx="2">
                  <c:v>63.8</c:v>
                </c:pt>
                <c:pt idx="3">
                  <c:v>63.4</c:v>
                </c:pt>
                <c:pt idx="4">
                  <c:v>62.7</c:v>
                </c:pt>
                <c:pt idx="5">
                  <c:v>63.4</c:v>
                </c:pt>
                <c:pt idx="6">
                  <c:v>63.7</c:v>
                </c:pt>
                <c:pt idx="7">
                  <c:v>63.2</c:v>
                </c:pt>
                <c:pt idx="8">
                  <c:v>62.4</c:v>
                </c:pt>
                <c:pt idx="9">
                  <c:v>63.2</c:v>
                </c:pt>
                <c:pt idx="10">
                  <c:v>63.6</c:v>
                </c:pt>
                <c:pt idx="11">
                  <c:v>63.3</c:v>
                </c:pt>
                <c:pt idx="12">
                  <c:v>62.9</c:v>
                </c:pt>
                <c:pt idx="13">
                  <c:v>63.7</c:v>
                </c:pt>
                <c:pt idx="14">
                  <c:v>64.3</c:v>
                </c:pt>
                <c:pt idx="15">
                  <c:v>64.099999999999994</c:v>
                </c:pt>
                <c:pt idx="16">
                  <c:v>63.6</c:v>
                </c:pt>
                <c:pt idx="17">
                  <c:v>64.5</c:v>
                </c:pt>
                <c:pt idx="18">
                  <c:v>65.099999999999994</c:v>
                </c:pt>
                <c:pt idx="19">
                  <c:v>64.900000000000006</c:v>
                </c:pt>
                <c:pt idx="20">
                  <c:v>64.7</c:v>
                </c:pt>
                <c:pt idx="21">
                  <c:v>65.599999999999994</c:v>
                </c:pt>
                <c:pt idx="22">
                  <c:v>66.099999999999994</c:v>
                </c:pt>
                <c:pt idx="23">
                  <c:v>65.900000000000006</c:v>
                </c:pt>
                <c:pt idx="24">
                  <c:v>65.7</c:v>
                </c:pt>
                <c:pt idx="25">
                  <c:v>66.8</c:v>
                </c:pt>
                <c:pt idx="26">
                  <c:v>67.3</c:v>
                </c:pt>
                <c:pt idx="27">
                  <c:v>67.099999999999994</c:v>
                </c:pt>
                <c:pt idx="28">
                  <c:v>66.8</c:v>
                </c:pt>
                <c:pt idx="29">
                  <c:v>67.7</c:v>
                </c:pt>
                <c:pt idx="30">
                  <c:v>68.2</c:v>
                </c:pt>
                <c:pt idx="31" formatCode="#,##0.0">
                  <c:v>68</c:v>
                </c:pt>
                <c:pt idx="32">
                  <c:v>67.7</c:v>
                </c:pt>
                <c:pt idx="33">
                  <c:v>68.5</c:v>
                </c:pt>
                <c:pt idx="34">
                  <c:v>68.8</c:v>
                </c:pt>
                <c:pt idx="35">
                  <c:v>68.7</c:v>
                </c:pt>
                <c:pt idx="36">
                  <c:v>67.900000000000006</c:v>
                </c:pt>
                <c:pt idx="37">
                  <c:v>66.8</c:v>
                </c:pt>
                <c:pt idx="38">
                  <c:v>67.599999999999994</c:v>
                </c:pt>
                <c:pt idx="39">
                  <c:v>67.8</c:v>
                </c:pt>
                <c:pt idx="40">
                  <c:v>66.7</c:v>
                </c:pt>
                <c:pt idx="41">
                  <c:v>68.099999999999994</c:v>
                </c:pt>
                <c:pt idx="42">
                  <c:v>69.2</c:v>
                </c:pt>
                <c:pt idx="43">
                  <c:v>69.2</c:v>
                </c:pt>
                <c:pt idx="44">
                  <c:v>69.099999999999994</c:v>
                </c:pt>
                <c:pt idx="45">
                  <c:v>69.900000000000006</c:v>
                </c:pt>
                <c:pt idx="46">
                  <c:v>70.099999999999994</c:v>
                </c:pt>
                <c:pt idx="47" formatCode="#,##0.0">
                  <c:v>70</c:v>
                </c:pt>
                <c:pt idx="48">
                  <c:v>69.8</c:v>
                </c:pt>
                <c:pt idx="49">
                  <c:v>70.5</c:v>
                </c:pt>
                <c:pt idx="50">
                  <c:v>70.7</c:v>
                </c:pt>
                <c:pt idx="51">
                  <c:v>70.599999999999994</c:v>
                </c:pt>
                <c:pt idx="52">
                  <c:v>70.3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48-4E2E-8B72-326B056FCD92}"/>
            </c:ext>
          </c:extLst>
        </c:ser>
        <c:ser>
          <c:idx val="1"/>
          <c:order val="1"/>
          <c:tx>
            <c:strRef>
              <c:f>TE_datos!$A$13</c:f>
              <c:strCache>
                <c:ptCount val="1"/>
                <c:pt idx="0">
                  <c:v>Spain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TE_datos!$B$11:$BB$11</c:f>
              <c:strCache>
                <c:ptCount val="53"/>
                <c:pt idx="0">
                  <c:v>2011-Q1</c:v>
                </c:pt>
                <c:pt idx="1">
                  <c:v>2011-Q2</c:v>
                </c:pt>
                <c:pt idx="2">
                  <c:v>2011-Q3</c:v>
                </c:pt>
                <c:pt idx="3">
                  <c:v>2011-Q4</c:v>
                </c:pt>
                <c:pt idx="4">
                  <c:v>2012-Q1</c:v>
                </c:pt>
                <c:pt idx="5">
                  <c:v>2012-Q2</c:v>
                </c:pt>
                <c:pt idx="6">
                  <c:v>2012-Q3</c:v>
                </c:pt>
                <c:pt idx="7">
                  <c:v>2012-Q4</c:v>
                </c:pt>
                <c:pt idx="8">
                  <c:v>2013-Q1</c:v>
                </c:pt>
                <c:pt idx="9">
                  <c:v>2013-Q2</c:v>
                </c:pt>
                <c:pt idx="10">
                  <c:v>2013-Q3</c:v>
                </c:pt>
                <c:pt idx="11">
                  <c:v>2013-Q4</c:v>
                </c:pt>
                <c:pt idx="12">
                  <c:v>2014-Q1</c:v>
                </c:pt>
                <c:pt idx="13">
                  <c:v>2014-Q2</c:v>
                </c:pt>
                <c:pt idx="14">
                  <c:v>2014-Q3</c:v>
                </c:pt>
                <c:pt idx="15">
                  <c:v>2014-Q4</c:v>
                </c:pt>
                <c:pt idx="16">
                  <c:v>2015-Q1</c:v>
                </c:pt>
                <c:pt idx="17">
                  <c:v>2015-Q2</c:v>
                </c:pt>
                <c:pt idx="18">
                  <c:v>2015-Q3</c:v>
                </c:pt>
                <c:pt idx="19">
                  <c:v>2015-Q4</c:v>
                </c:pt>
                <c:pt idx="20">
                  <c:v>2016-Q1</c:v>
                </c:pt>
                <c:pt idx="21">
                  <c:v>2016-Q2</c:v>
                </c:pt>
                <c:pt idx="22">
                  <c:v>2016-Q3</c:v>
                </c:pt>
                <c:pt idx="23">
                  <c:v>2016-Q4</c:v>
                </c:pt>
                <c:pt idx="24">
                  <c:v>2017-Q1</c:v>
                </c:pt>
                <c:pt idx="25">
                  <c:v>2017-Q2</c:v>
                </c:pt>
                <c:pt idx="26">
                  <c:v>2017-Q3</c:v>
                </c:pt>
                <c:pt idx="27">
                  <c:v>2017-Q4</c:v>
                </c:pt>
                <c:pt idx="28">
                  <c:v>2018-Q1</c:v>
                </c:pt>
                <c:pt idx="29">
                  <c:v>2018-Q2</c:v>
                </c:pt>
                <c:pt idx="30">
                  <c:v>2018-Q3</c:v>
                </c:pt>
                <c:pt idx="31">
                  <c:v>2018-Q4</c:v>
                </c:pt>
                <c:pt idx="32">
                  <c:v>2019-Q1</c:v>
                </c:pt>
                <c:pt idx="33">
                  <c:v>2019-Q2</c:v>
                </c:pt>
                <c:pt idx="34">
                  <c:v>2019-Q3</c:v>
                </c:pt>
                <c:pt idx="35">
                  <c:v>2019-Q4</c:v>
                </c:pt>
                <c:pt idx="36">
                  <c:v>2020-Q1</c:v>
                </c:pt>
                <c:pt idx="37">
                  <c:v>2020-Q2</c:v>
                </c:pt>
                <c:pt idx="38">
                  <c:v>2020-Q3</c:v>
                </c:pt>
                <c:pt idx="39">
                  <c:v>2020-Q4</c:v>
                </c:pt>
                <c:pt idx="40">
                  <c:v>2021-Q1</c:v>
                </c:pt>
                <c:pt idx="41">
                  <c:v>2021-Q2</c:v>
                </c:pt>
                <c:pt idx="42">
                  <c:v>2021-Q3</c:v>
                </c:pt>
                <c:pt idx="43">
                  <c:v>2021-Q4</c:v>
                </c:pt>
                <c:pt idx="44">
                  <c:v>2022-Q1</c:v>
                </c:pt>
                <c:pt idx="45">
                  <c:v>2022-Q2</c:v>
                </c:pt>
                <c:pt idx="46">
                  <c:v>2022-Q3</c:v>
                </c:pt>
                <c:pt idx="47">
                  <c:v>2022-Q4</c:v>
                </c:pt>
                <c:pt idx="48">
                  <c:v>2023-Q1</c:v>
                </c:pt>
                <c:pt idx="49">
                  <c:v>2023-Q2</c:v>
                </c:pt>
                <c:pt idx="50">
                  <c:v>2023-Q3</c:v>
                </c:pt>
                <c:pt idx="51">
                  <c:v>2023-Q4</c:v>
                </c:pt>
                <c:pt idx="52">
                  <c:v>2024-Q1</c:v>
                </c:pt>
              </c:strCache>
            </c:strRef>
          </c:cat>
          <c:val>
            <c:numRef>
              <c:f>TE_datos!$B$13:$BB$13</c:f>
              <c:numCache>
                <c:formatCode>#,##0.##########</c:formatCode>
                <c:ptCount val="53"/>
                <c:pt idx="0" formatCode="#,##0.0">
                  <c:v>58</c:v>
                </c:pt>
                <c:pt idx="1">
                  <c:v>58.7</c:v>
                </c:pt>
                <c:pt idx="2">
                  <c:v>58.3</c:v>
                </c:pt>
                <c:pt idx="3">
                  <c:v>57.1</c:v>
                </c:pt>
                <c:pt idx="4" formatCode="#,##0.0">
                  <c:v>56</c:v>
                </c:pt>
                <c:pt idx="5">
                  <c:v>56.1</c:v>
                </c:pt>
                <c:pt idx="6">
                  <c:v>55.9</c:v>
                </c:pt>
                <c:pt idx="7" formatCode="#,##0.0">
                  <c:v>55</c:v>
                </c:pt>
                <c:pt idx="8">
                  <c:v>54.2</c:v>
                </c:pt>
                <c:pt idx="9">
                  <c:v>54.8</c:v>
                </c:pt>
                <c:pt idx="10">
                  <c:v>55.2</c:v>
                </c:pt>
                <c:pt idx="11">
                  <c:v>55.1</c:v>
                </c:pt>
                <c:pt idx="12">
                  <c:v>54.7</c:v>
                </c:pt>
                <c:pt idx="13" formatCode="#,##0.0">
                  <c:v>56</c:v>
                </c:pt>
                <c:pt idx="14">
                  <c:v>56.5</c:v>
                </c:pt>
                <c:pt idx="15">
                  <c:v>56.8</c:v>
                </c:pt>
                <c:pt idx="16">
                  <c:v>56.4</c:v>
                </c:pt>
                <c:pt idx="17">
                  <c:v>57.8</c:v>
                </c:pt>
                <c:pt idx="18">
                  <c:v>58.4</c:v>
                </c:pt>
                <c:pt idx="19">
                  <c:v>58.6</c:v>
                </c:pt>
                <c:pt idx="20">
                  <c:v>58.5</c:v>
                </c:pt>
                <c:pt idx="21">
                  <c:v>59.4</c:v>
                </c:pt>
                <c:pt idx="22">
                  <c:v>60.2</c:v>
                </c:pt>
                <c:pt idx="23">
                  <c:v>60.1</c:v>
                </c:pt>
                <c:pt idx="24">
                  <c:v>59.9</c:v>
                </c:pt>
                <c:pt idx="25">
                  <c:v>61.1</c:v>
                </c:pt>
                <c:pt idx="26">
                  <c:v>61.8</c:v>
                </c:pt>
                <c:pt idx="27">
                  <c:v>61.6</c:v>
                </c:pt>
                <c:pt idx="28">
                  <c:v>61.1</c:v>
                </c:pt>
                <c:pt idx="29">
                  <c:v>62.5</c:v>
                </c:pt>
                <c:pt idx="30" formatCode="#,##0.0">
                  <c:v>63</c:v>
                </c:pt>
                <c:pt idx="31" formatCode="#,##0.0">
                  <c:v>63</c:v>
                </c:pt>
                <c:pt idx="32">
                  <c:v>62.5</c:v>
                </c:pt>
                <c:pt idx="33">
                  <c:v>63.5</c:v>
                </c:pt>
                <c:pt idx="34">
                  <c:v>63.5</c:v>
                </c:pt>
                <c:pt idx="35">
                  <c:v>63.7</c:v>
                </c:pt>
                <c:pt idx="36">
                  <c:v>62.6</c:v>
                </c:pt>
                <c:pt idx="37">
                  <c:v>59.1</c:v>
                </c:pt>
                <c:pt idx="38">
                  <c:v>60.8</c:v>
                </c:pt>
                <c:pt idx="39">
                  <c:v>61.3</c:v>
                </c:pt>
                <c:pt idx="40">
                  <c:v>60.8</c:v>
                </c:pt>
                <c:pt idx="41">
                  <c:v>62.3</c:v>
                </c:pt>
                <c:pt idx="42">
                  <c:v>63.5</c:v>
                </c:pt>
                <c:pt idx="43">
                  <c:v>63.9</c:v>
                </c:pt>
                <c:pt idx="44">
                  <c:v>63.5</c:v>
                </c:pt>
                <c:pt idx="45">
                  <c:v>64.599999999999994</c:v>
                </c:pt>
                <c:pt idx="46">
                  <c:v>64.8</c:v>
                </c:pt>
                <c:pt idx="47">
                  <c:v>64.2</c:v>
                </c:pt>
                <c:pt idx="48" formatCode="#,##0.0">
                  <c:v>64</c:v>
                </c:pt>
                <c:pt idx="49">
                  <c:v>65.7</c:v>
                </c:pt>
                <c:pt idx="50" formatCode="#,##0.0">
                  <c:v>66</c:v>
                </c:pt>
                <c:pt idx="51">
                  <c:v>65.7</c:v>
                </c:pt>
                <c:pt idx="52">
                  <c:v>65.099999999999994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48-4E2E-8B72-326B056FC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687532063"/>
        <c:axId val="687527263"/>
      </c:lineChart>
      <c:catAx>
        <c:axId val="68753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87527263"/>
        <c:crosses val="autoZero"/>
        <c:auto val="1"/>
        <c:lblAlgn val="ctr"/>
        <c:lblOffset val="100"/>
        <c:noMultiLvlLbl val="0"/>
      </c:catAx>
      <c:valAx>
        <c:axId val="687527263"/>
        <c:scaling>
          <c:orientation val="minMax"/>
          <c:min val="50"/>
        </c:scaling>
        <c:delete val="0"/>
        <c:axPos val="l"/>
        <c:numFmt formatCode="#,##0.########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8753206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8D044-DA98-45A5-BC06-D210B90823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6175F7-CBFD-48D6-8163-C2858C7C241A}">
      <dgm:prSet/>
      <dgm:spPr/>
      <dgm:t>
        <a:bodyPr/>
        <a:lstStyle/>
        <a:p>
          <a:r>
            <a:rPr lang="es-ES"/>
            <a:t>Espacio económico donde confluyen oferta y demanda de trabajo.</a:t>
          </a:r>
          <a:endParaRPr lang="en-US"/>
        </a:p>
      </dgm:t>
    </dgm:pt>
    <dgm:pt modelId="{CC76221A-0CFC-438A-9496-B35E6EA2E71B}" type="parTrans" cxnId="{F1B11AC6-F8AC-4472-987B-501ED9936E10}">
      <dgm:prSet/>
      <dgm:spPr/>
      <dgm:t>
        <a:bodyPr/>
        <a:lstStyle/>
        <a:p>
          <a:endParaRPr lang="en-US" sz="1400"/>
        </a:p>
      </dgm:t>
    </dgm:pt>
    <dgm:pt modelId="{F231880D-F125-4343-893F-CF86332097C1}" type="sibTrans" cxnId="{F1B11AC6-F8AC-4472-987B-501ED9936E10}">
      <dgm:prSet/>
      <dgm:spPr/>
      <dgm:t>
        <a:bodyPr/>
        <a:lstStyle/>
        <a:p>
          <a:endParaRPr lang="en-US"/>
        </a:p>
      </dgm:t>
    </dgm:pt>
    <dgm:pt modelId="{E1515143-A725-4A8F-B448-0FED8E3D2982}">
      <dgm:prSet/>
      <dgm:spPr/>
      <dgm:t>
        <a:bodyPr/>
        <a:lstStyle/>
        <a:p>
          <a:r>
            <a:rPr lang="es-ES"/>
            <a:t>Oferta: Trabajadores que ofrecen su fuerza laboral.</a:t>
          </a:r>
          <a:endParaRPr lang="en-US"/>
        </a:p>
      </dgm:t>
    </dgm:pt>
    <dgm:pt modelId="{22C898CD-BD04-4CC3-851F-74CE908A1DEE}" type="parTrans" cxnId="{84A1B223-4A28-44CB-9452-0958CF267633}">
      <dgm:prSet/>
      <dgm:spPr/>
      <dgm:t>
        <a:bodyPr/>
        <a:lstStyle/>
        <a:p>
          <a:endParaRPr lang="en-US" sz="1400"/>
        </a:p>
      </dgm:t>
    </dgm:pt>
    <dgm:pt modelId="{2AC70F82-194C-4A22-B665-44B9CBBAD7A7}" type="sibTrans" cxnId="{84A1B223-4A28-44CB-9452-0958CF267633}">
      <dgm:prSet/>
      <dgm:spPr/>
      <dgm:t>
        <a:bodyPr/>
        <a:lstStyle/>
        <a:p>
          <a:endParaRPr lang="en-US"/>
        </a:p>
      </dgm:t>
    </dgm:pt>
    <dgm:pt modelId="{62158E20-1479-40B7-8222-D77A35DA2DC4}">
      <dgm:prSet/>
      <dgm:spPr/>
      <dgm:t>
        <a:bodyPr/>
        <a:lstStyle/>
        <a:p>
          <a:r>
            <a:rPr lang="es-ES"/>
            <a:t>Demanda: Empresas y organizaciones que requieren fuerza laboral.</a:t>
          </a:r>
          <a:endParaRPr lang="en-US"/>
        </a:p>
      </dgm:t>
    </dgm:pt>
    <dgm:pt modelId="{2B9FA41E-6171-4BC9-BF4E-03E5B31ADE39}" type="parTrans" cxnId="{37A448D8-853B-40C5-AB65-48513152EE24}">
      <dgm:prSet/>
      <dgm:spPr/>
      <dgm:t>
        <a:bodyPr/>
        <a:lstStyle/>
        <a:p>
          <a:endParaRPr lang="en-US" sz="1400"/>
        </a:p>
      </dgm:t>
    </dgm:pt>
    <dgm:pt modelId="{B9C027AE-375A-4D98-925C-007A97414EE8}" type="sibTrans" cxnId="{37A448D8-853B-40C5-AB65-48513152EE24}">
      <dgm:prSet/>
      <dgm:spPr/>
      <dgm:t>
        <a:bodyPr/>
        <a:lstStyle/>
        <a:p>
          <a:endParaRPr lang="en-US"/>
        </a:p>
      </dgm:t>
    </dgm:pt>
    <dgm:pt modelId="{C11B69CF-ED69-4529-81C2-35B4B4F5D423}">
      <dgm:prSet/>
      <dgm:spPr/>
      <dgm:t>
        <a:bodyPr/>
        <a:lstStyle/>
        <a:p>
          <a:r>
            <a:rPr lang="es-ES"/>
            <a:t>Características distintivas:</a:t>
          </a:r>
          <a:endParaRPr lang="en-US"/>
        </a:p>
      </dgm:t>
    </dgm:pt>
    <dgm:pt modelId="{993BA7FE-6239-4919-84BF-9FB8F041EB5F}" type="parTrans" cxnId="{CAE878BB-A270-4984-A1ED-8CE369E412FC}">
      <dgm:prSet/>
      <dgm:spPr/>
      <dgm:t>
        <a:bodyPr/>
        <a:lstStyle/>
        <a:p>
          <a:endParaRPr lang="en-US" sz="1400"/>
        </a:p>
      </dgm:t>
    </dgm:pt>
    <dgm:pt modelId="{CA3D548B-2E33-4206-9EE6-7B934B7219D7}" type="sibTrans" cxnId="{CAE878BB-A270-4984-A1ED-8CE369E412FC}">
      <dgm:prSet/>
      <dgm:spPr/>
      <dgm:t>
        <a:bodyPr/>
        <a:lstStyle/>
        <a:p>
          <a:endParaRPr lang="en-US"/>
        </a:p>
      </dgm:t>
    </dgm:pt>
    <dgm:pt modelId="{FEBB1F16-25E0-4EB7-9817-B14B223D1847}">
      <dgm:prSet/>
      <dgm:spPr/>
      <dgm:t>
        <a:bodyPr/>
        <a:lstStyle/>
        <a:p>
          <a:r>
            <a:rPr lang="es-ES"/>
            <a:t>Heterogeneidad del trabajo</a:t>
          </a:r>
          <a:endParaRPr lang="en-US"/>
        </a:p>
      </dgm:t>
    </dgm:pt>
    <dgm:pt modelId="{EA24460C-2D78-4090-8544-F749BA403724}" type="parTrans" cxnId="{88730A33-FEA0-42D4-8A44-AB8CA96E432B}">
      <dgm:prSet/>
      <dgm:spPr/>
      <dgm:t>
        <a:bodyPr/>
        <a:lstStyle/>
        <a:p>
          <a:endParaRPr lang="en-US" sz="1400"/>
        </a:p>
      </dgm:t>
    </dgm:pt>
    <dgm:pt modelId="{E7AE4A67-3639-4CCB-8410-96EAEE38706D}" type="sibTrans" cxnId="{88730A33-FEA0-42D4-8A44-AB8CA96E432B}">
      <dgm:prSet/>
      <dgm:spPr/>
      <dgm:t>
        <a:bodyPr/>
        <a:lstStyle/>
        <a:p>
          <a:endParaRPr lang="en-US"/>
        </a:p>
      </dgm:t>
    </dgm:pt>
    <dgm:pt modelId="{D066B520-0D59-410D-89DC-88284CBD0A7E}">
      <dgm:prSet/>
      <dgm:spPr/>
      <dgm:t>
        <a:bodyPr/>
        <a:lstStyle/>
        <a:p>
          <a:r>
            <a:rPr lang="es-ES"/>
            <a:t>Información imperfecta</a:t>
          </a:r>
          <a:endParaRPr lang="en-US"/>
        </a:p>
      </dgm:t>
    </dgm:pt>
    <dgm:pt modelId="{95B144E9-7C7A-4DE9-955F-9859C42E0999}" type="parTrans" cxnId="{C6F4AC15-8970-4C21-8345-631CCF7D5BE6}">
      <dgm:prSet/>
      <dgm:spPr/>
      <dgm:t>
        <a:bodyPr/>
        <a:lstStyle/>
        <a:p>
          <a:endParaRPr lang="en-US" sz="1400"/>
        </a:p>
      </dgm:t>
    </dgm:pt>
    <dgm:pt modelId="{D0D3D8FF-873F-42A3-9E6C-F3155B9FBAED}" type="sibTrans" cxnId="{C6F4AC15-8970-4C21-8345-631CCF7D5BE6}">
      <dgm:prSet/>
      <dgm:spPr/>
      <dgm:t>
        <a:bodyPr/>
        <a:lstStyle/>
        <a:p>
          <a:endParaRPr lang="en-US"/>
        </a:p>
      </dgm:t>
    </dgm:pt>
    <dgm:pt modelId="{FE225C13-A6CD-4ABF-BC89-520992A13122}">
      <dgm:prSet/>
      <dgm:spPr/>
      <dgm:t>
        <a:bodyPr/>
        <a:lstStyle/>
        <a:p>
          <a:r>
            <a:rPr lang="es-ES"/>
            <a:t>Extensa regulación</a:t>
          </a:r>
          <a:endParaRPr lang="en-US"/>
        </a:p>
      </dgm:t>
    </dgm:pt>
    <dgm:pt modelId="{DA7EF3CE-C5BD-4FB4-86AA-0786AD01D240}" type="parTrans" cxnId="{813B62EE-C1BD-4CFC-BA7C-328C2EB1AA4A}">
      <dgm:prSet/>
      <dgm:spPr/>
      <dgm:t>
        <a:bodyPr/>
        <a:lstStyle/>
        <a:p>
          <a:endParaRPr lang="en-US" sz="1400"/>
        </a:p>
      </dgm:t>
    </dgm:pt>
    <dgm:pt modelId="{A8D213FD-E359-4EFA-96E9-B01DDE926825}" type="sibTrans" cxnId="{813B62EE-C1BD-4CFC-BA7C-328C2EB1AA4A}">
      <dgm:prSet/>
      <dgm:spPr/>
      <dgm:t>
        <a:bodyPr/>
        <a:lstStyle/>
        <a:p>
          <a:endParaRPr lang="en-US"/>
        </a:p>
      </dgm:t>
    </dgm:pt>
    <dgm:pt modelId="{369D5081-09BC-44BE-8C4C-4F8BC167EF43}">
      <dgm:prSet/>
      <dgm:spPr/>
      <dgm:t>
        <a:bodyPr/>
        <a:lstStyle/>
        <a:p>
          <a:r>
            <a:rPr lang="es-ES"/>
            <a:t>Factores no monetarios influyentes</a:t>
          </a:r>
          <a:endParaRPr lang="en-US"/>
        </a:p>
      </dgm:t>
    </dgm:pt>
    <dgm:pt modelId="{71E993F2-E8D6-49F6-BA4D-3A11B02F7C43}" type="parTrans" cxnId="{3ED1AAD9-2FF9-4E34-9F4E-26F94025F0F3}">
      <dgm:prSet/>
      <dgm:spPr/>
      <dgm:t>
        <a:bodyPr/>
        <a:lstStyle/>
        <a:p>
          <a:endParaRPr lang="en-US" sz="1400"/>
        </a:p>
      </dgm:t>
    </dgm:pt>
    <dgm:pt modelId="{AB13255F-6DD1-49F7-BF30-02972411E496}" type="sibTrans" cxnId="{3ED1AAD9-2FF9-4E34-9F4E-26F94025F0F3}">
      <dgm:prSet/>
      <dgm:spPr/>
      <dgm:t>
        <a:bodyPr/>
        <a:lstStyle/>
        <a:p>
          <a:endParaRPr lang="en-US"/>
        </a:p>
      </dgm:t>
    </dgm:pt>
    <dgm:pt modelId="{85FC9C76-15BB-4DB0-A3FC-472C3A209D34}">
      <dgm:prSet/>
      <dgm:spPr/>
      <dgm:t>
        <a:bodyPr/>
        <a:lstStyle/>
        <a:p>
          <a:r>
            <a:rPr lang="es-ES"/>
            <a:t>Rigidez en ajustes</a:t>
          </a:r>
          <a:endParaRPr lang="en-US"/>
        </a:p>
      </dgm:t>
    </dgm:pt>
    <dgm:pt modelId="{AE363ACA-62DB-4D61-A22A-687CC8B94A9D}" type="parTrans" cxnId="{0477C875-52E5-443B-9369-5E06F2FEC9A3}">
      <dgm:prSet/>
      <dgm:spPr/>
      <dgm:t>
        <a:bodyPr/>
        <a:lstStyle/>
        <a:p>
          <a:endParaRPr lang="en-US" sz="1400"/>
        </a:p>
      </dgm:t>
    </dgm:pt>
    <dgm:pt modelId="{91AD223E-089F-49AE-B649-44D00C1E08B0}" type="sibTrans" cxnId="{0477C875-52E5-443B-9369-5E06F2FEC9A3}">
      <dgm:prSet/>
      <dgm:spPr/>
      <dgm:t>
        <a:bodyPr/>
        <a:lstStyle/>
        <a:p>
          <a:endParaRPr lang="en-US"/>
        </a:p>
      </dgm:t>
    </dgm:pt>
    <dgm:pt modelId="{233F5160-1DAE-4555-84CD-2DA044CBD416}" type="pres">
      <dgm:prSet presAssocID="{7038D044-DA98-45A5-BC06-D210B90823DD}" presName="linear" presStyleCnt="0">
        <dgm:presLayoutVars>
          <dgm:animLvl val="lvl"/>
          <dgm:resizeHandles val="exact"/>
        </dgm:presLayoutVars>
      </dgm:prSet>
      <dgm:spPr/>
    </dgm:pt>
    <dgm:pt modelId="{0C5C5D2B-3F7F-4EBE-BBA5-2FDFF2F5F2E6}" type="pres">
      <dgm:prSet presAssocID="{FD6175F7-CBFD-48D6-8163-C2858C7C24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852DCF2-235C-4DE7-8C0F-B9CFAB70A08B}" type="pres">
      <dgm:prSet presAssocID="{FD6175F7-CBFD-48D6-8163-C2858C7C241A}" presName="childText" presStyleLbl="revTx" presStyleIdx="0" presStyleCnt="2">
        <dgm:presLayoutVars>
          <dgm:bulletEnabled val="1"/>
        </dgm:presLayoutVars>
      </dgm:prSet>
      <dgm:spPr/>
    </dgm:pt>
    <dgm:pt modelId="{F25491B2-C663-4F6D-A84F-25402EEB0328}" type="pres">
      <dgm:prSet presAssocID="{C11B69CF-ED69-4529-81C2-35B4B4F5D42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21E671-18C5-4561-A406-7E5360FA9E97}" type="pres">
      <dgm:prSet presAssocID="{C11B69CF-ED69-4529-81C2-35B4B4F5D42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130315-5C4C-4C3A-9680-53E18AB972F6}" type="presOf" srcId="{FEBB1F16-25E0-4EB7-9817-B14B223D1847}" destId="{C621E671-18C5-4561-A406-7E5360FA9E97}" srcOrd="0" destOrd="0" presId="urn:microsoft.com/office/officeart/2005/8/layout/vList2"/>
    <dgm:cxn modelId="{C6F4AC15-8970-4C21-8345-631CCF7D5BE6}" srcId="{C11B69CF-ED69-4529-81C2-35B4B4F5D423}" destId="{D066B520-0D59-410D-89DC-88284CBD0A7E}" srcOrd="1" destOrd="0" parTransId="{95B144E9-7C7A-4DE9-955F-9859C42E0999}" sibTransId="{D0D3D8FF-873F-42A3-9E6C-F3155B9FBAED}"/>
    <dgm:cxn modelId="{84A1B223-4A28-44CB-9452-0958CF267633}" srcId="{FD6175F7-CBFD-48D6-8163-C2858C7C241A}" destId="{E1515143-A725-4A8F-B448-0FED8E3D2982}" srcOrd="0" destOrd="0" parTransId="{22C898CD-BD04-4CC3-851F-74CE908A1DEE}" sibTransId="{2AC70F82-194C-4A22-B665-44B9CBBAD7A7}"/>
    <dgm:cxn modelId="{88730A33-FEA0-42D4-8A44-AB8CA96E432B}" srcId="{C11B69CF-ED69-4529-81C2-35B4B4F5D423}" destId="{FEBB1F16-25E0-4EB7-9817-B14B223D1847}" srcOrd="0" destOrd="0" parTransId="{EA24460C-2D78-4090-8544-F749BA403724}" sibTransId="{E7AE4A67-3639-4CCB-8410-96EAEE38706D}"/>
    <dgm:cxn modelId="{17145C33-CC9B-4F3B-84FD-7232EEEEBCCF}" type="presOf" srcId="{62158E20-1479-40B7-8222-D77A35DA2DC4}" destId="{5852DCF2-235C-4DE7-8C0F-B9CFAB70A08B}" srcOrd="0" destOrd="1" presId="urn:microsoft.com/office/officeart/2005/8/layout/vList2"/>
    <dgm:cxn modelId="{3DCC5A37-4F6B-4934-81FA-FED3AE4402FE}" type="presOf" srcId="{369D5081-09BC-44BE-8C4C-4F8BC167EF43}" destId="{C621E671-18C5-4561-A406-7E5360FA9E97}" srcOrd="0" destOrd="3" presId="urn:microsoft.com/office/officeart/2005/8/layout/vList2"/>
    <dgm:cxn modelId="{FBF91347-00E2-41D4-8093-F96509457C52}" type="presOf" srcId="{C11B69CF-ED69-4529-81C2-35B4B4F5D423}" destId="{F25491B2-C663-4F6D-A84F-25402EEB0328}" srcOrd="0" destOrd="0" presId="urn:microsoft.com/office/officeart/2005/8/layout/vList2"/>
    <dgm:cxn modelId="{F5B36252-757E-4D82-AE2E-0CD5D2FC3D1E}" type="presOf" srcId="{FE225C13-A6CD-4ABF-BC89-520992A13122}" destId="{C621E671-18C5-4561-A406-7E5360FA9E97}" srcOrd="0" destOrd="2" presId="urn:microsoft.com/office/officeart/2005/8/layout/vList2"/>
    <dgm:cxn modelId="{0477C875-52E5-443B-9369-5E06F2FEC9A3}" srcId="{C11B69CF-ED69-4529-81C2-35B4B4F5D423}" destId="{85FC9C76-15BB-4DB0-A3FC-472C3A209D34}" srcOrd="4" destOrd="0" parTransId="{AE363ACA-62DB-4D61-A22A-687CC8B94A9D}" sibTransId="{91AD223E-089F-49AE-B649-44D00C1E08B0}"/>
    <dgm:cxn modelId="{90C95F89-639C-4BEB-AD16-C27BB3331D3C}" type="presOf" srcId="{FD6175F7-CBFD-48D6-8163-C2858C7C241A}" destId="{0C5C5D2B-3F7F-4EBE-BBA5-2FDFF2F5F2E6}" srcOrd="0" destOrd="0" presId="urn:microsoft.com/office/officeart/2005/8/layout/vList2"/>
    <dgm:cxn modelId="{55C73F91-8A97-4A77-B54F-4B7606235C48}" type="presOf" srcId="{D066B520-0D59-410D-89DC-88284CBD0A7E}" destId="{C621E671-18C5-4561-A406-7E5360FA9E97}" srcOrd="0" destOrd="1" presId="urn:microsoft.com/office/officeart/2005/8/layout/vList2"/>
    <dgm:cxn modelId="{CAE878BB-A270-4984-A1ED-8CE369E412FC}" srcId="{7038D044-DA98-45A5-BC06-D210B90823DD}" destId="{C11B69CF-ED69-4529-81C2-35B4B4F5D423}" srcOrd="1" destOrd="0" parTransId="{993BA7FE-6239-4919-84BF-9FB8F041EB5F}" sibTransId="{CA3D548B-2E33-4206-9EE6-7B934B7219D7}"/>
    <dgm:cxn modelId="{A723EABF-7903-40FB-B08E-886C78095C83}" type="presOf" srcId="{85FC9C76-15BB-4DB0-A3FC-472C3A209D34}" destId="{C621E671-18C5-4561-A406-7E5360FA9E97}" srcOrd="0" destOrd="4" presId="urn:microsoft.com/office/officeart/2005/8/layout/vList2"/>
    <dgm:cxn modelId="{F1B11AC6-F8AC-4472-987B-501ED9936E10}" srcId="{7038D044-DA98-45A5-BC06-D210B90823DD}" destId="{FD6175F7-CBFD-48D6-8163-C2858C7C241A}" srcOrd="0" destOrd="0" parTransId="{CC76221A-0CFC-438A-9496-B35E6EA2E71B}" sibTransId="{F231880D-F125-4343-893F-CF86332097C1}"/>
    <dgm:cxn modelId="{B53B9FD1-490E-4864-AB6D-9A8424B070CE}" type="presOf" srcId="{E1515143-A725-4A8F-B448-0FED8E3D2982}" destId="{5852DCF2-235C-4DE7-8C0F-B9CFAB70A08B}" srcOrd="0" destOrd="0" presId="urn:microsoft.com/office/officeart/2005/8/layout/vList2"/>
    <dgm:cxn modelId="{37A448D8-853B-40C5-AB65-48513152EE24}" srcId="{FD6175F7-CBFD-48D6-8163-C2858C7C241A}" destId="{62158E20-1479-40B7-8222-D77A35DA2DC4}" srcOrd="1" destOrd="0" parTransId="{2B9FA41E-6171-4BC9-BF4E-03E5B31ADE39}" sibTransId="{B9C027AE-375A-4D98-925C-007A97414EE8}"/>
    <dgm:cxn modelId="{3ED1AAD9-2FF9-4E34-9F4E-26F94025F0F3}" srcId="{C11B69CF-ED69-4529-81C2-35B4B4F5D423}" destId="{369D5081-09BC-44BE-8C4C-4F8BC167EF43}" srcOrd="3" destOrd="0" parTransId="{71E993F2-E8D6-49F6-BA4D-3A11B02F7C43}" sibTransId="{AB13255F-6DD1-49F7-BF30-02972411E496}"/>
    <dgm:cxn modelId="{71216EE9-A8BC-4D3D-945F-3E69EE09E11E}" type="presOf" srcId="{7038D044-DA98-45A5-BC06-D210B90823DD}" destId="{233F5160-1DAE-4555-84CD-2DA044CBD416}" srcOrd="0" destOrd="0" presId="urn:microsoft.com/office/officeart/2005/8/layout/vList2"/>
    <dgm:cxn modelId="{813B62EE-C1BD-4CFC-BA7C-328C2EB1AA4A}" srcId="{C11B69CF-ED69-4529-81C2-35B4B4F5D423}" destId="{FE225C13-A6CD-4ABF-BC89-520992A13122}" srcOrd="2" destOrd="0" parTransId="{DA7EF3CE-C5BD-4FB4-86AA-0786AD01D240}" sibTransId="{A8D213FD-E359-4EFA-96E9-B01DDE926825}"/>
    <dgm:cxn modelId="{C8002411-F100-4149-ABCA-DE480DEDFC42}" type="presParOf" srcId="{233F5160-1DAE-4555-84CD-2DA044CBD416}" destId="{0C5C5D2B-3F7F-4EBE-BBA5-2FDFF2F5F2E6}" srcOrd="0" destOrd="0" presId="urn:microsoft.com/office/officeart/2005/8/layout/vList2"/>
    <dgm:cxn modelId="{F093F3C0-66F1-426D-9CDE-A30686E827A2}" type="presParOf" srcId="{233F5160-1DAE-4555-84CD-2DA044CBD416}" destId="{5852DCF2-235C-4DE7-8C0F-B9CFAB70A08B}" srcOrd="1" destOrd="0" presId="urn:microsoft.com/office/officeart/2005/8/layout/vList2"/>
    <dgm:cxn modelId="{077498D2-5A30-492B-92C9-742545527BEB}" type="presParOf" srcId="{233F5160-1DAE-4555-84CD-2DA044CBD416}" destId="{F25491B2-C663-4F6D-A84F-25402EEB0328}" srcOrd="2" destOrd="0" presId="urn:microsoft.com/office/officeart/2005/8/layout/vList2"/>
    <dgm:cxn modelId="{C07ECBFF-5C49-425C-A207-38D8A9C2A106}" type="presParOf" srcId="{233F5160-1DAE-4555-84CD-2DA044CBD416}" destId="{C621E671-18C5-4561-A406-7E5360FA9E9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04EA9E-9B90-4CD5-A994-9DDCCBA943F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E6BB684-A847-48A3-A29A-047ECB8DAC13}">
      <dgm:prSet/>
      <dgm:spPr/>
      <dgm:t>
        <a:bodyPr/>
        <a:lstStyle/>
        <a:p>
          <a:r>
            <a:rPr lang="es-ES" b="0" i="0"/>
            <a:t>Motor económico: Clave en la producción de bienes y servicios.</a:t>
          </a:r>
          <a:endParaRPr lang="en-US"/>
        </a:p>
      </dgm:t>
    </dgm:pt>
    <dgm:pt modelId="{C93DE4B3-C854-46AA-8C68-18ED12A4520B}" type="parTrans" cxnId="{1FBA3D64-D36B-43A6-B865-8BFB31278D6C}">
      <dgm:prSet/>
      <dgm:spPr/>
      <dgm:t>
        <a:bodyPr/>
        <a:lstStyle/>
        <a:p>
          <a:endParaRPr lang="en-US"/>
        </a:p>
      </dgm:t>
    </dgm:pt>
    <dgm:pt modelId="{D7027DDC-C623-4048-9B6C-4505B10B8AEA}" type="sibTrans" cxnId="{1FBA3D64-D36B-43A6-B865-8BFB31278D6C}">
      <dgm:prSet/>
      <dgm:spPr/>
      <dgm:t>
        <a:bodyPr/>
        <a:lstStyle/>
        <a:p>
          <a:endParaRPr lang="en-US"/>
        </a:p>
      </dgm:t>
    </dgm:pt>
    <dgm:pt modelId="{4D9073B7-79B9-47ED-A8C0-413A18F427F9}">
      <dgm:prSet/>
      <dgm:spPr/>
      <dgm:t>
        <a:bodyPr/>
        <a:lstStyle/>
        <a:p>
          <a:r>
            <a:rPr lang="es-ES" b="0" i="0"/>
            <a:t>Principal fuente de ingresos: ~70% de ingresos familiares.</a:t>
          </a:r>
          <a:endParaRPr lang="en-US"/>
        </a:p>
      </dgm:t>
    </dgm:pt>
    <dgm:pt modelId="{B5518293-8535-40C4-B82F-EAC2EB803623}" type="parTrans" cxnId="{B0EEC9E7-9CA8-4D46-A5AF-32A5A018F7EA}">
      <dgm:prSet/>
      <dgm:spPr/>
      <dgm:t>
        <a:bodyPr/>
        <a:lstStyle/>
        <a:p>
          <a:endParaRPr lang="en-US"/>
        </a:p>
      </dgm:t>
    </dgm:pt>
    <dgm:pt modelId="{4155501D-5AB6-4BBF-A002-936102ED49AC}" type="sibTrans" cxnId="{B0EEC9E7-9CA8-4D46-A5AF-32A5A018F7EA}">
      <dgm:prSet/>
      <dgm:spPr/>
      <dgm:t>
        <a:bodyPr/>
        <a:lstStyle/>
        <a:p>
          <a:endParaRPr lang="en-US"/>
        </a:p>
      </dgm:t>
    </dgm:pt>
    <dgm:pt modelId="{D9924A5E-AA5F-4300-93FD-9CCE4126D7C8}">
      <dgm:prSet/>
      <dgm:spPr/>
      <dgm:t>
        <a:bodyPr/>
        <a:lstStyle/>
        <a:p>
          <a:r>
            <a:rPr lang="es-ES" b="0" i="0"/>
            <a:t>Indicador económico: Refleja la salud de la economía.</a:t>
          </a:r>
          <a:endParaRPr lang="en-US"/>
        </a:p>
      </dgm:t>
    </dgm:pt>
    <dgm:pt modelId="{59BECED9-3890-47DF-85CC-70540FFF69B6}" type="parTrans" cxnId="{1536C1B8-57D6-4F08-8715-C2B31682F605}">
      <dgm:prSet/>
      <dgm:spPr/>
      <dgm:t>
        <a:bodyPr/>
        <a:lstStyle/>
        <a:p>
          <a:endParaRPr lang="en-US"/>
        </a:p>
      </dgm:t>
    </dgm:pt>
    <dgm:pt modelId="{8C25DCBB-ED2E-4C84-8016-5B2F317E5F16}" type="sibTrans" cxnId="{1536C1B8-57D6-4F08-8715-C2B31682F605}">
      <dgm:prSet/>
      <dgm:spPr/>
      <dgm:t>
        <a:bodyPr/>
        <a:lstStyle/>
        <a:p>
          <a:endParaRPr lang="en-US"/>
        </a:p>
      </dgm:t>
    </dgm:pt>
    <dgm:pt modelId="{4A9D62DF-2B7B-4C94-8E39-6646221D1B87}">
      <dgm:prSet/>
      <dgm:spPr/>
      <dgm:t>
        <a:bodyPr/>
        <a:lstStyle/>
        <a:p>
          <a:r>
            <a:rPr lang="es-ES" b="0" i="0"/>
            <a:t>Desarrollo social: Proporciona estatus, identidad y oportunidades.</a:t>
          </a:r>
          <a:endParaRPr lang="en-US"/>
        </a:p>
      </dgm:t>
    </dgm:pt>
    <dgm:pt modelId="{38C9545E-8C83-4924-A9C6-67D2DC5FAA54}" type="parTrans" cxnId="{CAD5DA86-3ECD-4A6B-BE5F-CDB1D21523AB}">
      <dgm:prSet/>
      <dgm:spPr/>
      <dgm:t>
        <a:bodyPr/>
        <a:lstStyle/>
        <a:p>
          <a:endParaRPr lang="en-US"/>
        </a:p>
      </dgm:t>
    </dgm:pt>
    <dgm:pt modelId="{955D15AF-E14C-42F4-B2D9-7AD2A6CADFE9}" type="sibTrans" cxnId="{CAD5DA86-3ECD-4A6B-BE5F-CDB1D21523AB}">
      <dgm:prSet/>
      <dgm:spPr/>
      <dgm:t>
        <a:bodyPr/>
        <a:lstStyle/>
        <a:p>
          <a:endParaRPr lang="en-US"/>
        </a:p>
      </dgm:t>
    </dgm:pt>
    <dgm:pt modelId="{3C615EF6-2AFC-43DD-9002-33ED4EF4E81C}">
      <dgm:prSet/>
      <dgm:spPr/>
      <dgm:t>
        <a:bodyPr/>
        <a:lstStyle/>
        <a:p>
          <a:r>
            <a:rPr lang="es-ES" b="0" i="0"/>
            <a:t>Influencia en políticas: Guía decisiones económicas y sociales.</a:t>
          </a:r>
          <a:endParaRPr lang="en-US"/>
        </a:p>
      </dgm:t>
    </dgm:pt>
    <dgm:pt modelId="{29015705-0ABF-4F97-808D-C516363BCCB4}" type="parTrans" cxnId="{3105B68B-67D7-444A-A5DC-663968C929BD}">
      <dgm:prSet/>
      <dgm:spPr/>
      <dgm:t>
        <a:bodyPr/>
        <a:lstStyle/>
        <a:p>
          <a:endParaRPr lang="en-US"/>
        </a:p>
      </dgm:t>
    </dgm:pt>
    <dgm:pt modelId="{C0165C7C-8272-43D8-8D4C-9B744EF6EE93}" type="sibTrans" cxnId="{3105B68B-67D7-444A-A5DC-663968C929BD}">
      <dgm:prSet/>
      <dgm:spPr/>
      <dgm:t>
        <a:bodyPr/>
        <a:lstStyle/>
        <a:p>
          <a:endParaRPr lang="en-US"/>
        </a:p>
      </dgm:t>
    </dgm:pt>
    <dgm:pt modelId="{0C30B989-C542-4B17-8F95-74703B05CF54}">
      <dgm:prSet/>
      <dgm:spPr/>
      <dgm:t>
        <a:bodyPr/>
        <a:lstStyle/>
        <a:p>
          <a:r>
            <a:rPr lang="es-ES" b="0" i="0"/>
            <a:t>Impacto vital: Afecta el bienestar económico, social y psicológico.</a:t>
          </a:r>
          <a:endParaRPr lang="en-US"/>
        </a:p>
      </dgm:t>
    </dgm:pt>
    <dgm:pt modelId="{ACD0796F-06AE-4FB0-865F-474B324A6D84}" type="parTrans" cxnId="{7B110CDB-3B6D-4BC6-BDEC-1201D47AB54B}">
      <dgm:prSet/>
      <dgm:spPr/>
      <dgm:t>
        <a:bodyPr/>
        <a:lstStyle/>
        <a:p>
          <a:endParaRPr lang="en-US"/>
        </a:p>
      </dgm:t>
    </dgm:pt>
    <dgm:pt modelId="{46181787-9784-48E0-87A6-CEF3DDD4D8EA}" type="sibTrans" cxnId="{7B110CDB-3B6D-4BC6-BDEC-1201D47AB54B}">
      <dgm:prSet/>
      <dgm:spPr/>
      <dgm:t>
        <a:bodyPr/>
        <a:lstStyle/>
        <a:p>
          <a:endParaRPr lang="en-US"/>
        </a:p>
      </dgm:t>
    </dgm:pt>
    <dgm:pt modelId="{D2D834D7-01DE-42AD-88DD-384047247EF3}" type="pres">
      <dgm:prSet presAssocID="{DF04EA9E-9B90-4CD5-A994-9DDCCBA943F1}" presName="vert0" presStyleCnt="0">
        <dgm:presLayoutVars>
          <dgm:dir/>
          <dgm:animOne val="branch"/>
          <dgm:animLvl val="lvl"/>
        </dgm:presLayoutVars>
      </dgm:prSet>
      <dgm:spPr/>
    </dgm:pt>
    <dgm:pt modelId="{5EB7B61A-DAE7-4A53-A036-B02CD2CDA582}" type="pres">
      <dgm:prSet presAssocID="{3E6BB684-A847-48A3-A29A-047ECB8DAC13}" presName="thickLine" presStyleLbl="alignNode1" presStyleIdx="0" presStyleCnt="6"/>
      <dgm:spPr/>
    </dgm:pt>
    <dgm:pt modelId="{B688E708-2508-40E3-AAD5-D43E33F95F24}" type="pres">
      <dgm:prSet presAssocID="{3E6BB684-A847-48A3-A29A-047ECB8DAC13}" presName="horz1" presStyleCnt="0"/>
      <dgm:spPr/>
    </dgm:pt>
    <dgm:pt modelId="{225DA9AE-BD69-4028-BE39-D9669A59B7C8}" type="pres">
      <dgm:prSet presAssocID="{3E6BB684-A847-48A3-A29A-047ECB8DAC13}" presName="tx1" presStyleLbl="revTx" presStyleIdx="0" presStyleCnt="6"/>
      <dgm:spPr/>
    </dgm:pt>
    <dgm:pt modelId="{1130A6EC-E777-43ED-A0E8-8FB5162F4799}" type="pres">
      <dgm:prSet presAssocID="{3E6BB684-A847-48A3-A29A-047ECB8DAC13}" presName="vert1" presStyleCnt="0"/>
      <dgm:spPr/>
    </dgm:pt>
    <dgm:pt modelId="{D5A78E13-6868-429B-A426-F4E5086FC135}" type="pres">
      <dgm:prSet presAssocID="{4D9073B7-79B9-47ED-A8C0-413A18F427F9}" presName="thickLine" presStyleLbl="alignNode1" presStyleIdx="1" presStyleCnt="6"/>
      <dgm:spPr/>
    </dgm:pt>
    <dgm:pt modelId="{2F0EBC17-4F0C-431C-93D1-E6EE19BACC3F}" type="pres">
      <dgm:prSet presAssocID="{4D9073B7-79B9-47ED-A8C0-413A18F427F9}" presName="horz1" presStyleCnt="0"/>
      <dgm:spPr/>
    </dgm:pt>
    <dgm:pt modelId="{10B20A26-7C4C-40E1-A34F-10217C66CC56}" type="pres">
      <dgm:prSet presAssocID="{4D9073B7-79B9-47ED-A8C0-413A18F427F9}" presName="tx1" presStyleLbl="revTx" presStyleIdx="1" presStyleCnt="6"/>
      <dgm:spPr/>
    </dgm:pt>
    <dgm:pt modelId="{356C29A0-1DA2-4C0D-93B9-7924C44F5A7B}" type="pres">
      <dgm:prSet presAssocID="{4D9073B7-79B9-47ED-A8C0-413A18F427F9}" presName="vert1" presStyleCnt="0"/>
      <dgm:spPr/>
    </dgm:pt>
    <dgm:pt modelId="{5AE1695F-B870-47AF-A16D-7A9206EACCD6}" type="pres">
      <dgm:prSet presAssocID="{D9924A5E-AA5F-4300-93FD-9CCE4126D7C8}" presName="thickLine" presStyleLbl="alignNode1" presStyleIdx="2" presStyleCnt="6"/>
      <dgm:spPr/>
    </dgm:pt>
    <dgm:pt modelId="{06A96658-53E4-4477-B57F-885F76A6B4C3}" type="pres">
      <dgm:prSet presAssocID="{D9924A5E-AA5F-4300-93FD-9CCE4126D7C8}" presName="horz1" presStyleCnt="0"/>
      <dgm:spPr/>
    </dgm:pt>
    <dgm:pt modelId="{F294FF5E-A06B-4CEE-8A3A-CA05D86A7F7C}" type="pres">
      <dgm:prSet presAssocID="{D9924A5E-AA5F-4300-93FD-9CCE4126D7C8}" presName="tx1" presStyleLbl="revTx" presStyleIdx="2" presStyleCnt="6"/>
      <dgm:spPr/>
    </dgm:pt>
    <dgm:pt modelId="{828065EC-8BCA-482F-8EFD-FF39FCC5D0C4}" type="pres">
      <dgm:prSet presAssocID="{D9924A5E-AA5F-4300-93FD-9CCE4126D7C8}" presName="vert1" presStyleCnt="0"/>
      <dgm:spPr/>
    </dgm:pt>
    <dgm:pt modelId="{90EDBB53-542E-4EA9-8004-296F8D1852AD}" type="pres">
      <dgm:prSet presAssocID="{4A9D62DF-2B7B-4C94-8E39-6646221D1B87}" presName="thickLine" presStyleLbl="alignNode1" presStyleIdx="3" presStyleCnt="6"/>
      <dgm:spPr/>
    </dgm:pt>
    <dgm:pt modelId="{1C77198C-8804-460D-B39C-F6DB4916822F}" type="pres">
      <dgm:prSet presAssocID="{4A9D62DF-2B7B-4C94-8E39-6646221D1B87}" presName="horz1" presStyleCnt="0"/>
      <dgm:spPr/>
    </dgm:pt>
    <dgm:pt modelId="{0B4D9FE5-4D00-4022-B0A5-CAB9D35A75CA}" type="pres">
      <dgm:prSet presAssocID="{4A9D62DF-2B7B-4C94-8E39-6646221D1B87}" presName="tx1" presStyleLbl="revTx" presStyleIdx="3" presStyleCnt="6"/>
      <dgm:spPr/>
    </dgm:pt>
    <dgm:pt modelId="{0FEB93D5-9DC0-4F98-A3C1-A6AD03655853}" type="pres">
      <dgm:prSet presAssocID="{4A9D62DF-2B7B-4C94-8E39-6646221D1B87}" presName="vert1" presStyleCnt="0"/>
      <dgm:spPr/>
    </dgm:pt>
    <dgm:pt modelId="{32896AB4-EF95-4BAD-986C-4F6C3CA79143}" type="pres">
      <dgm:prSet presAssocID="{3C615EF6-2AFC-43DD-9002-33ED4EF4E81C}" presName="thickLine" presStyleLbl="alignNode1" presStyleIdx="4" presStyleCnt="6"/>
      <dgm:spPr/>
    </dgm:pt>
    <dgm:pt modelId="{ACDA3300-B47F-4976-A94D-5B38A6B48A72}" type="pres">
      <dgm:prSet presAssocID="{3C615EF6-2AFC-43DD-9002-33ED4EF4E81C}" presName="horz1" presStyleCnt="0"/>
      <dgm:spPr/>
    </dgm:pt>
    <dgm:pt modelId="{0019BE85-BA30-4917-ABD1-5D883986F223}" type="pres">
      <dgm:prSet presAssocID="{3C615EF6-2AFC-43DD-9002-33ED4EF4E81C}" presName="tx1" presStyleLbl="revTx" presStyleIdx="4" presStyleCnt="6"/>
      <dgm:spPr/>
    </dgm:pt>
    <dgm:pt modelId="{9642D4D1-3298-4EA7-9B03-2C2E241286ED}" type="pres">
      <dgm:prSet presAssocID="{3C615EF6-2AFC-43DD-9002-33ED4EF4E81C}" presName="vert1" presStyleCnt="0"/>
      <dgm:spPr/>
    </dgm:pt>
    <dgm:pt modelId="{2F86C521-EDD8-45E2-AEB5-5CFBAF3E484B}" type="pres">
      <dgm:prSet presAssocID="{0C30B989-C542-4B17-8F95-74703B05CF54}" presName="thickLine" presStyleLbl="alignNode1" presStyleIdx="5" presStyleCnt="6"/>
      <dgm:spPr/>
    </dgm:pt>
    <dgm:pt modelId="{D84F0FBF-49EE-4AC9-A2BD-8731297148BF}" type="pres">
      <dgm:prSet presAssocID="{0C30B989-C542-4B17-8F95-74703B05CF54}" presName="horz1" presStyleCnt="0"/>
      <dgm:spPr/>
    </dgm:pt>
    <dgm:pt modelId="{48C18CC2-AA68-4812-AB34-3ED56BD1EECB}" type="pres">
      <dgm:prSet presAssocID="{0C30B989-C542-4B17-8F95-74703B05CF54}" presName="tx1" presStyleLbl="revTx" presStyleIdx="5" presStyleCnt="6"/>
      <dgm:spPr/>
    </dgm:pt>
    <dgm:pt modelId="{A43EB0C4-FD7F-4A28-9C3C-639F742DDE93}" type="pres">
      <dgm:prSet presAssocID="{0C30B989-C542-4B17-8F95-74703B05CF54}" presName="vert1" presStyleCnt="0"/>
      <dgm:spPr/>
    </dgm:pt>
  </dgm:ptLst>
  <dgm:cxnLst>
    <dgm:cxn modelId="{FF210E05-6EDD-4642-8F9F-75249463ABB2}" type="presOf" srcId="{3C615EF6-2AFC-43DD-9002-33ED4EF4E81C}" destId="{0019BE85-BA30-4917-ABD1-5D883986F223}" srcOrd="0" destOrd="0" presId="urn:microsoft.com/office/officeart/2008/layout/LinedList"/>
    <dgm:cxn modelId="{7491C807-89E0-4120-975A-3F46F07B1964}" type="presOf" srcId="{4A9D62DF-2B7B-4C94-8E39-6646221D1B87}" destId="{0B4D9FE5-4D00-4022-B0A5-CAB9D35A75CA}" srcOrd="0" destOrd="0" presId="urn:microsoft.com/office/officeart/2008/layout/LinedList"/>
    <dgm:cxn modelId="{1FBA3D64-D36B-43A6-B865-8BFB31278D6C}" srcId="{DF04EA9E-9B90-4CD5-A994-9DDCCBA943F1}" destId="{3E6BB684-A847-48A3-A29A-047ECB8DAC13}" srcOrd="0" destOrd="0" parTransId="{C93DE4B3-C854-46AA-8C68-18ED12A4520B}" sibTransId="{D7027DDC-C623-4048-9B6C-4505B10B8AEA}"/>
    <dgm:cxn modelId="{77919584-28AD-43BB-8535-A0F7753C694C}" type="presOf" srcId="{3E6BB684-A847-48A3-A29A-047ECB8DAC13}" destId="{225DA9AE-BD69-4028-BE39-D9669A59B7C8}" srcOrd="0" destOrd="0" presId="urn:microsoft.com/office/officeart/2008/layout/LinedList"/>
    <dgm:cxn modelId="{CAD5DA86-3ECD-4A6B-BE5F-CDB1D21523AB}" srcId="{DF04EA9E-9B90-4CD5-A994-9DDCCBA943F1}" destId="{4A9D62DF-2B7B-4C94-8E39-6646221D1B87}" srcOrd="3" destOrd="0" parTransId="{38C9545E-8C83-4924-A9C6-67D2DC5FAA54}" sibTransId="{955D15AF-E14C-42F4-B2D9-7AD2A6CADFE9}"/>
    <dgm:cxn modelId="{3105B68B-67D7-444A-A5DC-663968C929BD}" srcId="{DF04EA9E-9B90-4CD5-A994-9DDCCBA943F1}" destId="{3C615EF6-2AFC-43DD-9002-33ED4EF4E81C}" srcOrd="4" destOrd="0" parTransId="{29015705-0ABF-4F97-808D-C516363BCCB4}" sibTransId="{C0165C7C-8272-43D8-8D4C-9B744EF6EE93}"/>
    <dgm:cxn modelId="{2412F7B0-CDBF-4C6B-B48C-6EF2F64206B5}" type="presOf" srcId="{0C30B989-C542-4B17-8F95-74703B05CF54}" destId="{48C18CC2-AA68-4812-AB34-3ED56BD1EECB}" srcOrd="0" destOrd="0" presId="urn:microsoft.com/office/officeart/2008/layout/LinedList"/>
    <dgm:cxn modelId="{1536C1B8-57D6-4F08-8715-C2B31682F605}" srcId="{DF04EA9E-9B90-4CD5-A994-9DDCCBA943F1}" destId="{D9924A5E-AA5F-4300-93FD-9CCE4126D7C8}" srcOrd="2" destOrd="0" parTransId="{59BECED9-3890-47DF-85CC-70540FFF69B6}" sibTransId="{8C25DCBB-ED2E-4C84-8016-5B2F317E5F16}"/>
    <dgm:cxn modelId="{920581CD-095A-497B-ADF2-4DD98EA1AD94}" type="presOf" srcId="{DF04EA9E-9B90-4CD5-A994-9DDCCBA943F1}" destId="{D2D834D7-01DE-42AD-88DD-384047247EF3}" srcOrd="0" destOrd="0" presId="urn:microsoft.com/office/officeart/2008/layout/LinedList"/>
    <dgm:cxn modelId="{7B110CDB-3B6D-4BC6-BDEC-1201D47AB54B}" srcId="{DF04EA9E-9B90-4CD5-A994-9DDCCBA943F1}" destId="{0C30B989-C542-4B17-8F95-74703B05CF54}" srcOrd="5" destOrd="0" parTransId="{ACD0796F-06AE-4FB0-865F-474B324A6D84}" sibTransId="{46181787-9784-48E0-87A6-CEF3DDD4D8EA}"/>
    <dgm:cxn modelId="{6ADC9DE2-0500-4F96-8A5C-09403F51E484}" type="presOf" srcId="{D9924A5E-AA5F-4300-93FD-9CCE4126D7C8}" destId="{F294FF5E-A06B-4CEE-8A3A-CA05D86A7F7C}" srcOrd="0" destOrd="0" presId="urn:microsoft.com/office/officeart/2008/layout/LinedList"/>
    <dgm:cxn modelId="{FFDA7AE5-B35B-4D68-9FC6-C1C0F763CB2E}" type="presOf" srcId="{4D9073B7-79B9-47ED-A8C0-413A18F427F9}" destId="{10B20A26-7C4C-40E1-A34F-10217C66CC56}" srcOrd="0" destOrd="0" presId="urn:microsoft.com/office/officeart/2008/layout/LinedList"/>
    <dgm:cxn modelId="{B0EEC9E7-9CA8-4D46-A5AF-32A5A018F7EA}" srcId="{DF04EA9E-9B90-4CD5-A994-9DDCCBA943F1}" destId="{4D9073B7-79B9-47ED-A8C0-413A18F427F9}" srcOrd="1" destOrd="0" parTransId="{B5518293-8535-40C4-B82F-EAC2EB803623}" sibTransId="{4155501D-5AB6-4BBF-A002-936102ED49AC}"/>
    <dgm:cxn modelId="{AC0AEA3A-9FF1-4F56-8560-638FFA2FC5DD}" type="presParOf" srcId="{D2D834D7-01DE-42AD-88DD-384047247EF3}" destId="{5EB7B61A-DAE7-4A53-A036-B02CD2CDA582}" srcOrd="0" destOrd="0" presId="urn:microsoft.com/office/officeart/2008/layout/LinedList"/>
    <dgm:cxn modelId="{B2F5F99D-4AC6-4968-A813-B694770B5C37}" type="presParOf" srcId="{D2D834D7-01DE-42AD-88DD-384047247EF3}" destId="{B688E708-2508-40E3-AAD5-D43E33F95F24}" srcOrd="1" destOrd="0" presId="urn:microsoft.com/office/officeart/2008/layout/LinedList"/>
    <dgm:cxn modelId="{84ADEAFF-D13C-4B7D-999D-FB92F16C543F}" type="presParOf" srcId="{B688E708-2508-40E3-AAD5-D43E33F95F24}" destId="{225DA9AE-BD69-4028-BE39-D9669A59B7C8}" srcOrd="0" destOrd="0" presId="urn:microsoft.com/office/officeart/2008/layout/LinedList"/>
    <dgm:cxn modelId="{031B2CBC-D5CB-4AF9-BE78-FAC689C2BF6F}" type="presParOf" srcId="{B688E708-2508-40E3-AAD5-D43E33F95F24}" destId="{1130A6EC-E777-43ED-A0E8-8FB5162F4799}" srcOrd="1" destOrd="0" presId="urn:microsoft.com/office/officeart/2008/layout/LinedList"/>
    <dgm:cxn modelId="{82E8D37B-7F05-4E5D-8C01-4E4B958B0DB6}" type="presParOf" srcId="{D2D834D7-01DE-42AD-88DD-384047247EF3}" destId="{D5A78E13-6868-429B-A426-F4E5086FC135}" srcOrd="2" destOrd="0" presId="urn:microsoft.com/office/officeart/2008/layout/LinedList"/>
    <dgm:cxn modelId="{30A1DD59-9A45-46DA-9C99-5D7B188B04FA}" type="presParOf" srcId="{D2D834D7-01DE-42AD-88DD-384047247EF3}" destId="{2F0EBC17-4F0C-431C-93D1-E6EE19BACC3F}" srcOrd="3" destOrd="0" presId="urn:microsoft.com/office/officeart/2008/layout/LinedList"/>
    <dgm:cxn modelId="{47E3941C-1F17-4AD3-9A98-2F0DD9332915}" type="presParOf" srcId="{2F0EBC17-4F0C-431C-93D1-E6EE19BACC3F}" destId="{10B20A26-7C4C-40E1-A34F-10217C66CC56}" srcOrd="0" destOrd="0" presId="urn:microsoft.com/office/officeart/2008/layout/LinedList"/>
    <dgm:cxn modelId="{6C881999-430E-4CCB-B260-03C023F96809}" type="presParOf" srcId="{2F0EBC17-4F0C-431C-93D1-E6EE19BACC3F}" destId="{356C29A0-1DA2-4C0D-93B9-7924C44F5A7B}" srcOrd="1" destOrd="0" presId="urn:microsoft.com/office/officeart/2008/layout/LinedList"/>
    <dgm:cxn modelId="{842023FC-0055-419E-B5CC-D03D8AE3CCC0}" type="presParOf" srcId="{D2D834D7-01DE-42AD-88DD-384047247EF3}" destId="{5AE1695F-B870-47AF-A16D-7A9206EACCD6}" srcOrd="4" destOrd="0" presId="urn:microsoft.com/office/officeart/2008/layout/LinedList"/>
    <dgm:cxn modelId="{D8A18555-4339-4B2C-8FC7-5479CFFFC894}" type="presParOf" srcId="{D2D834D7-01DE-42AD-88DD-384047247EF3}" destId="{06A96658-53E4-4477-B57F-885F76A6B4C3}" srcOrd="5" destOrd="0" presId="urn:microsoft.com/office/officeart/2008/layout/LinedList"/>
    <dgm:cxn modelId="{74940EB0-6841-4703-8D69-E1E8C2DFC0FA}" type="presParOf" srcId="{06A96658-53E4-4477-B57F-885F76A6B4C3}" destId="{F294FF5E-A06B-4CEE-8A3A-CA05D86A7F7C}" srcOrd="0" destOrd="0" presId="urn:microsoft.com/office/officeart/2008/layout/LinedList"/>
    <dgm:cxn modelId="{EAF83C21-19A2-4539-AB38-6A930F4DBB7B}" type="presParOf" srcId="{06A96658-53E4-4477-B57F-885F76A6B4C3}" destId="{828065EC-8BCA-482F-8EFD-FF39FCC5D0C4}" srcOrd="1" destOrd="0" presId="urn:microsoft.com/office/officeart/2008/layout/LinedList"/>
    <dgm:cxn modelId="{70793744-D2C3-41E5-9001-8B59EA7C7077}" type="presParOf" srcId="{D2D834D7-01DE-42AD-88DD-384047247EF3}" destId="{90EDBB53-542E-4EA9-8004-296F8D1852AD}" srcOrd="6" destOrd="0" presId="urn:microsoft.com/office/officeart/2008/layout/LinedList"/>
    <dgm:cxn modelId="{FCDF2D82-2559-4B00-9F72-FF25E768A761}" type="presParOf" srcId="{D2D834D7-01DE-42AD-88DD-384047247EF3}" destId="{1C77198C-8804-460D-B39C-F6DB4916822F}" srcOrd="7" destOrd="0" presId="urn:microsoft.com/office/officeart/2008/layout/LinedList"/>
    <dgm:cxn modelId="{4DA9F91E-CA44-4252-BAFA-59489F1D9E01}" type="presParOf" srcId="{1C77198C-8804-460D-B39C-F6DB4916822F}" destId="{0B4D9FE5-4D00-4022-B0A5-CAB9D35A75CA}" srcOrd="0" destOrd="0" presId="urn:microsoft.com/office/officeart/2008/layout/LinedList"/>
    <dgm:cxn modelId="{7A70F8FA-E01A-4990-835E-AC6C293B36CC}" type="presParOf" srcId="{1C77198C-8804-460D-B39C-F6DB4916822F}" destId="{0FEB93D5-9DC0-4F98-A3C1-A6AD03655853}" srcOrd="1" destOrd="0" presId="urn:microsoft.com/office/officeart/2008/layout/LinedList"/>
    <dgm:cxn modelId="{782EAA41-C488-43DF-8A36-E9A4EDBA25B3}" type="presParOf" srcId="{D2D834D7-01DE-42AD-88DD-384047247EF3}" destId="{32896AB4-EF95-4BAD-986C-4F6C3CA79143}" srcOrd="8" destOrd="0" presId="urn:microsoft.com/office/officeart/2008/layout/LinedList"/>
    <dgm:cxn modelId="{B38F85A4-45E6-4CB7-8E27-ECE721A7A571}" type="presParOf" srcId="{D2D834D7-01DE-42AD-88DD-384047247EF3}" destId="{ACDA3300-B47F-4976-A94D-5B38A6B48A72}" srcOrd="9" destOrd="0" presId="urn:microsoft.com/office/officeart/2008/layout/LinedList"/>
    <dgm:cxn modelId="{F4979DFA-29DC-454D-9885-C4EA764777E5}" type="presParOf" srcId="{ACDA3300-B47F-4976-A94D-5B38A6B48A72}" destId="{0019BE85-BA30-4917-ABD1-5D883986F223}" srcOrd="0" destOrd="0" presId="urn:microsoft.com/office/officeart/2008/layout/LinedList"/>
    <dgm:cxn modelId="{E51A6362-BC98-477B-9C93-A5416BF5EA75}" type="presParOf" srcId="{ACDA3300-B47F-4976-A94D-5B38A6B48A72}" destId="{9642D4D1-3298-4EA7-9B03-2C2E241286ED}" srcOrd="1" destOrd="0" presId="urn:microsoft.com/office/officeart/2008/layout/LinedList"/>
    <dgm:cxn modelId="{46AA3AD1-7608-4C92-A167-3903B8A49E47}" type="presParOf" srcId="{D2D834D7-01DE-42AD-88DD-384047247EF3}" destId="{2F86C521-EDD8-45E2-AEB5-5CFBAF3E484B}" srcOrd="10" destOrd="0" presId="urn:microsoft.com/office/officeart/2008/layout/LinedList"/>
    <dgm:cxn modelId="{8437C21F-F24D-4AB7-8FF5-CDB09F7877E4}" type="presParOf" srcId="{D2D834D7-01DE-42AD-88DD-384047247EF3}" destId="{D84F0FBF-49EE-4AC9-A2BD-8731297148BF}" srcOrd="11" destOrd="0" presId="urn:microsoft.com/office/officeart/2008/layout/LinedList"/>
    <dgm:cxn modelId="{63FFE60A-3BBC-4D0B-A18E-E478F7970E33}" type="presParOf" srcId="{D84F0FBF-49EE-4AC9-A2BD-8731297148BF}" destId="{48C18CC2-AA68-4812-AB34-3ED56BD1EECB}" srcOrd="0" destOrd="0" presId="urn:microsoft.com/office/officeart/2008/layout/LinedList"/>
    <dgm:cxn modelId="{4413C976-CCBE-4FA9-90C0-BC7308C76E3A}" type="presParOf" srcId="{D84F0FBF-49EE-4AC9-A2BD-8731297148BF}" destId="{A43EB0C4-FD7F-4A28-9C3C-639F742DDE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D3E264-AE7C-4D05-828E-EFBE1100D93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840D9D-03CC-4B81-BD47-29BE89541AD2}">
      <dgm:prSet/>
      <dgm:spPr/>
      <dgm:t>
        <a:bodyPr/>
        <a:lstStyle/>
        <a:p>
          <a:r>
            <a:rPr lang="es-ES" b="0" i="0"/>
            <a:t>1. Tasa de Actividad:</a:t>
          </a:r>
          <a:endParaRPr lang="en-US"/>
        </a:p>
      </dgm:t>
    </dgm:pt>
    <dgm:pt modelId="{3DA683B6-6F2D-4BE6-80B6-1AEF48EA5BC4}" type="parTrans" cxnId="{AD26F1E3-5425-401F-8231-285B4A921E01}">
      <dgm:prSet/>
      <dgm:spPr/>
      <dgm:t>
        <a:bodyPr/>
        <a:lstStyle/>
        <a:p>
          <a:endParaRPr lang="en-US"/>
        </a:p>
      </dgm:t>
    </dgm:pt>
    <dgm:pt modelId="{2E538164-A845-487A-9082-6C7AE4D77667}" type="sibTrans" cxnId="{AD26F1E3-5425-401F-8231-285B4A921E01}">
      <dgm:prSet/>
      <dgm:spPr/>
      <dgm:t>
        <a:bodyPr/>
        <a:lstStyle/>
        <a:p>
          <a:endParaRPr lang="en-US"/>
        </a:p>
      </dgm:t>
    </dgm:pt>
    <dgm:pt modelId="{87EF3508-F2F5-43F3-84AA-99310C684476}">
      <dgm:prSet/>
      <dgm:spPr/>
      <dgm:t>
        <a:bodyPr/>
        <a:lstStyle/>
        <a:p>
          <a:r>
            <a:rPr lang="es-ES" b="0" i="0"/>
            <a:t>Mide la oferta de trabajo disponible</a:t>
          </a:r>
          <a:endParaRPr lang="en-US"/>
        </a:p>
      </dgm:t>
    </dgm:pt>
    <dgm:pt modelId="{77432AD8-FA57-4B4C-A905-F3E15681418D}" type="parTrans" cxnId="{DF314F7C-8303-45D1-A582-080AF3BD8811}">
      <dgm:prSet/>
      <dgm:spPr/>
      <dgm:t>
        <a:bodyPr/>
        <a:lstStyle/>
        <a:p>
          <a:endParaRPr lang="en-US"/>
        </a:p>
      </dgm:t>
    </dgm:pt>
    <dgm:pt modelId="{6A7F9A63-F614-4740-B6D7-6CC3F2ACD1AB}" type="sibTrans" cxnId="{DF314F7C-8303-45D1-A582-080AF3BD8811}">
      <dgm:prSet/>
      <dgm:spPr/>
      <dgm:t>
        <a:bodyPr/>
        <a:lstStyle/>
        <a:p>
          <a:endParaRPr lang="en-US"/>
        </a:p>
      </dgm:t>
    </dgm:pt>
    <dgm:pt modelId="{9D819D0F-C834-46AE-8CFF-680F4B0AB712}">
      <dgm:prSet/>
      <dgm:spPr/>
      <dgm:t>
        <a:bodyPr/>
        <a:lstStyle/>
        <a:p>
          <a:r>
            <a:rPr lang="es-ES" b="0" i="0"/>
            <a:t>(Población Activa / Población en Edad de Trabajar) x 100</a:t>
          </a:r>
          <a:endParaRPr lang="en-US"/>
        </a:p>
      </dgm:t>
    </dgm:pt>
    <dgm:pt modelId="{D7130FA1-004C-4BB8-A9CE-6A3E215553B5}" type="parTrans" cxnId="{1902271C-3882-4651-A7D6-C501CFDBF050}">
      <dgm:prSet/>
      <dgm:spPr/>
      <dgm:t>
        <a:bodyPr/>
        <a:lstStyle/>
        <a:p>
          <a:endParaRPr lang="en-US"/>
        </a:p>
      </dgm:t>
    </dgm:pt>
    <dgm:pt modelId="{417834A2-C635-454C-8542-DEF5230EF14A}" type="sibTrans" cxnId="{1902271C-3882-4651-A7D6-C501CFDBF050}">
      <dgm:prSet/>
      <dgm:spPr/>
      <dgm:t>
        <a:bodyPr/>
        <a:lstStyle/>
        <a:p>
          <a:endParaRPr lang="en-US"/>
        </a:p>
      </dgm:t>
    </dgm:pt>
    <dgm:pt modelId="{3A70EC71-24C6-4D6B-B86C-A39802A8D252}">
      <dgm:prSet/>
      <dgm:spPr/>
      <dgm:t>
        <a:bodyPr/>
        <a:lstStyle/>
        <a:p>
          <a:r>
            <a:rPr lang="es-ES" b="0" i="0"/>
            <a:t>2. Tasa de Desempleo:</a:t>
          </a:r>
          <a:endParaRPr lang="en-US"/>
        </a:p>
      </dgm:t>
    </dgm:pt>
    <dgm:pt modelId="{09578B23-81A9-400B-8EFF-CD2A52B32982}" type="parTrans" cxnId="{490F81BB-CC19-4CF7-B94E-60A544D3F721}">
      <dgm:prSet/>
      <dgm:spPr/>
      <dgm:t>
        <a:bodyPr/>
        <a:lstStyle/>
        <a:p>
          <a:endParaRPr lang="en-US"/>
        </a:p>
      </dgm:t>
    </dgm:pt>
    <dgm:pt modelId="{4D70D822-766D-4482-93DA-A2E6CB0E8C5C}" type="sibTrans" cxnId="{490F81BB-CC19-4CF7-B94E-60A544D3F721}">
      <dgm:prSet/>
      <dgm:spPr/>
      <dgm:t>
        <a:bodyPr/>
        <a:lstStyle/>
        <a:p>
          <a:endParaRPr lang="en-US"/>
        </a:p>
      </dgm:t>
    </dgm:pt>
    <dgm:pt modelId="{A6F8010F-502C-42DF-8EAF-88D9E915D7AB}">
      <dgm:prSet/>
      <dgm:spPr/>
      <dgm:t>
        <a:bodyPr/>
        <a:lstStyle/>
        <a:p>
          <a:r>
            <a:rPr lang="es-ES" b="0" i="0"/>
            <a:t>Mide la proporción de población activa sin trabajo</a:t>
          </a:r>
          <a:endParaRPr lang="en-US"/>
        </a:p>
      </dgm:t>
    </dgm:pt>
    <dgm:pt modelId="{D127A590-1029-47D2-9F47-F0299A9BC2EF}" type="parTrans" cxnId="{C42F88B7-7DB8-459E-B591-4CEA48DBB68B}">
      <dgm:prSet/>
      <dgm:spPr/>
      <dgm:t>
        <a:bodyPr/>
        <a:lstStyle/>
        <a:p>
          <a:endParaRPr lang="en-US"/>
        </a:p>
      </dgm:t>
    </dgm:pt>
    <dgm:pt modelId="{61745C55-2D98-458D-B694-83BC1F9CEB6C}" type="sibTrans" cxnId="{C42F88B7-7DB8-459E-B591-4CEA48DBB68B}">
      <dgm:prSet/>
      <dgm:spPr/>
      <dgm:t>
        <a:bodyPr/>
        <a:lstStyle/>
        <a:p>
          <a:endParaRPr lang="en-US"/>
        </a:p>
      </dgm:t>
    </dgm:pt>
    <dgm:pt modelId="{80CABE5F-CAE5-43FE-8FAE-FAB6340966C1}">
      <dgm:prSet/>
      <dgm:spPr/>
      <dgm:t>
        <a:bodyPr/>
        <a:lstStyle/>
        <a:p>
          <a:r>
            <a:rPr lang="es-ES" b="0" i="0"/>
            <a:t>3. Tasa de Empleo:</a:t>
          </a:r>
          <a:endParaRPr lang="en-US"/>
        </a:p>
      </dgm:t>
    </dgm:pt>
    <dgm:pt modelId="{882E6E05-BC27-4889-BD57-2EB0C7816DB6}" type="parTrans" cxnId="{DC9C3073-CE6C-491A-AFF9-FAA84EB915A2}">
      <dgm:prSet/>
      <dgm:spPr/>
      <dgm:t>
        <a:bodyPr/>
        <a:lstStyle/>
        <a:p>
          <a:endParaRPr lang="en-US"/>
        </a:p>
      </dgm:t>
    </dgm:pt>
    <dgm:pt modelId="{8C64B0A8-E7A9-4F96-9B0F-25F9B8648C4E}" type="sibTrans" cxnId="{DC9C3073-CE6C-491A-AFF9-FAA84EB915A2}">
      <dgm:prSet/>
      <dgm:spPr/>
      <dgm:t>
        <a:bodyPr/>
        <a:lstStyle/>
        <a:p>
          <a:endParaRPr lang="en-US"/>
        </a:p>
      </dgm:t>
    </dgm:pt>
    <dgm:pt modelId="{79ED2290-A5BC-4BB8-A484-AB5EF1BEE838}">
      <dgm:prSet/>
      <dgm:spPr/>
      <dgm:t>
        <a:bodyPr/>
        <a:lstStyle/>
        <a:p>
          <a:r>
            <a:rPr lang="es-ES" b="0" i="0"/>
            <a:t>Porcentaje de población en edad de trabajar que está empleada</a:t>
          </a:r>
          <a:endParaRPr lang="en-US"/>
        </a:p>
      </dgm:t>
    </dgm:pt>
    <dgm:pt modelId="{FA7BF19F-5E2F-4F2F-A761-4AECD388D9AA}" type="parTrans" cxnId="{4C5B9609-5A69-4CDB-9C81-6646699DA998}">
      <dgm:prSet/>
      <dgm:spPr/>
      <dgm:t>
        <a:bodyPr/>
        <a:lstStyle/>
        <a:p>
          <a:endParaRPr lang="en-US"/>
        </a:p>
      </dgm:t>
    </dgm:pt>
    <dgm:pt modelId="{3F553C9B-4F44-4C6F-9348-B91A0358D574}" type="sibTrans" cxnId="{4C5B9609-5A69-4CDB-9C81-6646699DA998}">
      <dgm:prSet/>
      <dgm:spPr/>
      <dgm:t>
        <a:bodyPr/>
        <a:lstStyle/>
        <a:p>
          <a:endParaRPr lang="en-US"/>
        </a:p>
      </dgm:t>
    </dgm:pt>
    <dgm:pt modelId="{675C29AC-44C2-4293-AF00-CC7FBB32826B}">
      <dgm:prSet/>
      <dgm:spPr/>
      <dgm:t>
        <a:bodyPr/>
        <a:lstStyle/>
        <a:p>
          <a:r>
            <a:rPr lang="es-ES" b="0" i="0"/>
            <a:t>4. Salarios:</a:t>
          </a:r>
          <a:endParaRPr lang="en-US"/>
        </a:p>
      </dgm:t>
    </dgm:pt>
    <dgm:pt modelId="{75DE44AD-3E3E-4C21-96D2-99E571A66255}" type="parTrans" cxnId="{EE8C6745-7ABA-45F9-A690-67456390C215}">
      <dgm:prSet/>
      <dgm:spPr/>
      <dgm:t>
        <a:bodyPr/>
        <a:lstStyle/>
        <a:p>
          <a:endParaRPr lang="en-US"/>
        </a:p>
      </dgm:t>
    </dgm:pt>
    <dgm:pt modelId="{51B10C33-40DD-4E7B-9473-6164D29FEEA1}" type="sibTrans" cxnId="{EE8C6745-7ABA-45F9-A690-67456390C215}">
      <dgm:prSet/>
      <dgm:spPr/>
      <dgm:t>
        <a:bodyPr/>
        <a:lstStyle/>
        <a:p>
          <a:endParaRPr lang="en-US"/>
        </a:p>
      </dgm:t>
    </dgm:pt>
    <dgm:pt modelId="{60709083-E0B1-407A-8F5C-5293A9CD472A}">
      <dgm:prSet/>
      <dgm:spPr/>
      <dgm:t>
        <a:bodyPr/>
        <a:lstStyle/>
        <a:p>
          <a:r>
            <a:rPr lang="es-ES" b="0" i="0"/>
            <a:t>Reflejan el precio del trabajo</a:t>
          </a:r>
          <a:endParaRPr lang="en-US"/>
        </a:p>
      </dgm:t>
    </dgm:pt>
    <dgm:pt modelId="{2B594A69-E822-4BB0-822E-3A0FDA6CC6E0}" type="parTrans" cxnId="{7647CD18-0021-4722-A827-ADAFB6260F62}">
      <dgm:prSet/>
      <dgm:spPr/>
      <dgm:t>
        <a:bodyPr/>
        <a:lstStyle/>
        <a:p>
          <a:endParaRPr lang="en-US"/>
        </a:p>
      </dgm:t>
    </dgm:pt>
    <dgm:pt modelId="{FDB3CDF0-7DEF-4916-9664-CADF3114A0D3}" type="sibTrans" cxnId="{7647CD18-0021-4722-A827-ADAFB6260F62}">
      <dgm:prSet/>
      <dgm:spPr/>
      <dgm:t>
        <a:bodyPr/>
        <a:lstStyle/>
        <a:p>
          <a:endParaRPr lang="en-US"/>
        </a:p>
      </dgm:t>
    </dgm:pt>
    <dgm:pt modelId="{29C7E160-2B4D-44FB-9BED-4829AF6BA653}">
      <dgm:prSet/>
      <dgm:spPr/>
      <dgm:t>
        <a:bodyPr/>
        <a:lstStyle/>
        <a:p>
          <a:r>
            <a:rPr lang="es-ES" b="0" i="0"/>
            <a:t>Impactan en bienestar y competitividad</a:t>
          </a:r>
          <a:endParaRPr lang="en-US"/>
        </a:p>
      </dgm:t>
    </dgm:pt>
    <dgm:pt modelId="{AD13B204-068A-4BC4-925C-CEAFDBAA3DF0}" type="parTrans" cxnId="{22626534-1BAC-46C1-B11B-5DE20AC86902}">
      <dgm:prSet/>
      <dgm:spPr/>
      <dgm:t>
        <a:bodyPr/>
        <a:lstStyle/>
        <a:p>
          <a:endParaRPr lang="en-US"/>
        </a:p>
      </dgm:t>
    </dgm:pt>
    <dgm:pt modelId="{3C7759F7-F5BB-4349-9BF3-EF731CB73F2E}" type="sibTrans" cxnId="{22626534-1BAC-46C1-B11B-5DE20AC86902}">
      <dgm:prSet/>
      <dgm:spPr/>
      <dgm:t>
        <a:bodyPr/>
        <a:lstStyle/>
        <a:p>
          <a:endParaRPr lang="en-US"/>
        </a:p>
      </dgm:t>
    </dgm:pt>
    <dgm:pt modelId="{97DA59C6-56A4-4783-861F-6E5AC07F2867}" type="pres">
      <dgm:prSet presAssocID="{A2D3E264-AE7C-4D05-828E-EFBE1100D938}" presName="linear" presStyleCnt="0">
        <dgm:presLayoutVars>
          <dgm:animLvl val="lvl"/>
          <dgm:resizeHandles val="exact"/>
        </dgm:presLayoutVars>
      </dgm:prSet>
      <dgm:spPr/>
    </dgm:pt>
    <dgm:pt modelId="{614D5EAC-4D16-43FF-8005-0F8CCD548D68}" type="pres">
      <dgm:prSet presAssocID="{A8840D9D-03CC-4B81-BD47-29BE89541A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E12745-ACF2-43A2-A43A-FA9B5158995F}" type="pres">
      <dgm:prSet presAssocID="{A8840D9D-03CC-4B81-BD47-29BE89541AD2}" presName="childText" presStyleLbl="revTx" presStyleIdx="0" presStyleCnt="4">
        <dgm:presLayoutVars>
          <dgm:bulletEnabled val="1"/>
        </dgm:presLayoutVars>
      </dgm:prSet>
      <dgm:spPr/>
    </dgm:pt>
    <dgm:pt modelId="{3FD9C40F-835D-44E2-8D1F-9B31D289BB85}" type="pres">
      <dgm:prSet presAssocID="{3A70EC71-24C6-4D6B-B86C-A39802A8D2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CC50BA6-B69A-4E09-83B8-975C7702D88A}" type="pres">
      <dgm:prSet presAssocID="{3A70EC71-24C6-4D6B-B86C-A39802A8D252}" presName="childText" presStyleLbl="revTx" presStyleIdx="1" presStyleCnt="4">
        <dgm:presLayoutVars>
          <dgm:bulletEnabled val="1"/>
        </dgm:presLayoutVars>
      </dgm:prSet>
      <dgm:spPr/>
    </dgm:pt>
    <dgm:pt modelId="{A35E331C-6F58-491E-A571-348140A8D9FD}" type="pres">
      <dgm:prSet presAssocID="{80CABE5F-CAE5-43FE-8FAE-FAB6340966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3DF805-7C44-413B-9217-DF54F0157D86}" type="pres">
      <dgm:prSet presAssocID="{80CABE5F-CAE5-43FE-8FAE-FAB6340966C1}" presName="childText" presStyleLbl="revTx" presStyleIdx="2" presStyleCnt="4">
        <dgm:presLayoutVars>
          <dgm:bulletEnabled val="1"/>
        </dgm:presLayoutVars>
      </dgm:prSet>
      <dgm:spPr/>
    </dgm:pt>
    <dgm:pt modelId="{80D4B76D-8F13-423A-AC11-1BA2D9A40DA7}" type="pres">
      <dgm:prSet presAssocID="{675C29AC-44C2-4293-AF00-CC7FBB32826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772228C-FB45-4598-9CDB-78E8F7D0CFF4}" type="pres">
      <dgm:prSet presAssocID="{675C29AC-44C2-4293-AF00-CC7FBB32826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C5B9609-5A69-4CDB-9C81-6646699DA998}" srcId="{80CABE5F-CAE5-43FE-8FAE-FAB6340966C1}" destId="{79ED2290-A5BC-4BB8-A484-AB5EF1BEE838}" srcOrd="0" destOrd="0" parTransId="{FA7BF19F-5E2F-4F2F-A761-4AECD388D9AA}" sibTransId="{3F553C9B-4F44-4C6F-9348-B91A0358D574}"/>
    <dgm:cxn modelId="{727ADB0C-7265-45F7-9CA4-1B4CC205265F}" type="presOf" srcId="{675C29AC-44C2-4293-AF00-CC7FBB32826B}" destId="{80D4B76D-8F13-423A-AC11-1BA2D9A40DA7}" srcOrd="0" destOrd="0" presId="urn:microsoft.com/office/officeart/2005/8/layout/vList2"/>
    <dgm:cxn modelId="{7647CD18-0021-4722-A827-ADAFB6260F62}" srcId="{675C29AC-44C2-4293-AF00-CC7FBB32826B}" destId="{60709083-E0B1-407A-8F5C-5293A9CD472A}" srcOrd="0" destOrd="0" parTransId="{2B594A69-E822-4BB0-822E-3A0FDA6CC6E0}" sibTransId="{FDB3CDF0-7DEF-4916-9664-CADF3114A0D3}"/>
    <dgm:cxn modelId="{1902271C-3882-4651-A7D6-C501CFDBF050}" srcId="{A8840D9D-03CC-4B81-BD47-29BE89541AD2}" destId="{9D819D0F-C834-46AE-8CFF-680F4B0AB712}" srcOrd="1" destOrd="0" parTransId="{D7130FA1-004C-4BB8-A9CE-6A3E215553B5}" sibTransId="{417834A2-C635-454C-8542-DEF5230EF14A}"/>
    <dgm:cxn modelId="{22626534-1BAC-46C1-B11B-5DE20AC86902}" srcId="{675C29AC-44C2-4293-AF00-CC7FBB32826B}" destId="{29C7E160-2B4D-44FB-9BED-4829AF6BA653}" srcOrd="1" destOrd="0" parTransId="{AD13B204-068A-4BC4-925C-CEAFDBAA3DF0}" sibTransId="{3C7759F7-F5BB-4349-9BF3-EF731CB73F2E}"/>
    <dgm:cxn modelId="{4F33DF3C-C521-4114-9838-13BADA8EC0C7}" type="presOf" srcId="{A8840D9D-03CC-4B81-BD47-29BE89541AD2}" destId="{614D5EAC-4D16-43FF-8005-0F8CCD548D68}" srcOrd="0" destOrd="0" presId="urn:microsoft.com/office/officeart/2005/8/layout/vList2"/>
    <dgm:cxn modelId="{01B65A41-48B8-4F3B-AAEC-EE6171D92148}" type="presOf" srcId="{87EF3508-F2F5-43F3-84AA-99310C684476}" destId="{5FE12745-ACF2-43A2-A43A-FA9B5158995F}" srcOrd="0" destOrd="0" presId="urn:microsoft.com/office/officeart/2005/8/layout/vList2"/>
    <dgm:cxn modelId="{EE8C6745-7ABA-45F9-A690-67456390C215}" srcId="{A2D3E264-AE7C-4D05-828E-EFBE1100D938}" destId="{675C29AC-44C2-4293-AF00-CC7FBB32826B}" srcOrd="3" destOrd="0" parTransId="{75DE44AD-3E3E-4C21-96D2-99E571A66255}" sibTransId="{51B10C33-40DD-4E7B-9473-6164D29FEEA1}"/>
    <dgm:cxn modelId="{5FC7D052-31FB-4FF4-920F-C07CD03B732F}" type="presOf" srcId="{80CABE5F-CAE5-43FE-8FAE-FAB6340966C1}" destId="{A35E331C-6F58-491E-A571-348140A8D9FD}" srcOrd="0" destOrd="0" presId="urn:microsoft.com/office/officeart/2005/8/layout/vList2"/>
    <dgm:cxn modelId="{DC9C3073-CE6C-491A-AFF9-FAA84EB915A2}" srcId="{A2D3E264-AE7C-4D05-828E-EFBE1100D938}" destId="{80CABE5F-CAE5-43FE-8FAE-FAB6340966C1}" srcOrd="2" destOrd="0" parTransId="{882E6E05-BC27-4889-BD57-2EB0C7816DB6}" sibTransId="{8C64B0A8-E7A9-4F96-9B0F-25F9B8648C4E}"/>
    <dgm:cxn modelId="{DF314F7C-8303-45D1-A582-080AF3BD8811}" srcId="{A8840D9D-03CC-4B81-BD47-29BE89541AD2}" destId="{87EF3508-F2F5-43F3-84AA-99310C684476}" srcOrd="0" destOrd="0" parTransId="{77432AD8-FA57-4B4C-A905-F3E15681418D}" sibTransId="{6A7F9A63-F614-4740-B6D7-6CC3F2ACD1AB}"/>
    <dgm:cxn modelId="{30A62E87-3211-4A05-8D73-661A9DEC8ACB}" type="presOf" srcId="{79ED2290-A5BC-4BB8-A484-AB5EF1BEE838}" destId="{393DF805-7C44-413B-9217-DF54F0157D86}" srcOrd="0" destOrd="0" presId="urn:microsoft.com/office/officeart/2005/8/layout/vList2"/>
    <dgm:cxn modelId="{6AF592A5-BD86-4727-A0DD-FC6B41A233D7}" type="presOf" srcId="{9D819D0F-C834-46AE-8CFF-680F4B0AB712}" destId="{5FE12745-ACF2-43A2-A43A-FA9B5158995F}" srcOrd="0" destOrd="1" presId="urn:microsoft.com/office/officeart/2005/8/layout/vList2"/>
    <dgm:cxn modelId="{ACA54FA8-B4F5-4CF1-9D14-C80C13025439}" type="presOf" srcId="{29C7E160-2B4D-44FB-9BED-4829AF6BA653}" destId="{5772228C-FB45-4598-9CDB-78E8F7D0CFF4}" srcOrd="0" destOrd="1" presId="urn:microsoft.com/office/officeart/2005/8/layout/vList2"/>
    <dgm:cxn modelId="{767DC5AD-0A93-4062-9C32-3C099D229FC5}" type="presOf" srcId="{A2D3E264-AE7C-4D05-828E-EFBE1100D938}" destId="{97DA59C6-56A4-4783-861F-6E5AC07F2867}" srcOrd="0" destOrd="0" presId="urn:microsoft.com/office/officeart/2005/8/layout/vList2"/>
    <dgm:cxn modelId="{A51406B2-A591-42F5-B7CC-D59269CF06B5}" type="presOf" srcId="{3A70EC71-24C6-4D6B-B86C-A39802A8D252}" destId="{3FD9C40F-835D-44E2-8D1F-9B31D289BB85}" srcOrd="0" destOrd="0" presId="urn:microsoft.com/office/officeart/2005/8/layout/vList2"/>
    <dgm:cxn modelId="{C42F88B7-7DB8-459E-B591-4CEA48DBB68B}" srcId="{3A70EC71-24C6-4D6B-B86C-A39802A8D252}" destId="{A6F8010F-502C-42DF-8EAF-88D9E915D7AB}" srcOrd="0" destOrd="0" parTransId="{D127A590-1029-47D2-9F47-F0299A9BC2EF}" sibTransId="{61745C55-2D98-458D-B694-83BC1F9CEB6C}"/>
    <dgm:cxn modelId="{490F81BB-CC19-4CF7-B94E-60A544D3F721}" srcId="{A2D3E264-AE7C-4D05-828E-EFBE1100D938}" destId="{3A70EC71-24C6-4D6B-B86C-A39802A8D252}" srcOrd="1" destOrd="0" parTransId="{09578B23-81A9-400B-8EFF-CD2A52B32982}" sibTransId="{4D70D822-766D-4482-93DA-A2E6CB0E8C5C}"/>
    <dgm:cxn modelId="{1A45C0D7-668D-4742-8923-52EF76A3584A}" type="presOf" srcId="{A6F8010F-502C-42DF-8EAF-88D9E915D7AB}" destId="{ECC50BA6-B69A-4E09-83B8-975C7702D88A}" srcOrd="0" destOrd="0" presId="urn:microsoft.com/office/officeart/2005/8/layout/vList2"/>
    <dgm:cxn modelId="{AD26F1E3-5425-401F-8231-285B4A921E01}" srcId="{A2D3E264-AE7C-4D05-828E-EFBE1100D938}" destId="{A8840D9D-03CC-4B81-BD47-29BE89541AD2}" srcOrd="0" destOrd="0" parTransId="{3DA683B6-6F2D-4BE6-80B6-1AEF48EA5BC4}" sibTransId="{2E538164-A845-487A-9082-6C7AE4D77667}"/>
    <dgm:cxn modelId="{7F6E16FB-64F0-4692-A56D-3670ADD25C15}" type="presOf" srcId="{60709083-E0B1-407A-8F5C-5293A9CD472A}" destId="{5772228C-FB45-4598-9CDB-78E8F7D0CFF4}" srcOrd="0" destOrd="0" presId="urn:microsoft.com/office/officeart/2005/8/layout/vList2"/>
    <dgm:cxn modelId="{D8801F65-38E1-40C8-B66D-0EFC5D6C7BE8}" type="presParOf" srcId="{97DA59C6-56A4-4783-861F-6E5AC07F2867}" destId="{614D5EAC-4D16-43FF-8005-0F8CCD548D68}" srcOrd="0" destOrd="0" presId="urn:microsoft.com/office/officeart/2005/8/layout/vList2"/>
    <dgm:cxn modelId="{2B1CA01D-9E0D-4033-AD3E-5227AD5CD68D}" type="presParOf" srcId="{97DA59C6-56A4-4783-861F-6E5AC07F2867}" destId="{5FE12745-ACF2-43A2-A43A-FA9B5158995F}" srcOrd="1" destOrd="0" presId="urn:microsoft.com/office/officeart/2005/8/layout/vList2"/>
    <dgm:cxn modelId="{8F5DA72F-0EC1-4273-AF01-F2253A3A808F}" type="presParOf" srcId="{97DA59C6-56A4-4783-861F-6E5AC07F2867}" destId="{3FD9C40F-835D-44E2-8D1F-9B31D289BB85}" srcOrd="2" destOrd="0" presId="urn:microsoft.com/office/officeart/2005/8/layout/vList2"/>
    <dgm:cxn modelId="{78520B3A-0D10-4C2B-8D73-1DD344C7220D}" type="presParOf" srcId="{97DA59C6-56A4-4783-861F-6E5AC07F2867}" destId="{ECC50BA6-B69A-4E09-83B8-975C7702D88A}" srcOrd="3" destOrd="0" presId="urn:microsoft.com/office/officeart/2005/8/layout/vList2"/>
    <dgm:cxn modelId="{80C67F72-253A-43CE-B5F4-F485C97B08E9}" type="presParOf" srcId="{97DA59C6-56A4-4783-861F-6E5AC07F2867}" destId="{A35E331C-6F58-491E-A571-348140A8D9FD}" srcOrd="4" destOrd="0" presId="urn:microsoft.com/office/officeart/2005/8/layout/vList2"/>
    <dgm:cxn modelId="{FD649386-66B4-4D41-BB9F-D4A42D6DC728}" type="presParOf" srcId="{97DA59C6-56A4-4783-861F-6E5AC07F2867}" destId="{393DF805-7C44-413B-9217-DF54F0157D86}" srcOrd="5" destOrd="0" presId="urn:microsoft.com/office/officeart/2005/8/layout/vList2"/>
    <dgm:cxn modelId="{D361F49A-58D7-4110-81BB-825961F3CE8F}" type="presParOf" srcId="{97DA59C6-56A4-4783-861F-6E5AC07F2867}" destId="{80D4B76D-8F13-423A-AC11-1BA2D9A40DA7}" srcOrd="6" destOrd="0" presId="urn:microsoft.com/office/officeart/2005/8/layout/vList2"/>
    <dgm:cxn modelId="{E3486F0F-AEDB-4B04-86A9-E96735F44B47}" type="presParOf" srcId="{97DA59C6-56A4-4783-861F-6E5AC07F2867}" destId="{5772228C-FB45-4598-9CDB-78E8F7D0CFF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063A98-D480-4B4F-AE42-8A2B659D54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DCDC829-3504-4E80-8826-47B3F8B24978}">
      <dgm:prSet/>
      <dgm:spPr/>
      <dgm:t>
        <a:bodyPr/>
        <a:lstStyle/>
        <a:p>
          <a:r>
            <a:rPr lang="es-ES"/>
            <a:t>Indica la oferta de trabajo disponible en una economía, representando la proporción de personas dispuestas y en condiciones de participar en el mercado laboral.</a:t>
          </a:r>
          <a:endParaRPr lang="en-US"/>
        </a:p>
      </dgm:t>
    </dgm:pt>
    <dgm:pt modelId="{68D8074C-63E1-4E45-9D9F-C29D33C0AD5B}" type="parTrans" cxnId="{ADB63D46-D40B-4E17-B163-BCD1F9D35B8C}">
      <dgm:prSet/>
      <dgm:spPr/>
      <dgm:t>
        <a:bodyPr/>
        <a:lstStyle/>
        <a:p>
          <a:endParaRPr lang="en-US"/>
        </a:p>
      </dgm:t>
    </dgm:pt>
    <dgm:pt modelId="{519C5071-A0BB-40D5-8EF4-F4904BF155E2}" type="sibTrans" cxnId="{ADB63D46-D40B-4E17-B163-BCD1F9D35B8C}">
      <dgm:prSet/>
      <dgm:spPr/>
      <dgm:t>
        <a:bodyPr/>
        <a:lstStyle/>
        <a:p>
          <a:endParaRPr lang="en-US"/>
        </a:p>
      </dgm:t>
    </dgm:pt>
    <dgm:pt modelId="{F3034731-1690-4257-9E20-095C3FC6889D}">
      <dgm:prSet/>
      <dgm:spPr/>
      <dgm:t>
        <a:bodyPr/>
        <a:lstStyle/>
        <a:p>
          <a:r>
            <a:rPr lang="es-ES"/>
            <a:t>Mide la participación en el mercado laboral, considerando tanto a quienes trabajan como a quienes buscan empleo activamente.</a:t>
          </a:r>
          <a:endParaRPr lang="en-US"/>
        </a:p>
      </dgm:t>
    </dgm:pt>
    <dgm:pt modelId="{38524E2B-C955-4443-8AF7-33F8D04486C2}" type="parTrans" cxnId="{D64C98EA-5BD9-4E40-9BC0-02D9CCB9B739}">
      <dgm:prSet/>
      <dgm:spPr/>
      <dgm:t>
        <a:bodyPr/>
        <a:lstStyle/>
        <a:p>
          <a:endParaRPr lang="en-US"/>
        </a:p>
      </dgm:t>
    </dgm:pt>
    <dgm:pt modelId="{A25A52C0-76F8-4C4C-83A6-8C522BC401BD}" type="sibTrans" cxnId="{D64C98EA-5BD9-4E40-9BC0-02D9CCB9B739}">
      <dgm:prSet/>
      <dgm:spPr/>
      <dgm:t>
        <a:bodyPr/>
        <a:lstStyle/>
        <a:p>
          <a:endParaRPr lang="en-US"/>
        </a:p>
      </dgm:t>
    </dgm:pt>
    <dgm:pt modelId="{B3C872CC-7851-4BEB-960C-240452FB18D5}" type="pres">
      <dgm:prSet presAssocID="{34063A98-D480-4B4F-AE42-8A2B659D54C4}" presName="root" presStyleCnt="0">
        <dgm:presLayoutVars>
          <dgm:dir/>
          <dgm:resizeHandles val="exact"/>
        </dgm:presLayoutVars>
      </dgm:prSet>
      <dgm:spPr/>
    </dgm:pt>
    <dgm:pt modelId="{242921CA-77CA-4D9A-A550-583847E9BA0E}" type="pres">
      <dgm:prSet presAssocID="{7DCDC829-3504-4E80-8826-47B3F8B24978}" presName="compNode" presStyleCnt="0"/>
      <dgm:spPr/>
    </dgm:pt>
    <dgm:pt modelId="{071CA5B2-C782-4CD5-89C5-DBEE239602D7}" type="pres">
      <dgm:prSet presAssocID="{7DCDC829-3504-4E80-8826-47B3F8B24978}" presName="bgRect" presStyleLbl="bgShp" presStyleIdx="0" presStyleCnt="2"/>
      <dgm:spPr/>
    </dgm:pt>
    <dgm:pt modelId="{4E371A6B-5BFA-476F-9E9F-4CF5E7D15760}" type="pres">
      <dgm:prSet presAssocID="{7DCDC829-3504-4E80-8826-47B3F8B2497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ólar"/>
        </a:ext>
      </dgm:extLst>
    </dgm:pt>
    <dgm:pt modelId="{F0E0824A-523D-4FDA-BE9D-CFE1D95B9299}" type="pres">
      <dgm:prSet presAssocID="{7DCDC829-3504-4E80-8826-47B3F8B24978}" presName="spaceRect" presStyleCnt="0"/>
      <dgm:spPr/>
    </dgm:pt>
    <dgm:pt modelId="{630B18C0-D03D-47DD-8731-693AF910B8CC}" type="pres">
      <dgm:prSet presAssocID="{7DCDC829-3504-4E80-8826-47B3F8B24978}" presName="parTx" presStyleLbl="revTx" presStyleIdx="0" presStyleCnt="2">
        <dgm:presLayoutVars>
          <dgm:chMax val="0"/>
          <dgm:chPref val="0"/>
        </dgm:presLayoutVars>
      </dgm:prSet>
      <dgm:spPr/>
    </dgm:pt>
    <dgm:pt modelId="{DEADFDCA-BA21-42B1-9751-DF2C76D0BB07}" type="pres">
      <dgm:prSet presAssocID="{519C5071-A0BB-40D5-8EF4-F4904BF155E2}" presName="sibTrans" presStyleCnt="0"/>
      <dgm:spPr/>
    </dgm:pt>
    <dgm:pt modelId="{E5EA9E13-0BDB-4A9F-8C4F-27326919AB57}" type="pres">
      <dgm:prSet presAssocID="{F3034731-1690-4257-9E20-095C3FC6889D}" presName="compNode" presStyleCnt="0"/>
      <dgm:spPr/>
    </dgm:pt>
    <dgm:pt modelId="{A7A7E16B-A8D9-4D68-A719-2403D23E008E}" type="pres">
      <dgm:prSet presAssocID="{F3034731-1690-4257-9E20-095C3FC6889D}" presName="bgRect" presStyleLbl="bgShp" presStyleIdx="1" presStyleCnt="2"/>
      <dgm:spPr/>
    </dgm:pt>
    <dgm:pt modelId="{8B950E5C-1B48-4766-8D30-32CFA98F7DDA}" type="pres">
      <dgm:prSet presAssocID="{F3034731-1690-4257-9E20-095C3FC688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026EF26D-93DB-43D0-A036-BCEEF50C5467}" type="pres">
      <dgm:prSet presAssocID="{F3034731-1690-4257-9E20-095C3FC6889D}" presName="spaceRect" presStyleCnt="0"/>
      <dgm:spPr/>
    </dgm:pt>
    <dgm:pt modelId="{965DFE33-5035-44D8-AFA0-D66DB6E63E76}" type="pres">
      <dgm:prSet presAssocID="{F3034731-1690-4257-9E20-095C3FC6889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8DB1D07-417F-42FD-9E7F-9493A970ADB8}" type="presOf" srcId="{F3034731-1690-4257-9E20-095C3FC6889D}" destId="{965DFE33-5035-44D8-AFA0-D66DB6E63E76}" srcOrd="0" destOrd="0" presId="urn:microsoft.com/office/officeart/2018/2/layout/IconVerticalSolidList"/>
    <dgm:cxn modelId="{ADB63D46-D40B-4E17-B163-BCD1F9D35B8C}" srcId="{34063A98-D480-4B4F-AE42-8A2B659D54C4}" destId="{7DCDC829-3504-4E80-8826-47B3F8B24978}" srcOrd="0" destOrd="0" parTransId="{68D8074C-63E1-4E45-9D9F-C29D33C0AD5B}" sibTransId="{519C5071-A0BB-40D5-8EF4-F4904BF155E2}"/>
    <dgm:cxn modelId="{D7515387-3C33-4227-B1A7-D72102DE6369}" type="presOf" srcId="{7DCDC829-3504-4E80-8826-47B3F8B24978}" destId="{630B18C0-D03D-47DD-8731-693AF910B8CC}" srcOrd="0" destOrd="0" presId="urn:microsoft.com/office/officeart/2018/2/layout/IconVerticalSolidList"/>
    <dgm:cxn modelId="{F4EB85DC-84AD-4553-9CEE-265C681E4FBC}" type="presOf" srcId="{34063A98-D480-4B4F-AE42-8A2B659D54C4}" destId="{B3C872CC-7851-4BEB-960C-240452FB18D5}" srcOrd="0" destOrd="0" presId="urn:microsoft.com/office/officeart/2018/2/layout/IconVerticalSolidList"/>
    <dgm:cxn modelId="{D64C98EA-5BD9-4E40-9BC0-02D9CCB9B739}" srcId="{34063A98-D480-4B4F-AE42-8A2B659D54C4}" destId="{F3034731-1690-4257-9E20-095C3FC6889D}" srcOrd="1" destOrd="0" parTransId="{38524E2B-C955-4443-8AF7-33F8D04486C2}" sibTransId="{A25A52C0-76F8-4C4C-83A6-8C522BC401BD}"/>
    <dgm:cxn modelId="{BB4E7805-EC11-44A1-A646-B3A752A278F1}" type="presParOf" srcId="{B3C872CC-7851-4BEB-960C-240452FB18D5}" destId="{242921CA-77CA-4D9A-A550-583847E9BA0E}" srcOrd="0" destOrd="0" presId="urn:microsoft.com/office/officeart/2018/2/layout/IconVerticalSolidList"/>
    <dgm:cxn modelId="{F51F23D8-FFD9-4DE0-A967-C5C4B7C39CC3}" type="presParOf" srcId="{242921CA-77CA-4D9A-A550-583847E9BA0E}" destId="{071CA5B2-C782-4CD5-89C5-DBEE239602D7}" srcOrd="0" destOrd="0" presId="urn:microsoft.com/office/officeart/2018/2/layout/IconVerticalSolidList"/>
    <dgm:cxn modelId="{22C47200-BE5A-434A-A6FB-71ADDE1FCFD9}" type="presParOf" srcId="{242921CA-77CA-4D9A-A550-583847E9BA0E}" destId="{4E371A6B-5BFA-476F-9E9F-4CF5E7D15760}" srcOrd="1" destOrd="0" presId="urn:microsoft.com/office/officeart/2018/2/layout/IconVerticalSolidList"/>
    <dgm:cxn modelId="{9FFE7001-DE87-4761-B848-FE9988C676CD}" type="presParOf" srcId="{242921CA-77CA-4D9A-A550-583847E9BA0E}" destId="{F0E0824A-523D-4FDA-BE9D-CFE1D95B9299}" srcOrd="2" destOrd="0" presId="urn:microsoft.com/office/officeart/2018/2/layout/IconVerticalSolidList"/>
    <dgm:cxn modelId="{6B882DC7-A4D1-4D34-88D5-7C8444B4D0D4}" type="presParOf" srcId="{242921CA-77CA-4D9A-A550-583847E9BA0E}" destId="{630B18C0-D03D-47DD-8731-693AF910B8CC}" srcOrd="3" destOrd="0" presId="urn:microsoft.com/office/officeart/2018/2/layout/IconVerticalSolidList"/>
    <dgm:cxn modelId="{E61B537C-5DD1-4CE0-B5A2-315088D9F4FE}" type="presParOf" srcId="{B3C872CC-7851-4BEB-960C-240452FB18D5}" destId="{DEADFDCA-BA21-42B1-9751-DF2C76D0BB07}" srcOrd="1" destOrd="0" presId="urn:microsoft.com/office/officeart/2018/2/layout/IconVerticalSolidList"/>
    <dgm:cxn modelId="{7BCE93E5-9084-4E93-BDA9-22E3217B26AA}" type="presParOf" srcId="{B3C872CC-7851-4BEB-960C-240452FB18D5}" destId="{E5EA9E13-0BDB-4A9F-8C4F-27326919AB57}" srcOrd="2" destOrd="0" presId="urn:microsoft.com/office/officeart/2018/2/layout/IconVerticalSolidList"/>
    <dgm:cxn modelId="{396DCC36-50D4-43EC-A126-0A0B434EEB51}" type="presParOf" srcId="{E5EA9E13-0BDB-4A9F-8C4F-27326919AB57}" destId="{A7A7E16B-A8D9-4D68-A719-2403D23E008E}" srcOrd="0" destOrd="0" presId="urn:microsoft.com/office/officeart/2018/2/layout/IconVerticalSolidList"/>
    <dgm:cxn modelId="{6A519144-543D-4FD2-8936-1B34290E07D9}" type="presParOf" srcId="{E5EA9E13-0BDB-4A9F-8C4F-27326919AB57}" destId="{8B950E5C-1B48-4766-8D30-32CFA98F7DDA}" srcOrd="1" destOrd="0" presId="urn:microsoft.com/office/officeart/2018/2/layout/IconVerticalSolidList"/>
    <dgm:cxn modelId="{9ACAB657-1260-4F49-998B-90ADEBF33ADE}" type="presParOf" srcId="{E5EA9E13-0BDB-4A9F-8C4F-27326919AB57}" destId="{026EF26D-93DB-43D0-A036-BCEEF50C5467}" srcOrd="2" destOrd="0" presId="urn:microsoft.com/office/officeart/2018/2/layout/IconVerticalSolidList"/>
    <dgm:cxn modelId="{3A3C1C74-52AD-4895-A041-BDBAF33CD646}" type="presParOf" srcId="{E5EA9E13-0BDB-4A9F-8C4F-27326919AB57}" destId="{965DFE33-5035-44D8-AFA0-D66DB6E63E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26C5F1-4450-41AC-9577-A520A4D494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6A58F2-A79F-4AE4-98FA-B25E645A5FC4}">
      <dgm:prSet/>
      <dgm:spPr/>
      <dgm:t>
        <a:bodyPr/>
        <a:lstStyle/>
        <a:p>
          <a:r>
            <a:rPr lang="es-ES"/>
            <a:t>Dinámica demográfica. Los cambios demográficos influyen.</a:t>
          </a:r>
          <a:endParaRPr lang="en-US"/>
        </a:p>
      </dgm:t>
    </dgm:pt>
    <dgm:pt modelId="{19C1D748-F6E0-492C-96B1-159FB4220B04}" type="parTrans" cxnId="{8DEA842F-1B0E-40F8-86E8-F98A4D6AC9C8}">
      <dgm:prSet/>
      <dgm:spPr/>
      <dgm:t>
        <a:bodyPr/>
        <a:lstStyle/>
        <a:p>
          <a:endParaRPr lang="en-US"/>
        </a:p>
      </dgm:t>
    </dgm:pt>
    <dgm:pt modelId="{FD87E90C-158F-4BC8-AEA3-F5993C348D0D}" type="sibTrans" cxnId="{8DEA842F-1B0E-40F8-86E8-F98A4D6AC9C8}">
      <dgm:prSet/>
      <dgm:spPr/>
      <dgm:t>
        <a:bodyPr/>
        <a:lstStyle/>
        <a:p>
          <a:endParaRPr lang="en-US"/>
        </a:p>
      </dgm:t>
    </dgm:pt>
    <dgm:pt modelId="{5AB8A547-8BE1-4396-9C63-480DB71791E8}">
      <dgm:prSet/>
      <dgm:spPr/>
      <dgm:t>
        <a:bodyPr/>
        <a:lstStyle/>
        <a:p>
          <a:r>
            <a:rPr lang="es-ES"/>
            <a:t>Crecimiento vegetativo (diferencia entre nacimientos y defunciones) </a:t>
          </a:r>
          <a:endParaRPr lang="en-US"/>
        </a:p>
      </dgm:t>
    </dgm:pt>
    <dgm:pt modelId="{CD5F4E14-AC53-42EB-A099-8790C47B5008}" type="parTrans" cxnId="{8A3F251D-3DD1-4B90-99B3-67B0A242A03E}">
      <dgm:prSet/>
      <dgm:spPr/>
      <dgm:t>
        <a:bodyPr/>
        <a:lstStyle/>
        <a:p>
          <a:endParaRPr lang="en-US"/>
        </a:p>
      </dgm:t>
    </dgm:pt>
    <dgm:pt modelId="{13FA466C-CC15-4B86-8E2C-3755114CEDC5}" type="sibTrans" cxnId="{8A3F251D-3DD1-4B90-99B3-67B0A242A03E}">
      <dgm:prSet/>
      <dgm:spPr/>
      <dgm:t>
        <a:bodyPr/>
        <a:lstStyle/>
        <a:p>
          <a:endParaRPr lang="en-US"/>
        </a:p>
      </dgm:t>
    </dgm:pt>
    <dgm:pt modelId="{949B8F12-7D2F-4EFA-8E72-12B30C3978D7}">
      <dgm:prSet/>
      <dgm:spPr/>
      <dgm:t>
        <a:bodyPr/>
        <a:lstStyle/>
        <a:p>
          <a:r>
            <a:rPr lang="es-ES"/>
            <a:t>movimientos migratorios.</a:t>
          </a:r>
          <a:endParaRPr lang="en-US"/>
        </a:p>
      </dgm:t>
    </dgm:pt>
    <dgm:pt modelId="{998FD2B1-70AD-4BFD-9C9C-91E1F3E95E6E}" type="parTrans" cxnId="{98C64A41-D449-42C0-AC03-BE3C646BFDC5}">
      <dgm:prSet/>
      <dgm:spPr/>
      <dgm:t>
        <a:bodyPr/>
        <a:lstStyle/>
        <a:p>
          <a:endParaRPr lang="en-US"/>
        </a:p>
      </dgm:t>
    </dgm:pt>
    <dgm:pt modelId="{1C5D4E22-B5B7-400B-BD09-66293F42FF9D}" type="sibTrans" cxnId="{98C64A41-D449-42C0-AC03-BE3C646BFDC5}">
      <dgm:prSet/>
      <dgm:spPr/>
      <dgm:t>
        <a:bodyPr/>
        <a:lstStyle/>
        <a:p>
          <a:endParaRPr lang="en-US"/>
        </a:p>
      </dgm:t>
    </dgm:pt>
    <dgm:pt modelId="{FDDF1CFA-E5AB-4D18-8AD8-97682227B2C9}">
      <dgm:prSet/>
      <dgm:spPr/>
      <dgm:t>
        <a:bodyPr/>
        <a:lstStyle/>
        <a:p>
          <a:r>
            <a:rPr lang="es-ES"/>
            <a:t>Los factores sociales y culturales son elementos clave que influyen en la evolución de la tasa de actividad de una economía a largo plazo.  </a:t>
          </a:r>
          <a:endParaRPr lang="en-US"/>
        </a:p>
      </dgm:t>
    </dgm:pt>
    <dgm:pt modelId="{95330DA6-CF16-4B75-B75A-FBAB99014C64}" type="parTrans" cxnId="{4F3186A2-0999-4552-8820-8B68283FA181}">
      <dgm:prSet/>
      <dgm:spPr/>
      <dgm:t>
        <a:bodyPr/>
        <a:lstStyle/>
        <a:p>
          <a:endParaRPr lang="en-US"/>
        </a:p>
      </dgm:t>
    </dgm:pt>
    <dgm:pt modelId="{6E0CB743-CB7C-4CC6-9D15-5981993D705B}" type="sibTrans" cxnId="{4F3186A2-0999-4552-8820-8B68283FA181}">
      <dgm:prSet/>
      <dgm:spPr/>
      <dgm:t>
        <a:bodyPr/>
        <a:lstStyle/>
        <a:p>
          <a:endParaRPr lang="en-US"/>
        </a:p>
      </dgm:t>
    </dgm:pt>
    <dgm:pt modelId="{41DF2F38-466B-4717-85CF-0D0BFEA7F57B}">
      <dgm:prSet/>
      <dgm:spPr/>
      <dgm:t>
        <a:bodyPr/>
        <a:lstStyle/>
        <a:p>
          <a:r>
            <a:rPr lang="es-ES"/>
            <a:t>tienden a ser estables </a:t>
          </a:r>
          <a:endParaRPr lang="en-US"/>
        </a:p>
      </dgm:t>
    </dgm:pt>
    <dgm:pt modelId="{F00D1284-6AA1-4E7B-B1AC-727C03EB2F70}" type="parTrans" cxnId="{02462C79-E83F-478A-A9B3-A13D443C67D6}">
      <dgm:prSet/>
      <dgm:spPr/>
      <dgm:t>
        <a:bodyPr/>
        <a:lstStyle/>
        <a:p>
          <a:endParaRPr lang="en-US"/>
        </a:p>
      </dgm:t>
    </dgm:pt>
    <dgm:pt modelId="{E0A8CF4A-2B3D-444F-8988-3C66136900D1}" type="sibTrans" cxnId="{02462C79-E83F-478A-A9B3-A13D443C67D6}">
      <dgm:prSet/>
      <dgm:spPr/>
      <dgm:t>
        <a:bodyPr/>
        <a:lstStyle/>
        <a:p>
          <a:endParaRPr lang="en-US"/>
        </a:p>
      </dgm:t>
    </dgm:pt>
    <dgm:pt modelId="{456D2DC5-64F0-49B6-866B-420736E117DE}">
      <dgm:prSet/>
      <dgm:spPr/>
      <dgm:t>
        <a:bodyPr/>
        <a:lstStyle/>
        <a:p>
          <a:r>
            <a:rPr lang="es-ES"/>
            <a:t>reflejan tendencias estructurales que se desarrollan lentamente. </a:t>
          </a:r>
          <a:endParaRPr lang="en-US"/>
        </a:p>
      </dgm:t>
    </dgm:pt>
    <dgm:pt modelId="{41ECF993-BAC1-4EF1-B9CF-E1DAE7FCCE3B}" type="parTrans" cxnId="{8234444F-2919-4D14-AB07-CD66A86E1F08}">
      <dgm:prSet/>
      <dgm:spPr/>
      <dgm:t>
        <a:bodyPr/>
        <a:lstStyle/>
        <a:p>
          <a:endParaRPr lang="en-US"/>
        </a:p>
      </dgm:t>
    </dgm:pt>
    <dgm:pt modelId="{CB961EE2-80BC-45B4-B6D5-613A73AF0A5E}" type="sibTrans" cxnId="{8234444F-2919-4D14-AB07-CD66A86E1F08}">
      <dgm:prSet/>
      <dgm:spPr/>
      <dgm:t>
        <a:bodyPr/>
        <a:lstStyle/>
        <a:p>
          <a:endParaRPr lang="en-US"/>
        </a:p>
      </dgm:t>
    </dgm:pt>
    <dgm:pt modelId="{1A4F677D-C573-4452-8807-37A8453423BF}">
      <dgm:prSet/>
      <dgm:spPr/>
      <dgm:t>
        <a:bodyPr/>
        <a:lstStyle/>
        <a:p>
          <a:r>
            <a:rPr lang="es-ES"/>
            <a:t>Entre los principales factores de este tipo se encuentran las costumbres, las diferencias de sexo, edad, y el nivel educativo de la población. </a:t>
          </a:r>
          <a:endParaRPr lang="en-US"/>
        </a:p>
      </dgm:t>
    </dgm:pt>
    <dgm:pt modelId="{C218E886-F2EB-45B2-AC5A-393DCAC4F8EF}" type="parTrans" cxnId="{CD4A2C50-B769-4B5B-B525-E8E85C1D938F}">
      <dgm:prSet/>
      <dgm:spPr/>
      <dgm:t>
        <a:bodyPr/>
        <a:lstStyle/>
        <a:p>
          <a:endParaRPr lang="en-US"/>
        </a:p>
      </dgm:t>
    </dgm:pt>
    <dgm:pt modelId="{C2A2252D-2E1A-4E48-9381-5E0EE8EF051F}" type="sibTrans" cxnId="{CD4A2C50-B769-4B5B-B525-E8E85C1D938F}">
      <dgm:prSet/>
      <dgm:spPr/>
      <dgm:t>
        <a:bodyPr/>
        <a:lstStyle/>
        <a:p>
          <a:endParaRPr lang="en-US"/>
        </a:p>
      </dgm:t>
    </dgm:pt>
    <dgm:pt modelId="{D2F31755-ABE1-4089-BDD8-9E3818681BAD}">
      <dgm:prSet/>
      <dgm:spPr/>
      <dgm:t>
        <a:bodyPr/>
        <a:lstStyle/>
        <a:p>
          <a:r>
            <a:rPr lang="es-ES"/>
            <a:t>El comportamiento cíclico de la tasa de actividad está profundamente influenciado por la situación económica y las condiciones del mercado de trabajo. </a:t>
          </a:r>
          <a:endParaRPr lang="en-US"/>
        </a:p>
      </dgm:t>
    </dgm:pt>
    <dgm:pt modelId="{F92AD757-21CD-4220-B457-47DCD1883024}" type="parTrans" cxnId="{F0D61DD3-2AC9-4260-BB80-7C01D54968E3}">
      <dgm:prSet/>
      <dgm:spPr/>
      <dgm:t>
        <a:bodyPr/>
        <a:lstStyle/>
        <a:p>
          <a:endParaRPr lang="en-US"/>
        </a:p>
      </dgm:t>
    </dgm:pt>
    <dgm:pt modelId="{2CCD6FE1-A7F6-4157-AFDD-04FC121995E3}" type="sibTrans" cxnId="{F0D61DD3-2AC9-4260-BB80-7C01D54968E3}">
      <dgm:prSet/>
      <dgm:spPr/>
      <dgm:t>
        <a:bodyPr/>
        <a:lstStyle/>
        <a:p>
          <a:endParaRPr lang="en-US"/>
        </a:p>
      </dgm:t>
    </dgm:pt>
    <dgm:pt modelId="{2F6E3949-57EB-4FF8-97CF-C92999A95FE4}">
      <dgm:prSet/>
      <dgm:spPr/>
      <dgm:t>
        <a:bodyPr/>
        <a:lstStyle/>
        <a:p>
          <a:r>
            <a:rPr lang="es-ES"/>
            <a:t>Efecto del trabajador desanimado</a:t>
          </a:r>
          <a:endParaRPr lang="en-US"/>
        </a:p>
      </dgm:t>
    </dgm:pt>
    <dgm:pt modelId="{EAE88889-0C42-454F-A715-ECB32442638B}" type="parTrans" cxnId="{EC2935BA-684A-4A56-9AC4-292B971C6168}">
      <dgm:prSet/>
      <dgm:spPr/>
      <dgm:t>
        <a:bodyPr/>
        <a:lstStyle/>
        <a:p>
          <a:endParaRPr lang="en-US"/>
        </a:p>
      </dgm:t>
    </dgm:pt>
    <dgm:pt modelId="{8564B1AF-3F94-457C-9C26-3450450E20E6}" type="sibTrans" cxnId="{EC2935BA-684A-4A56-9AC4-292B971C6168}">
      <dgm:prSet/>
      <dgm:spPr/>
      <dgm:t>
        <a:bodyPr/>
        <a:lstStyle/>
        <a:p>
          <a:endParaRPr lang="en-US"/>
        </a:p>
      </dgm:t>
    </dgm:pt>
    <dgm:pt modelId="{792395AA-8BAB-4461-BA6A-5B492B02EDED}">
      <dgm:prSet/>
      <dgm:spPr/>
      <dgm:t>
        <a:bodyPr/>
        <a:lstStyle/>
        <a:p>
          <a:r>
            <a:rPr lang="es-ES"/>
            <a:t>Efecto del trabajador añadido</a:t>
          </a:r>
          <a:endParaRPr lang="en-US"/>
        </a:p>
      </dgm:t>
    </dgm:pt>
    <dgm:pt modelId="{012212CA-FAD8-4221-8AAA-7DC2A8AB8826}" type="parTrans" cxnId="{18116793-9897-4159-A05C-D4188877A9D9}">
      <dgm:prSet/>
      <dgm:spPr/>
      <dgm:t>
        <a:bodyPr/>
        <a:lstStyle/>
        <a:p>
          <a:endParaRPr lang="en-US"/>
        </a:p>
      </dgm:t>
    </dgm:pt>
    <dgm:pt modelId="{884AAAC1-1DED-43A1-B31D-D7027561340B}" type="sibTrans" cxnId="{18116793-9897-4159-A05C-D4188877A9D9}">
      <dgm:prSet/>
      <dgm:spPr/>
      <dgm:t>
        <a:bodyPr/>
        <a:lstStyle/>
        <a:p>
          <a:endParaRPr lang="en-US"/>
        </a:p>
      </dgm:t>
    </dgm:pt>
    <dgm:pt modelId="{8693CE4E-3D75-4C75-9E9C-581E8D58D731}">
      <dgm:prSet/>
      <dgm:spPr/>
      <dgm:t>
        <a:bodyPr/>
        <a:lstStyle/>
        <a:p>
          <a:r>
            <a:rPr lang="es-ES"/>
            <a:t>Efecto llamada (subida de salarios eleva oferta de empleo)</a:t>
          </a:r>
          <a:endParaRPr lang="en-US"/>
        </a:p>
      </dgm:t>
    </dgm:pt>
    <dgm:pt modelId="{3F6FB6A2-9559-4784-8284-5D8A6B6AA45A}" type="parTrans" cxnId="{5F548FCB-237B-4884-84BD-A84C6761BA38}">
      <dgm:prSet/>
      <dgm:spPr/>
      <dgm:t>
        <a:bodyPr/>
        <a:lstStyle/>
        <a:p>
          <a:endParaRPr lang="en-US"/>
        </a:p>
      </dgm:t>
    </dgm:pt>
    <dgm:pt modelId="{9C2F3F4D-7FF3-48EF-8398-BF40A524B31D}" type="sibTrans" cxnId="{5F548FCB-237B-4884-84BD-A84C6761BA38}">
      <dgm:prSet/>
      <dgm:spPr/>
      <dgm:t>
        <a:bodyPr/>
        <a:lstStyle/>
        <a:p>
          <a:endParaRPr lang="en-US"/>
        </a:p>
      </dgm:t>
    </dgm:pt>
    <dgm:pt modelId="{B6092496-161D-4174-BF46-D06EE52A36C4}" type="pres">
      <dgm:prSet presAssocID="{0F26C5F1-4450-41AC-9577-A520A4D49472}" presName="linear" presStyleCnt="0">
        <dgm:presLayoutVars>
          <dgm:animLvl val="lvl"/>
          <dgm:resizeHandles val="exact"/>
        </dgm:presLayoutVars>
      </dgm:prSet>
      <dgm:spPr/>
    </dgm:pt>
    <dgm:pt modelId="{2625E6B4-EF5C-4175-8257-CA1F2205CBC2}" type="pres">
      <dgm:prSet presAssocID="{086A58F2-A79F-4AE4-98FA-B25E645A5F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3C9A89-474A-4A60-BBB6-6470C8BE54EB}" type="pres">
      <dgm:prSet presAssocID="{086A58F2-A79F-4AE4-98FA-B25E645A5FC4}" presName="childText" presStyleLbl="revTx" presStyleIdx="0" presStyleCnt="3">
        <dgm:presLayoutVars>
          <dgm:bulletEnabled val="1"/>
        </dgm:presLayoutVars>
      </dgm:prSet>
      <dgm:spPr/>
    </dgm:pt>
    <dgm:pt modelId="{19C2E650-CC6B-4C4F-93DB-A9283A7FE02E}" type="pres">
      <dgm:prSet presAssocID="{FDDF1CFA-E5AB-4D18-8AD8-97682227B2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E4368E-E24E-417B-8E67-8258BF0A433C}" type="pres">
      <dgm:prSet presAssocID="{FDDF1CFA-E5AB-4D18-8AD8-97682227B2C9}" presName="childText" presStyleLbl="revTx" presStyleIdx="1" presStyleCnt="3">
        <dgm:presLayoutVars>
          <dgm:bulletEnabled val="1"/>
        </dgm:presLayoutVars>
      </dgm:prSet>
      <dgm:spPr/>
    </dgm:pt>
    <dgm:pt modelId="{9671E921-8800-4AE4-9CCE-97EDEB5077DA}" type="pres">
      <dgm:prSet presAssocID="{D2F31755-ABE1-4089-BDD8-9E3818681BA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5D08FF-D5E0-4735-A1DA-34A644CDB70E}" type="pres">
      <dgm:prSet presAssocID="{D2F31755-ABE1-4089-BDD8-9E3818681BA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FA0DB1B-CBC7-4164-AE84-B6A8DD4ABE8B}" type="presOf" srcId="{FDDF1CFA-E5AB-4D18-8AD8-97682227B2C9}" destId="{19C2E650-CC6B-4C4F-93DB-A9283A7FE02E}" srcOrd="0" destOrd="0" presId="urn:microsoft.com/office/officeart/2005/8/layout/vList2"/>
    <dgm:cxn modelId="{8A3F251D-3DD1-4B90-99B3-67B0A242A03E}" srcId="{086A58F2-A79F-4AE4-98FA-B25E645A5FC4}" destId="{5AB8A547-8BE1-4396-9C63-480DB71791E8}" srcOrd="0" destOrd="0" parTransId="{CD5F4E14-AC53-42EB-A099-8790C47B5008}" sibTransId="{13FA466C-CC15-4B86-8E2C-3755114CEDC5}"/>
    <dgm:cxn modelId="{8DEA842F-1B0E-40F8-86E8-F98A4D6AC9C8}" srcId="{0F26C5F1-4450-41AC-9577-A520A4D49472}" destId="{086A58F2-A79F-4AE4-98FA-B25E645A5FC4}" srcOrd="0" destOrd="0" parTransId="{19C1D748-F6E0-492C-96B1-159FB4220B04}" sibTransId="{FD87E90C-158F-4BC8-AEA3-F5993C348D0D}"/>
    <dgm:cxn modelId="{98C64A41-D449-42C0-AC03-BE3C646BFDC5}" srcId="{086A58F2-A79F-4AE4-98FA-B25E645A5FC4}" destId="{949B8F12-7D2F-4EFA-8E72-12B30C3978D7}" srcOrd="1" destOrd="0" parTransId="{998FD2B1-70AD-4BFD-9C9C-91E1F3E95E6E}" sibTransId="{1C5D4E22-B5B7-400B-BD09-66293F42FF9D}"/>
    <dgm:cxn modelId="{7BF53B66-DF8B-41D3-A9DF-61A914157FF9}" type="presOf" srcId="{1A4F677D-C573-4452-8807-37A8453423BF}" destId="{02E4368E-E24E-417B-8E67-8258BF0A433C}" srcOrd="0" destOrd="2" presId="urn:microsoft.com/office/officeart/2005/8/layout/vList2"/>
    <dgm:cxn modelId="{8234444F-2919-4D14-AB07-CD66A86E1F08}" srcId="{FDDF1CFA-E5AB-4D18-8AD8-97682227B2C9}" destId="{456D2DC5-64F0-49B6-866B-420736E117DE}" srcOrd="1" destOrd="0" parTransId="{41ECF993-BAC1-4EF1-B9CF-E1DAE7FCCE3B}" sibTransId="{CB961EE2-80BC-45B4-B6D5-613A73AF0A5E}"/>
    <dgm:cxn modelId="{CD4A2C50-B769-4B5B-B525-E8E85C1D938F}" srcId="{FDDF1CFA-E5AB-4D18-8AD8-97682227B2C9}" destId="{1A4F677D-C573-4452-8807-37A8453423BF}" srcOrd="2" destOrd="0" parTransId="{C218E886-F2EB-45B2-AC5A-393DCAC4F8EF}" sibTransId="{C2A2252D-2E1A-4E48-9381-5E0EE8EF051F}"/>
    <dgm:cxn modelId="{BB84CE76-BE33-48A5-8DDF-9D17F88DD7F4}" type="presOf" srcId="{456D2DC5-64F0-49B6-866B-420736E117DE}" destId="{02E4368E-E24E-417B-8E67-8258BF0A433C}" srcOrd="0" destOrd="1" presId="urn:microsoft.com/office/officeart/2005/8/layout/vList2"/>
    <dgm:cxn modelId="{02462C79-E83F-478A-A9B3-A13D443C67D6}" srcId="{FDDF1CFA-E5AB-4D18-8AD8-97682227B2C9}" destId="{41DF2F38-466B-4717-85CF-0D0BFEA7F57B}" srcOrd="0" destOrd="0" parTransId="{F00D1284-6AA1-4E7B-B1AC-727C03EB2F70}" sibTransId="{E0A8CF4A-2B3D-444F-8988-3C66136900D1}"/>
    <dgm:cxn modelId="{4707C859-4586-4FDD-96C2-8A0BF30BCF37}" type="presOf" srcId="{086A58F2-A79F-4AE4-98FA-B25E645A5FC4}" destId="{2625E6B4-EF5C-4175-8257-CA1F2205CBC2}" srcOrd="0" destOrd="0" presId="urn:microsoft.com/office/officeart/2005/8/layout/vList2"/>
    <dgm:cxn modelId="{9C4FFF82-BA48-4AAC-A452-6FE803B51729}" type="presOf" srcId="{8693CE4E-3D75-4C75-9E9C-581E8D58D731}" destId="{A05D08FF-D5E0-4735-A1DA-34A644CDB70E}" srcOrd="0" destOrd="2" presId="urn:microsoft.com/office/officeart/2005/8/layout/vList2"/>
    <dgm:cxn modelId="{EC877786-2FE7-4DA6-A3F3-EF6C1EB13E9B}" type="presOf" srcId="{792395AA-8BAB-4461-BA6A-5B492B02EDED}" destId="{A05D08FF-D5E0-4735-A1DA-34A644CDB70E}" srcOrd="0" destOrd="1" presId="urn:microsoft.com/office/officeart/2005/8/layout/vList2"/>
    <dgm:cxn modelId="{FDA0EA8C-A539-46FE-A2D9-20C79F323129}" type="presOf" srcId="{0F26C5F1-4450-41AC-9577-A520A4D49472}" destId="{B6092496-161D-4174-BF46-D06EE52A36C4}" srcOrd="0" destOrd="0" presId="urn:microsoft.com/office/officeart/2005/8/layout/vList2"/>
    <dgm:cxn modelId="{18116793-9897-4159-A05C-D4188877A9D9}" srcId="{D2F31755-ABE1-4089-BDD8-9E3818681BAD}" destId="{792395AA-8BAB-4461-BA6A-5B492B02EDED}" srcOrd="1" destOrd="0" parTransId="{012212CA-FAD8-4221-8AAA-7DC2A8AB8826}" sibTransId="{884AAAC1-1DED-43A1-B31D-D7027561340B}"/>
    <dgm:cxn modelId="{4F3186A2-0999-4552-8820-8B68283FA181}" srcId="{0F26C5F1-4450-41AC-9577-A520A4D49472}" destId="{FDDF1CFA-E5AB-4D18-8AD8-97682227B2C9}" srcOrd="1" destOrd="0" parTransId="{95330DA6-CF16-4B75-B75A-FBAB99014C64}" sibTransId="{6E0CB743-CB7C-4CC6-9D15-5981993D705B}"/>
    <dgm:cxn modelId="{F638DBAE-CD8F-428E-A4DF-DB72C1FB4FAA}" type="presOf" srcId="{D2F31755-ABE1-4089-BDD8-9E3818681BAD}" destId="{9671E921-8800-4AE4-9CCE-97EDEB5077DA}" srcOrd="0" destOrd="0" presId="urn:microsoft.com/office/officeart/2005/8/layout/vList2"/>
    <dgm:cxn modelId="{EC2935BA-684A-4A56-9AC4-292B971C6168}" srcId="{D2F31755-ABE1-4089-BDD8-9E3818681BAD}" destId="{2F6E3949-57EB-4FF8-97CF-C92999A95FE4}" srcOrd="0" destOrd="0" parTransId="{EAE88889-0C42-454F-A715-ECB32442638B}" sibTransId="{8564B1AF-3F94-457C-9C26-3450450E20E6}"/>
    <dgm:cxn modelId="{5F548FCB-237B-4884-84BD-A84C6761BA38}" srcId="{D2F31755-ABE1-4089-BDD8-9E3818681BAD}" destId="{8693CE4E-3D75-4C75-9E9C-581E8D58D731}" srcOrd="2" destOrd="0" parTransId="{3F6FB6A2-9559-4784-8284-5D8A6B6AA45A}" sibTransId="{9C2F3F4D-7FF3-48EF-8398-BF40A524B31D}"/>
    <dgm:cxn modelId="{4F352BCC-5F8D-486D-A7BD-9D3EC5B6BB3C}" type="presOf" srcId="{949B8F12-7D2F-4EFA-8E72-12B30C3978D7}" destId="{B23C9A89-474A-4A60-BBB6-6470C8BE54EB}" srcOrd="0" destOrd="1" presId="urn:microsoft.com/office/officeart/2005/8/layout/vList2"/>
    <dgm:cxn modelId="{1B3196CF-0BBB-4DAF-86A1-6954C267C331}" type="presOf" srcId="{2F6E3949-57EB-4FF8-97CF-C92999A95FE4}" destId="{A05D08FF-D5E0-4735-A1DA-34A644CDB70E}" srcOrd="0" destOrd="0" presId="urn:microsoft.com/office/officeart/2005/8/layout/vList2"/>
    <dgm:cxn modelId="{F0D61DD3-2AC9-4260-BB80-7C01D54968E3}" srcId="{0F26C5F1-4450-41AC-9577-A520A4D49472}" destId="{D2F31755-ABE1-4089-BDD8-9E3818681BAD}" srcOrd="2" destOrd="0" parTransId="{F92AD757-21CD-4220-B457-47DCD1883024}" sibTransId="{2CCD6FE1-A7F6-4157-AFDD-04FC121995E3}"/>
    <dgm:cxn modelId="{4EDB98F4-E94A-4D86-B602-24D0C62D2DD6}" type="presOf" srcId="{5AB8A547-8BE1-4396-9C63-480DB71791E8}" destId="{B23C9A89-474A-4A60-BBB6-6470C8BE54EB}" srcOrd="0" destOrd="0" presId="urn:microsoft.com/office/officeart/2005/8/layout/vList2"/>
    <dgm:cxn modelId="{6EBEACFE-1F6A-4FD6-B03F-9C9F637454FC}" type="presOf" srcId="{41DF2F38-466B-4717-85CF-0D0BFEA7F57B}" destId="{02E4368E-E24E-417B-8E67-8258BF0A433C}" srcOrd="0" destOrd="0" presId="urn:microsoft.com/office/officeart/2005/8/layout/vList2"/>
    <dgm:cxn modelId="{49F7F14E-8D1C-418F-9B5F-2C3B60F3B6DC}" type="presParOf" srcId="{B6092496-161D-4174-BF46-D06EE52A36C4}" destId="{2625E6B4-EF5C-4175-8257-CA1F2205CBC2}" srcOrd="0" destOrd="0" presId="urn:microsoft.com/office/officeart/2005/8/layout/vList2"/>
    <dgm:cxn modelId="{D1333953-AE2D-4227-B2C7-A1BCBD397A4A}" type="presParOf" srcId="{B6092496-161D-4174-BF46-D06EE52A36C4}" destId="{B23C9A89-474A-4A60-BBB6-6470C8BE54EB}" srcOrd="1" destOrd="0" presId="urn:microsoft.com/office/officeart/2005/8/layout/vList2"/>
    <dgm:cxn modelId="{74DDF7E7-9B4E-49C2-B9AB-152E3ABAF3BD}" type="presParOf" srcId="{B6092496-161D-4174-BF46-D06EE52A36C4}" destId="{19C2E650-CC6B-4C4F-93DB-A9283A7FE02E}" srcOrd="2" destOrd="0" presId="urn:microsoft.com/office/officeart/2005/8/layout/vList2"/>
    <dgm:cxn modelId="{AC35872F-FCB5-4721-A466-06CF56D220D0}" type="presParOf" srcId="{B6092496-161D-4174-BF46-D06EE52A36C4}" destId="{02E4368E-E24E-417B-8E67-8258BF0A433C}" srcOrd="3" destOrd="0" presId="urn:microsoft.com/office/officeart/2005/8/layout/vList2"/>
    <dgm:cxn modelId="{79247A65-0A91-4F21-B63C-CB21AA40C3C5}" type="presParOf" srcId="{B6092496-161D-4174-BF46-D06EE52A36C4}" destId="{9671E921-8800-4AE4-9CCE-97EDEB5077DA}" srcOrd="4" destOrd="0" presId="urn:microsoft.com/office/officeart/2005/8/layout/vList2"/>
    <dgm:cxn modelId="{C5B0D9FA-3257-4BB9-B862-65718B3AB6C7}" type="presParOf" srcId="{B6092496-161D-4174-BF46-D06EE52A36C4}" destId="{A05D08FF-D5E0-4735-A1DA-34A644CDB70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8D90F-CDD7-4B5B-8E59-349E870C733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DAF5A8-E5F7-4F0F-B7BC-17A2C1410552}">
      <dgm:prSet/>
      <dgm:spPr/>
      <dgm:t>
        <a:bodyPr/>
        <a:lstStyle/>
        <a:p>
          <a:r>
            <a:rPr lang="es-ES"/>
            <a:t>El desempleo:</a:t>
          </a:r>
          <a:endParaRPr lang="en-US"/>
        </a:p>
      </dgm:t>
    </dgm:pt>
    <dgm:pt modelId="{F5642BE6-4A5A-40A8-BBB5-35E536525735}" type="parTrans" cxnId="{395BA81F-5644-4901-8C76-B32A790E42F8}">
      <dgm:prSet/>
      <dgm:spPr/>
      <dgm:t>
        <a:bodyPr/>
        <a:lstStyle/>
        <a:p>
          <a:endParaRPr lang="en-US"/>
        </a:p>
      </dgm:t>
    </dgm:pt>
    <dgm:pt modelId="{2F243036-12E3-415F-A0FE-CB1FC05F0310}" type="sibTrans" cxnId="{395BA81F-5644-4901-8C76-B32A790E42F8}">
      <dgm:prSet/>
      <dgm:spPr/>
      <dgm:t>
        <a:bodyPr/>
        <a:lstStyle/>
        <a:p>
          <a:endParaRPr lang="en-US"/>
        </a:p>
      </dgm:t>
    </dgm:pt>
    <dgm:pt modelId="{D417D268-6C07-497B-A28E-BB9A72649F8C}">
      <dgm:prSet/>
      <dgm:spPr/>
      <dgm:t>
        <a:bodyPr/>
        <a:lstStyle/>
        <a:p>
          <a:r>
            <a:rPr lang="es-ES"/>
            <a:t>Problema económico grave en sociedades desarrolladas.</a:t>
          </a:r>
          <a:endParaRPr lang="en-US"/>
        </a:p>
      </dgm:t>
    </dgm:pt>
    <dgm:pt modelId="{540FF6DF-DFD0-42D5-9340-1B7ABF94987D}" type="parTrans" cxnId="{AA637F59-EA45-4C97-9421-53D8DB25DCCB}">
      <dgm:prSet/>
      <dgm:spPr/>
      <dgm:t>
        <a:bodyPr/>
        <a:lstStyle/>
        <a:p>
          <a:endParaRPr lang="en-US"/>
        </a:p>
      </dgm:t>
    </dgm:pt>
    <dgm:pt modelId="{00455839-7C2B-44F4-A3F9-360320365687}" type="sibTrans" cxnId="{AA637F59-EA45-4C97-9421-53D8DB25DCCB}">
      <dgm:prSet/>
      <dgm:spPr/>
      <dgm:t>
        <a:bodyPr/>
        <a:lstStyle/>
        <a:p>
          <a:endParaRPr lang="en-US"/>
        </a:p>
      </dgm:t>
    </dgm:pt>
    <dgm:pt modelId="{BB226161-6924-4961-A109-20CDDFF73A93}">
      <dgm:prSet/>
      <dgm:spPr/>
      <dgm:t>
        <a:bodyPr/>
        <a:lstStyle/>
        <a:p>
          <a:r>
            <a:rPr lang="es-ES"/>
            <a:t>Consecuencias personales y familiares.</a:t>
          </a:r>
          <a:endParaRPr lang="en-US"/>
        </a:p>
      </dgm:t>
    </dgm:pt>
    <dgm:pt modelId="{4E23EEF1-F84F-411A-994F-32B243B6B2D3}" type="parTrans" cxnId="{E1D5E5C9-AEDF-423F-9B07-2D158B527B0D}">
      <dgm:prSet/>
      <dgm:spPr/>
      <dgm:t>
        <a:bodyPr/>
        <a:lstStyle/>
        <a:p>
          <a:endParaRPr lang="en-US"/>
        </a:p>
      </dgm:t>
    </dgm:pt>
    <dgm:pt modelId="{D549FD26-C845-4B29-836B-93F41C8A46DB}" type="sibTrans" cxnId="{E1D5E5C9-AEDF-423F-9B07-2D158B527B0D}">
      <dgm:prSet/>
      <dgm:spPr/>
      <dgm:t>
        <a:bodyPr/>
        <a:lstStyle/>
        <a:p>
          <a:endParaRPr lang="en-US"/>
        </a:p>
      </dgm:t>
    </dgm:pt>
    <dgm:pt modelId="{B002136D-F526-4D25-825A-20110D60305D}">
      <dgm:prSet/>
      <dgm:spPr/>
      <dgm:t>
        <a:bodyPr/>
        <a:lstStyle/>
        <a:p>
          <a:r>
            <a:rPr lang="es-ES"/>
            <a:t>Eficiencia:</a:t>
          </a:r>
          <a:endParaRPr lang="en-US"/>
        </a:p>
      </dgm:t>
    </dgm:pt>
    <dgm:pt modelId="{F2F9C58E-777C-4FF1-9347-0FEB2C31762B}" type="parTrans" cxnId="{0B055AA1-6A1A-4E37-AEAE-D5589CCE1349}">
      <dgm:prSet/>
      <dgm:spPr/>
      <dgm:t>
        <a:bodyPr/>
        <a:lstStyle/>
        <a:p>
          <a:endParaRPr lang="en-US"/>
        </a:p>
      </dgm:t>
    </dgm:pt>
    <dgm:pt modelId="{876787F0-C56E-4224-9C13-288EA0C64C7E}" type="sibTrans" cxnId="{0B055AA1-6A1A-4E37-AEAE-D5589CCE1349}">
      <dgm:prSet/>
      <dgm:spPr/>
      <dgm:t>
        <a:bodyPr/>
        <a:lstStyle/>
        <a:p>
          <a:endParaRPr lang="en-US"/>
        </a:p>
      </dgm:t>
    </dgm:pt>
    <dgm:pt modelId="{D205C4FC-BC3F-4B8B-B711-19DD67DFEB62}">
      <dgm:prSet/>
      <dgm:spPr/>
      <dgm:t>
        <a:bodyPr/>
        <a:lstStyle/>
        <a:p>
          <a:r>
            <a:rPr lang="es-ES"/>
            <a:t>Desempleo = uso ineficiente de recursos productivos.</a:t>
          </a:r>
          <a:endParaRPr lang="en-US"/>
        </a:p>
      </dgm:t>
    </dgm:pt>
    <dgm:pt modelId="{DD20BD97-52A0-44B4-877D-0F7BDA49FB3F}" type="parTrans" cxnId="{52ADAD41-E01F-4FD4-8909-CB79E5E8FDCE}">
      <dgm:prSet/>
      <dgm:spPr/>
      <dgm:t>
        <a:bodyPr/>
        <a:lstStyle/>
        <a:p>
          <a:endParaRPr lang="en-US"/>
        </a:p>
      </dgm:t>
    </dgm:pt>
    <dgm:pt modelId="{C803FDEE-B444-4480-BA2C-0E1002CBA1E3}" type="sibTrans" cxnId="{52ADAD41-E01F-4FD4-8909-CB79E5E8FDCE}">
      <dgm:prSet/>
      <dgm:spPr/>
      <dgm:t>
        <a:bodyPr/>
        <a:lstStyle/>
        <a:p>
          <a:endParaRPr lang="en-US"/>
        </a:p>
      </dgm:t>
    </dgm:pt>
    <dgm:pt modelId="{6A9C6643-2C6A-4A6D-A622-25BF2BA85CD9}">
      <dgm:prSet/>
      <dgm:spPr/>
      <dgm:t>
        <a:bodyPr/>
        <a:lstStyle/>
        <a:p>
          <a:r>
            <a:rPr lang="es-ES"/>
            <a:t>Impide aprovechar el potencial económico de un país.</a:t>
          </a:r>
          <a:endParaRPr lang="en-US"/>
        </a:p>
      </dgm:t>
    </dgm:pt>
    <dgm:pt modelId="{7F0D07D8-DEC5-441B-836B-C93E264305FE}" type="parTrans" cxnId="{CF9D700A-9D81-4C27-B3DC-5CFCDA4D98EF}">
      <dgm:prSet/>
      <dgm:spPr/>
      <dgm:t>
        <a:bodyPr/>
        <a:lstStyle/>
        <a:p>
          <a:endParaRPr lang="en-US"/>
        </a:p>
      </dgm:t>
    </dgm:pt>
    <dgm:pt modelId="{5D0674A6-2EC4-4926-81AD-03A722E4D1F1}" type="sibTrans" cxnId="{CF9D700A-9D81-4C27-B3DC-5CFCDA4D98EF}">
      <dgm:prSet/>
      <dgm:spPr/>
      <dgm:t>
        <a:bodyPr/>
        <a:lstStyle/>
        <a:p>
          <a:endParaRPr lang="en-US"/>
        </a:p>
      </dgm:t>
    </dgm:pt>
    <dgm:pt modelId="{7A24C05F-B69B-4D8A-A6A6-F4023B16A70C}">
      <dgm:prSet/>
      <dgm:spPr/>
      <dgm:t>
        <a:bodyPr/>
        <a:lstStyle/>
        <a:p>
          <a:r>
            <a:rPr lang="es-ES"/>
            <a:t>Equidad:</a:t>
          </a:r>
          <a:endParaRPr lang="en-US"/>
        </a:p>
      </dgm:t>
    </dgm:pt>
    <dgm:pt modelId="{08A51A87-A299-4744-8EB8-7BF7D67890C2}" type="parTrans" cxnId="{B8A9CE1C-9C4A-490B-8EFE-B933DD332CAD}">
      <dgm:prSet/>
      <dgm:spPr/>
      <dgm:t>
        <a:bodyPr/>
        <a:lstStyle/>
        <a:p>
          <a:endParaRPr lang="en-US"/>
        </a:p>
      </dgm:t>
    </dgm:pt>
    <dgm:pt modelId="{7B8A9C89-048E-45D8-98A9-334A66FFF09E}" type="sibTrans" cxnId="{B8A9CE1C-9C4A-490B-8EFE-B933DD332CAD}">
      <dgm:prSet/>
      <dgm:spPr/>
      <dgm:t>
        <a:bodyPr/>
        <a:lstStyle/>
        <a:p>
          <a:endParaRPr lang="en-US"/>
        </a:p>
      </dgm:t>
    </dgm:pt>
    <dgm:pt modelId="{5A2DD666-FA7E-415F-9581-161EFDCD01F2}">
      <dgm:prSet/>
      <dgm:spPr/>
      <dgm:t>
        <a:bodyPr/>
        <a:lstStyle/>
        <a:p>
          <a:r>
            <a:rPr lang="es-ES"/>
            <a:t>Desempleo incrementa la desigualdad.</a:t>
          </a:r>
          <a:endParaRPr lang="en-US"/>
        </a:p>
      </dgm:t>
    </dgm:pt>
    <dgm:pt modelId="{952EA68F-A880-4850-85C1-D71E3C24E10F}" type="parTrans" cxnId="{7CA1A33F-BDCD-4AFF-BFF8-EEB83ADF6412}">
      <dgm:prSet/>
      <dgm:spPr/>
      <dgm:t>
        <a:bodyPr/>
        <a:lstStyle/>
        <a:p>
          <a:endParaRPr lang="en-US"/>
        </a:p>
      </dgm:t>
    </dgm:pt>
    <dgm:pt modelId="{467D9F35-F07F-4913-8F40-0A7312AF3B97}" type="sibTrans" cxnId="{7CA1A33F-BDCD-4AFF-BFF8-EEB83ADF6412}">
      <dgm:prSet/>
      <dgm:spPr/>
      <dgm:t>
        <a:bodyPr/>
        <a:lstStyle/>
        <a:p>
          <a:endParaRPr lang="en-US"/>
        </a:p>
      </dgm:t>
    </dgm:pt>
    <dgm:pt modelId="{357BFFDF-AA25-4444-B0B9-A6BB61EED84E}">
      <dgm:prSet/>
      <dgm:spPr/>
      <dgm:t>
        <a:bodyPr/>
        <a:lstStyle/>
        <a:p>
          <a:r>
            <a:rPr lang="es-ES"/>
            <a:t>Efectos negativos en ingresos y bienestar psicológico y social.</a:t>
          </a:r>
          <a:endParaRPr lang="en-US"/>
        </a:p>
      </dgm:t>
    </dgm:pt>
    <dgm:pt modelId="{7327A39C-D5C6-44D6-B0A0-80888AB9DB09}" type="parTrans" cxnId="{BF06C9C9-EFCB-4BA4-8D18-9834C412F938}">
      <dgm:prSet/>
      <dgm:spPr/>
      <dgm:t>
        <a:bodyPr/>
        <a:lstStyle/>
        <a:p>
          <a:endParaRPr lang="en-US"/>
        </a:p>
      </dgm:t>
    </dgm:pt>
    <dgm:pt modelId="{90B928DA-FC60-46EF-9CFF-B67AF3686516}" type="sibTrans" cxnId="{BF06C9C9-EFCB-4BA4-8D18-9834C412F938}">
      <dgm:prSet/>
      <dgm:spPr/>
      <dgm:t>
        <a:bodyPr/>
        <a:lstStyle/>
        <a:p>
          <a:endParaRPr lang="en-US"/>
        </a:p>
      </dgm:t>
    </dgm:pt>
    <dgm:pt modelId="{906299BA-4B16-4432-B769-47224FF94A5A}" type="pres">
      <dgm:prSet presAssocID="{3028D90F-CDD7-4B5B-8E59-349E870C7335}" presName="linear" presStyleCnt="0">
        <dgm:presLayoutVars>
          <dgm:dir/>
          <dgm:animLvl val="lvl"/>
          <dgm:resizeHandles val="exact"/>
        </dgm:presLayoutVars>
      </dgm:prSet>
      <dgm:spPr/>
    </dgm:pt>
    <dgm:pt modelId="{F4CDA3A6-BCC8-47D3-8E61-9626C347ECFD}" type="pres">
      <dgm:prSet presAssocID="{38DAF5A8-E5F7-4F0F-B7BC-17A2C1410552}" presName="parentLin" presStyleCnt="0"/>
      <dgm:spPr/>
    </dgm:pt>
    <dgm:pt modelId="{2B016192-F186-40B8-ACEB-DD2CEB5E0D21}" type="pres">
      <dgm:prSet presAssocID="{38DAF5A8-E5F7-4F0F-B7BC-17A2C1410552}" presName="parentLeftMargin" presStyleLbl="node1" presStyleIdx="0" presStyleCnt="3"/>
      <dgm:spPr/>
    </dgm:pt>
    <dgm:pt modelId="{0480403C-9EB4-4308-8C87-32606088E268}" type="pres">
      <dgm:prSet presAssocID="{38DAF5A8-E5F7-4F0F-B7BC-17A2C14105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C6AFE4C-574B-400B-B9A9-155529008456}" type="pres">
      <dgm:prSet presAssocID="{38DAF5A8-E5F7-4F0F-B7BC-17A2C1410552}" presName="negativeSpace" presStyleCnt="0"/>
      <dgm:spPr/>
    </dgm:pt>
    <dgm:pt modelId="{438F7EFF-2E28-456D-A94C-F0F5B76C42DB}" type="pres">
      <dgm:prSet presAssocID="{38DAF5A8-E5F7-4F0F-B7BC-17A2C1410552}" presName="childText" presStyleLbl="conFgAcc1" presStyleIdx="0" presStyleCnt="3">
        <dgm:presLayoutVars>
          <dgm:bulletEnabled val="1"/>
        </dgm:presLayoutVars>
      </dgm:prSet>
      <dgm:spPr/>
    </dgm:pt>
    <dgm:pt modelId="{9742CBB0-8A35-4E07-A707-166BF6E5ABAA}" type="pres">
      <dgm:prSet presAssocID="{2F243036-12E3-415F-A0FE-CB1FC05F0310}" presName="spaceBetweenRectangles" presStyleCnt="0"/>
      <dgm:spPr/>
    </dgm:pt>
    <dgm:pt modelId="{32DC297F-72F2-4EBF-9BBD-2C8A87D5E847}" type="pres">
      <dgm:prSet presAssocID="{B002136D-F526-4D25-825A-20110D60305D}" presName="parentLin" presStyleCnt="0"/>
      <dgm:spPr/>
    </dgm:pt>
    <dgm:pt modelId="{9F8C83AA-C039-484A-9573-FA3E8DC6EB1D}" type="pres">
      <dgm:prSet presAssocID="{B002136D-F526-4D25-825A-20110D60305D}" presName="parentLeftMargin" presStyleLbl="node1" presStyleIdx="0" presStyleCnt="3"/>
      <dgm:spPr/>
    </dgm:pt>
    <dgm:pt modelId="{93311CDF-DBFE-4B3D-BF68-C4A3AA5E730E}" type="pres">
      <dgm:prSet presAssocID="{B002136D-F526-4D25-825A-20110D6030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461AB5-47E6-4A7F-9F7C-664EC261D0F6}" type="pres">
      <dgm:prSet presAssocID="{B002136D-F526-4D25-825A-20110D60305D}" presName="negativeSpace" presStyleCnt="0"/>
      <dgm:spPr/>
    </dgm:pt>
    <dgm:pt modelId="{E85C76AB-7582-4233-B699-74C22E35CADA}" type="pres">
      <dgm:prSet presAssocID="{B002136D-F526-4D25-825A-20110D60305D}" presName="childText" presStyleLbl="conFgAcc1" presStyleIdx="1" presStyleCnt="3">
        <dgm:presLayoutVars>
          <dgm:bulletEnabled val="1"/>
        </dgm:presLayoutVars>
      </dgm:prSet>
      <dgm:spPr/>
    </dgm:pt>
    <dgm:pt modelId="{BAB537CB-8F7D-4A70-8D4A-EBBFE4FB6ACD}" type="pres">
      <dgm:prSet presAssocID="{876787F0-C56E-4224-9C13-288EA0C64C7E}" presName="spaceBetweenRectangles" presStyleCnt="0"/>
      <dgm:spPr/>
    </dgm:pt>
    <dgm:pt modelId="{422D4435-9920-43FE-80E1-BD33649E2EEB}" type="pres">
      <dgm:prSet presAssocID="{7A24C05F-B69B-4D8A-A6A6-F4023B16A70C}" presName="parentLin" presStyleCnt="0"/>
      <dgm:spPr/>
    </dgm:pt>
    <dgm:pt modelId="{7BA62131-16B7-4ADF-A083-90741C18225C}" type="pres">
      <dgm:prSet presAssocID="{7A24C05F-B69B-4D8A-A6A6-F4023B16A70C}" presName="parentLeftMargin" presStyleLbl="node1" presStyleIdx="1" presStyleCnt="3"/>
      <dgm:spPr/>
    </dgm:pt>
    <dgm:pt modelId="{BA990B6F-D002-4C7B-95D5-CB4FA10717D1}" type="pres">
      <dgm:prSet presAssocID="{7A24C05F-B69B-4D8A-A6A6-F4023B16A70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B24B4B7-2754-4E81-8E13-623D7921FC76}" type="pres">
      <dgm:prSet presAssocID="{7A24C05F-B69B-4D8A-A6A6-F4023B16A70C}" presName="negativeSpace" presStyleCnt="0"/>
      <dgm:spPr/>
    </dgm:pt>
    <dgm:pt modelId="{14EC36D2-CF2A-4168-9474-643A4F1488A7}" type="pres">
      <dgm:prSet presAssocID="{7A24C05F-B69B-4D8A-A6A6-F4023B16A70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F9D700A-9D81-4C27-B3DC-5CFCDA4D98EF}" srcId="{B002136D-F526-4D25-825A-20110D60305D}" destId="{6A9C6643-2C6A-4A6D-A622-25BF2BA85CD9}" srcOrd="1" destOrd="0" parTransId="{7F0D07D8-DEC5-441B-836B-C93E264305FE}" sibTransId="{5D0674A6-2EC4-4926-81AD-03A722E4D1F1}"/>
    <dgm:cxn modelId="{39D1C20F-2742-4D06-8495-66A3686B4FEF}" type="presOf" srcId="{3028D90F-CDD7-4B5B-8E59-349E870C7335}" destId="{906299BA-4B16-4432-B769-47224FF94A5A}" srcOrd="0" destOrd="0" presId="urn:microsoft.com/office/officeart/2005/8/layout/list1"/>
    <dgm:cxn modelId="{0552F314-EBDA-414C-A38D-012141A3CBA4}" type="presOf" srcId="{BB226161-6924-4961-A109-20CDDFF73A93}" destId="{438F7EFF-2E28-456D-A94C-F0F5B76C42DB}" srcOrd="0" destOrd="1" presId="urn:microsoft.com/office/officeart/2005/8/layout/list1"/>
    <dgm:cxn modelId="{B8A9CE1C-9C4A-490B-8EFE-B933DD332CAD}" srcId="{3028D90F-CDD7-4B5B-8E59-349E870C7335}" destId="{7A24C05F-B69B-4D8A-A6A6-F4023B16A70C}" srcOrd="2" destOrd="0" parTransId="{08A51A87-A299-4744-8EB8-7BF7D67890C2}" sibTransId="{7B8A9C89-048E-45D8-98A9-334A66FFF09E}"/>
    <dgm:cxn modelId="{395BA81F-5644-4901-8C76-B32A790E42F8}" srcId="{3028D90F-CDD7-4B5B-8E59-349E870C7335}" destId="{38DAF5A8-E5F7-4F0F-B7BC-17A2C1410552}" srcOrd="0" destOrd="0" parTransId="{F5642BE6-4A5A-40A8-BBB5-35E536525735}" sibTransId="{2F243036-12E3-415F-A0FE-CB1FC05F0310}"/>
    <dgm:cxn modelId="{E7603F22-C054-47AD-AD35-1A66B5C04363}" type="presOf" srcId="{6A9C6643-2C6A-4A6D-A622-25BF2BA85CD9}" destId="{E85C76AB-7582-4233-B699-74C22E35CADA}" srcOrd="0" destOrd="1" presId="urn:microsoft.com/office/officeart/2005/8/layout/list1"/>
    <dgm:cxn modelId="{7CA1A33F-BDCD-4AFF-BFF8-EEB83ADF6412}" srcId="{7A24C05F-B69B-4D8A-A6A6-F4023B16A70C}" destId="{5A2DD666-FA7E-415F-9581-161EFDCD01F2}" srcOrd="0" destOrd="0" parTransId="{952EA68F-A880-4850-85C1-D71E3C24E10F}" sibTransId="{467D9F35-F07F-4913-8F40-0A7312AF3B97}"/>
    <dgm:cxn modelId="{644B215C-0749-48C7-BC52-9DA5C58DD290}" type="presOf" srcId="{D205C4FC-BC3F-4B8B-B711-19DD67DFEB62}" destId="{E85C76AB-7582-4233-B699-74C22E35CADA}" srcOrd="0" destOrd="0" presId="urn:microsoft.com/office/officeart/2005/8/layout/list1"/>
    <dgm:cxn modelId="{00ACB25F-1ADC-4C2D-9C80-0312CC43D4CA}" type="presOf" srcId="{D417D268-6C07-497B-A28E-BB9A72649F8C}" destId="{438F7EFF-2E28-456D-A94C-F0F5B76C42DB}" srcOrd="0" destOrd="0" presId="urn:microsoft.com/office/officeart/2005/8/layout/list1"/>
    <dgm:cxn modelId="{52ADAD41-E01F-4FD4-8909-CB79E5E8FDCE}" srcId="{B002136D-F526-4D25-825A-20110D60305D}" destId="{D205C4FC-BC3F-4B8B-B711-19DD67DFEB62}" srcOrd="0" destOrd="0" parTransId="{DD20BD97-52A0-44B4-877D-0F7BDA49FB3F}" sibTransId="{C803FDEE-B444-4480-BA2C-0E1002CBA1E3}"/>
    <dgm:cxn modelId="{0317FB4D-3889-4BBD-9FEC-A18B55C3BB5B}" type="presOf" srcId="{B002136D-F526-4D25-825A-20110D60305D}" destId="{9F8C83AA-C039-484A-9573-FA3E8DC6EB1D}" srcOrd="0" destOrd="0" presId="urn:microsoft.com/office/officeart/2005/8/layout/list1"/>
    <dgm:cxn modelId="{AA637F59-EA45-4C97-9421-53D8DB25DCCB}" srcId="{38DAF5A8-E5F7-4F0F-B7BC-17A2C1410552}" destId="{D417D268-6C07-497B-A28E-BB9A72649F8C}" srcOrd="0" destOrd="0" parTransId="{540FF6DF-DFD0-42D5-9340-1B7ABF94987D}" sibTransId="{00455839-7C2B-44F4-A3F9-360320365687}"/>
    <dgm:cxn modelId="{C93B2788-C007-491D-AE87-DF0F034484FF}" type="presOf" srcId="{357BFFDF-AA25-4444-B0B9-A6BB61EED84E}" destId="{14EC36D2-CF2A-4168-9474-643A4F1488A7}" srcOrd="0" destOrd="1" presId="urn:microsoft.com/office/officeart/2005/8/layout/list1"/>
    <dgm:cxn modelId="{DBCC9B88-FC5E-4968-AE9C-98599B89FF5E}" type="presOf" srcId="{38DAF5A8-E5F7-4F0F-B7BC-17A2C1410552}" destId="{0480403C-9EB4-4308-8C87-32606088E268}" srcOrd="1" destOrd="0" presId="urn:microsoft.com/office/officeart/2005/8/layout/list1"/>
    <dgm:cxn modelId="{D1FDC588-0EEC-46E2-9CF8-9E598BCE1D1A}" type="presOf" srcId="{5A2DD666-FA7E-415F-9581-161EFDCD01F2}" destId="{14EC36D2-CF2A-4168-9474-643A4F1488A7}" srcOrd="0" destOrd="0" presId="urn:microsoft.com/office/officeart/2005/8/layout/list1"/>
    <dgm:cxn modelId="{0B055AA1-6A1A-4E37-AEAE-D5589CCE1349}" srcId="{3028D90F-CDD7-4B5B-8E59-349E870C7335}" destId="{B002136D-F526-4D25-825A-20110D60305D}" srcOrd="1" destOrd="0" parTransId="{F2F9C58E-777C-4FF1-9347-0FEB2C31762B}" sibTransId="{876787F0-C56E-4224-9C13-288EA0C64C7E}"/>
    <dgm:cxn modelId="{7F86EAB4-8022-4895-8F0A-9126462DD413}" type="presOf" srcId="{B002136D-F526-4D25-825A-20110D60305D}" destId="{93311CDF-DBFE-4B3D-BF68-C4A3AA5E730E}" srcOrd="1" destOrd="0" presId="urn:microsoft.com/office/officeart/2005/8/layout/list1"/>
    <dgm:cxn modelId="{C4AB97C3-5425-4F57-82B4-8D3EE6749C6E}" type="presOf" srcId="{7A24C05F-B69B-4D8A-A6A6-F4023B16A70C}" destId="{BA990B6F-D002-4C7B-95D5-CB4FA10717D1}" srcOrd="1" destOrd="0" presId="urn:microsoft.com/office/officeart/2005/8/layout/list1"/>
    <dgm:cxn modelId="{BF06C9C9-EFCB-4BA4-8D18-9834C412F938}" srcId="{7A24C05F-B69B-4D8A-A6A6-F4023B16A70C}" destId="{357BFFDF-AA25-4444-B0B9-A6BB61EED84E}" srcOrd="1" destOrd="0" parTransId="{7327A39C-D5C6-44D6-B0A0-80888AB9DB09}" sibTransId="{90B928DA-FC60-46EF-9CFF-B67AF3686516}"/>
    <dgm:cxn modelId="{E1D5E5C9-AEDF-423F-9B07-2D158B527B0D}" srcId="{38DAF5A8-E5F7-4F0F-B7BC-17A2C1410552}" destId="{BB226161-6924-4961-A109-20CDDFF73A93}" srcOrd="1" destOrd="0" parTransId="{4E23EEF1-F84F-411A-994F-32B243B6B2D3}" sibTransId="{D549FD26-C845-4B29-836B-93F41C8A46DB}"/>
    <dgm:cxn modelId="{F1B4FFD4-15A9-4BA1-915A-F1327A97F807}" type="presOf" srcId="{7A24C05F-B69B-4D8A-A6A6-F4023B16A70C}" destId="{7BA62131-16B7-4ADF-A083-90741C18225C}" srcOrd="0" destOrd="0" presId="urn:microsoft.com/office/officeart/2005/8/layout/list1"/>
    <dgm:cxn modelId="{A5789FDD-3FDE-413E-82A0-2C07AE792213}" type="presOf" srcId="{38DAF5A8-E5F7-4F0F-B7BC-17A2C1410552}" destId="{2B016192-F186-40B8-ACEB-DD2CEB5E0D21}" srcOrd="0" destOrd="0" presId="urn:microsoft.com/office/officeart/2005/8/layout/list1"/>
    <dgm:cxn modelId="{D543B9D7-B310-4AA0-8AF3-32B05A33F410}" type="presParOf" srcId="{906299BA-4B16-4432-B769-47224FF94A5A}" destId="{F4CDA3A6-BCC8-47D3-8E61-9626C347ECFD}" srcOrd="0" destOrd="0" presId="urn:microsoft.com/office/officeart/2005/8/layout/list1"/>
    <dgm:cxn modelId="{3683E99B-5B1D-4F6C-AA83-8754D624F694}" type="presParOf" srcId="{F4CDA3A6-BCC8-47D3-8E61-9626C347ECFD}" destId="{2B016192-F186-40B8-ACEB-DD2CEB5E0D21}" srcOrd="0" destOrd="0" presId="urn:microsoft.com/office/officeart/2005/8/layout/list1"/>
    <dgm:cxn modelId="{007EB875-7853-4543-873C-AA6863917CBA}" type="presParOf" srcId="{F4CDA3A6-BCC8-47D3-8E61-9626C347ECFD}" destId="{0480403C-9EB4-4308-8C87-32606088E268}" srcOrd="1" destOrd="0" presId="urn:microsoft.com/office/officeart/2005/8/layout/list1"/>
    <dgm:cxn modelId="{7DE35312-3915-46A0-980B-366585D937F8}" type="presParOf" srcId="{906299BA-4B16-4432-B769-47224FF94A5A}" destId="{3C6AFE4C-574B-400B-B9A9-155529008456}" srcOrd="1" destOrd="0" presId="urn:microsoft.com/office/officeart/2005/8/layout/list1"/>
    <dgm:cxn modelId="{BDB781D0-79A1-46A2-BCF2-171E77780161}" type="presParOf" srcId="{906299BA-4B16-4432-B769-47224FF94A5A}" destId="{438F7EFF-2E28-456D-A94C-F0F5B76C42DB}" srcOrd="2" destOrd="0" presId="urn:microsoft.com/office/officeart/2005/8/layout/list1"/>
    <dgm:cxn modelId="{57F949C6-0499-40BA-97F9-93EA43D1A666}" type="presParOf" srcId="{906299BA-4B16-4432-B769-47224FF94A5A}" destId="{9742CBB0-8A35-4E07-A707-166BF6E5ABAA}" srcOrd="3" destOrd="0" presId="urn:microsoft.com/office/officeart/2005/8/layout/list1"/>
    <dgm:cxn modelId="{EB238972-D416-45EF-9F05-B5B29D8C89CD}" type="presParOf" srcId="{906299BA-4B16-4432-B769-47224FF94A5A}" destId="{32DC297F-72F2-4EBF-9BBD-2C8A87D5E847}" srcOrd="4" destOrd="0" presId="urn:microsoft.com/office/officeart/2005/8/layout/list1"/>
    <dgm:cxn modelId="{82796A52-DBE3-4002-9272-7A4886C5AB7F}" type="presParOf" srcId="{32DC297F-72F2-4EBF-9BBD-2C8A87D5E847}" destId="{9F8C83AA-C039-484A-9573-FA3E8DC6EB1D}" srcOrd="0" destOrd="0" presId="urn:microsoft.com/office/officeart/2005/8/layout/list1"/>
    <dgm:cxn modelId="{7C7CB06D-1B5F-448F-A3D9-F5FBDCB093B1}" type="presParOf" srcId="{32DC297F-72F2-4EBF-9BBD-2C8A87D5E847}" destId="{93311CDF-DBFE-4B3D-BF68-C4A3AA5E730E}" srcOrd="1" destOrd="0" presId="urn:microsoft.com/office/officeart/2005/8/layout/list1"/>
    <dgm:cxn modelId="{EBB2E90E-F1A1-4882-BA59-4F758CF6011D}" type="presParOf" srcId="{906299BA-4B16-4432-B769-47224FF94A5A}" destId="{40461AB5-47E6-4A7F-9F7C-664EC261D0F6}" srcOrd="5" destOrd="0" presId="urn:microsoft.com/office/officeart/2005/8/layout/list1"/>
    <dgm:cxn modelId="{0273138F-A1CE-42E9-8183-AD3CF82AA3A6}" type="presParOf" srcId="{906299BA-4B16-4432-B769-47224FF94A5A}" destId="{E85C76AB-7582-4233-B699-74C22E35CADA}" srcOrd="6" destOrd="0" presId="urn:microsoft.com/office/officeart/2005/8/layout/list1"/>
    <dgm:cxn modelId="{DDCDC506-0739-4BD8-9985-C4B31F8D1871}" type="presParOf" srcId="{906299BA-4B16-4432-B769-47224FF94A5A}" destId="{BAB537CB-8F7D-4A70-8D4A-EBBFE4FB6ACD}" srcOrd="7" destOrd="0" presId="urn:microsoft.com/office/officeart/2005/8/layout/list1"/>
    <dgm:cxn modelId="{CAAAAC99-2627-49EA-BDD8-601F11D4F283}" type="presParOf" srcId="{906299BA-4B16-4432-B769-47224FF94A5A}" destId="{422D4435-9920-43FE-80E1-BD33649E2EEB}" srcOrd="8" destOrd="0" presId="urn:microsoft.com/office/officeart/2005/8/layout/list1"/>
    <dgm:cxn modelId="{15B72AE4-C2E4-4FE5-83E7-2348DECAD926}" type="presParOf" srcId="{422D4435-9920-43FE-80E1-BD33649E2EEB}" destId="{7BA62131-16B7-4ADF-A083-90741C18225C}" srcOrd="0" destOrd="0" presId="urn:microsoft.com/office/officeart/2005/8/layout/list1"/>
    <dgm:cxn modelId="{23F494C3-97FF-48E6-AF45-C31CD9CC4568}" type="presParOf" srcId="{422D4435-9920-43FE-80E1-BD33649E2EEB}" destId="{BA990B6F-D002-4C7B-95D5-CB4FA10717D1}" srcOrd="1" destOrd="0" presId="urn:microsoft.com/office/officeart/2005/8/layout/list1"/>
    <dgm:cxn modelId="{42A2D4D1-D473-49D8-8369-6D46A2E9B06B}" type="presParOf" srcId="{906299BA-4B16-4432-B769-47224FF94A5A}" destId="{4B24B4B7-2754-4E81-8E13-623D7921FC76}" srcOrd="9" destOrd="0" presId="urn:microsoft.com/office/officeart/2005/8/layout/list1"/>
    <dgm:cxn modelId="{F99CA8EB-C7DB-48C0-BC3F-DCCA80741F0B}" type="presParOf" srcId="{906299BA-4B16-4432-B769-47224FF94A5A}" destId="{14EC36D2-CF2A-4168-9474-643A4F1488A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4B3D55-1024-4901-9108-871F6731F6F7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587E4A-4C1B-4748-BE25-654134925501}">
      <dgm:prSet/>
      <dgm:spPr/>
      <dgm:t>
        <a:bodyPr/>
        <a:lstStyle/>
        <a:p>
          <a:r>
            <a:rPr lang="es-ES"/>
            <a:t>Definición de desempleo:</a:t>
          </a:r>
          <a:endParaRPr lang="en-US"/>
        </a:p>
      </dgm:t>
    </dgm:pt>
    <dgm:pt modelId="{CF245F21-21C2-456E-82D3-3956D73CFDD3}" type="parTrans" cxnId="{DC6627EB-1582-4C1D-A413-C9E42A774181}">
      <dgm:prSet/>
      <dgm:spPr/>
      <dgm:t>
        <a:bodyPr/>
        <a:lstStyle/>
        <a:p>
          <a:endParaRPr lang="en-US"/>
        </a:p>
      </dgm:t>
    </dgm:pt>
    <dgm:pt modelId="{59CD763B-9011-4849-BDB1-146923DB074E}" type="sibTrans" cxnId="{DC6627EB-1582-4C1D-A413-C9E42A774181}">
      <dgm:prSet/>
      <dgm:spPr/>
      <dgm:t>
        <a:bodyPr/>
        <a:lstStyle/>
        <a:p>
          <a:endParaRPr lang="en-US"/>
        </a:p>
      </dgm:t>
    </dgm:pt>
    <dgm:pt modelId="{DC282418-F242-4DDB-BDAF-D9C048E660E7}">
      <dgm:prSet/>
      <dgm:spPr/>
      <dgm:t>
        <a:bodyPr/>
        <a:lstStyle/>
        <a:p>
          <a:r>
            <a:rPr lang="es-ES"/>
            <a:t>Personas que desean trabajar, pero no encuentran empleo.</a:t>
          </a:r>
          <a:endParaRPr lang="en-US"/>
        </a:p>
      </dgm:t>
    </dgm:pt>
    <dgm:pt modelId="{6DB6EA09-4A2D-404D-8EA1-81C29496EE6D}" type="parTrans" cxnId="{D9BD081E-C837-4BFE-AB0E-48CC9AE267D1}">
      <dgm:prSet/>
      <dgm:spPr/>
      <dgm:t>
        <a:bodyPr/>
        <a:lstStyle/>
        <a:p>
          <a:endParaRPr lang="en-US"/>
        </a:p>
      </dgm:t>
    </dgm:pt>
    <dgm:pt modelId="{E9167D0F-180D-431F-88E4-65524C6BF782}" type="sibTrans" cxnId="{D9BD081E-C837-4BFE-AB0E-48CC9AE267D1}">
      <dgm:prSet/>
      <dgm:spPr/>
      <dgm:t>
        <a:bodyPr/>
        <a:lstStyle/>
        <a:p>
          <a:endParaRPr lang="en-US"/>
        </a:p>
      </dgm:t>
    </dgm:pt>
    <dgm:pt modelId="{63A5C287-B769-4784-9A24-529607F0CE3B}">
      <dgm:prSet/>
      <dgm:spPr/>
      <dgm:t>
        <a:bodyPr/>
        <a:lstStyle/>
        <a:p>
          <a:r>
            <a:rPr lang="es-ES"/>
            <a:t>Tasa de paro:</a:t>
          </a:r>
          <a:endParaRPr lang="en-US"/>
        </a:p>
      </dgm:t>
    </dgm:pt>
    <dgm:pt modelId="{3F91F5E3-D09F-4F84-B73B-9A08EB4E76EE}" type="parTrans" cxnId="{D9A4461D-2572-4FE7-8FDB-7F6125E45862}">
      <dgm:prSet/>
      <dgm:spPr/>
      <dgm:t>
        <a:bodyPr/>
        <a:lstStyle/>
        <a:p>
          <a:endParaRPr lang="en-US"/>
        </a:p>
      </dgm:t>
    </dgm:pt>
    <dgm:pt modelId="{1771B443-7BBE-406E-87FB-59CD3BB702EB}" type="sibTrans" cxnId="{D9A4461D-2572-4FE7-8FDB-7F6125E45862}">
      <dgm:prSet/>
      <dgm:spPr/>
      <dgm:t>
        <a:bodyPr/>
        <a:lstStyle/>
        <a:p>
          <a:endParaRPr lang="en-US"/>
        </a:p>
      </dgm:t>
    </dgm:pt>
    <dgm:pt modelId="{CE8F4F70-318D-40D7-9E5D-3E22DBE3A524}">
      <dgm:prSet/>
      <dgm:spPr/>
      <dgm:t>
        <a:bodyPr/>
        <a:lstStyle/>
        <a:p>
          <a:r>
            <a:rPr lang="es-ES"/>
            <a:t>Porcentaje de personas que buscan empleo y no lo encuentran sobre el total de personas que desean trabajar.</a:t>
          </a:r>
          <a:endParaRPr lang="en-US"/>
        </a:p>
      </dgm:t>
    </dgm:pt>
    <dgm:pt modelId="{0A26BDC7-FA70-4EA1-941A-A770D3453CE6}" type="parTrans" cxnId="{C841E96E-C893-4AA2-B852-BED7E489039A}">
      <dgm:prSet/>
      <dgm:spPr/>
      <dgm:t>
        <a:bodyPr/>
        <a:lstStyle/>
        <a:p>
          <a:endParaRPr lang="en-US"/>
        </a:p>
      </dgm:t>
    </dgm:pt>
    <dgm:pt modelId="{4D03B818-AEFA-4C34-AC46-309E39B0746E}" type="sibTrans" cxnId="{C841E96E-C893-4AA2-B852-BED7E489039A}">
      <dgm:prSet/>
      <dgm:spPr/>
      <dgm:t>
        <a:bodyPr/>
        <a:lstStyle/>
        <a:p>
          <a:endParaRPr lang="en-US"/>
        </a:p>
      </dgm:t>
    </dgm:pt>
    <dgm:pt modelId="{A40E1B30-5EE9-457A-B645-711C2760ADA9}">
      <dgm:prSet/>
      <dgm:spPr/>
      <dgm:t>
        <a:bodyPr/>
        <a:lstStyle/>
        <a:p>
          <a:r>
            <a:rPr lang="es-ES"/>
            <a:t>Refleja la dificultad para encontrar empleo en la economía.</a:t>
          </a:r>
          <a:endParaRPr lang="en-US"/>
        </a:p>
      </dgm:t>
    </dgm:pt>
    <dgm:pt modelId="{4A62925A-3087-4CF0-BF7C-D669884CE357}" type="parTrans" cxnId="{52B1D08D-BCEE-4F37-A42A-826216AA6563}">
      <dgm:prSet/>
      <dgm:spPr/>
      <dgm:t>
        <a:bodyPr/>
        <a:lstStyle/>
        <a:p>
          <a:endParaRPr lang="en-US"/>
        </a:p>
      </dgm:t>
    </dgm:pt>
    <dgm:pt modelId="{E6D8F3C2-8389-44AB-9A89-73B598A3BF46}" type="sibTrans" cxnId="{52B1D08D-BCEE-4F37-A42A-826216AA6563}">
      <dgm:prSet/>
      <dgm:spPr/>
      <dgm:t>
        <a:bodyPr/>
        <a:lstStyle/>
        <a:p>
          <a:endParaRPr lang="en-US"/>
        </a:p>
      </dgm:t>
    </dgm:pt>
    <dgm:pt modelId="{5224E00A-B61B-4A47-ACFB-A3506B14C730}">
      <dgm:prSet/>
      <dgm:spPr/>
      <dgm:t>
        <a:bodyPr/>
        <a:lstStyle/>
        <a:p>
          <a:r>
            <a:rPr lang="es-ES"/>
            <a:t>Criterios internacionales (OIT, Eurostat):</a:t>
          </a:r>
          <a:endParaRPr lang="en-US"/>
        </a:p>
      </dgm:t>
    </dgm:pt>
    <dgm:pt modelId="{0CED07FC-5FC5-40DF-AD44-3998171B0DFC}" type="parTrans" cxnId="{C13272D9-8789-4048-94A8-E1E000948254}">
      <dgm:prSet/>
      <dgm:spPr/>
      <dgm:t>
        <a:bodyPr/>
        <a:lstStyle/>
        <a:p>
          <a:endParaRPr lang="en-US"/>
        </a:p>
      </dgm:t>
    </dgm:pt>
    <dgm:pt modelId="{CC248B40-B460-49CA-AF72-C8F1F747CBAD}" type="sibTrans" cxnId="{C13272D9-8789-4048-94A8-E1E000948254}">
      <dgm:prSet/>
      <dgm:spPr/>
      <dgm:t>
        <a:bodyPr/>
        <a:lstStyle/>
        <a:p>
          <a:endParaRPr lang="en-US"/>
        </a:p>
      </dgm:t>
    </dgm:pt>
    <dgm:pt modelId="{87DC8D3B-2847-495E-838D-C5CD2386CB27}">
      <dgm:prSet/>
      <dgm:spPr/>
      <dgm:t>
        <a:bodyPr/>
        <a:lstStyle/>
        <a:p>
          <a:r>
            <a:rPr lang="es-ES"/>
            <a:t>Sin trabajo.</a:t>
          </a:r>
          <a:endParaRPr lang="en-US"/>
        </a:p>
      </dgm:t>
    </dgm:pt>
    <dgm:pt modelId="{D287666A-4467-4F3B-998A-7CE37768A055}" type="parTrans" cxnId="{6A5A7B0E-01AC-40A7-B629-63CD525F0AAB}">
      <dgm:prSet/>
      <dgm:spPr/>
      <dgm:t>
        <a:bodyPr/>
        <a:lstStyle/>
        <a:p>
          <a:endParaRPr lang="en-US"/>
        </a:p>
      </dgm:t>
    </dgm:pt>
    <dgm:pt modelId="{E6504895-B49D-483C-91BF-F9CBBEC5B545}" type="sibTrans" cxnId="{6A5A7B0E-01AC-40A7-B629-63CD525F0AAB}">
      <dgm:prSet/>
      <dgm:spPr/>
      <dgm:t>
        <a:bodyPr/>
        <a:lstStyle/>
        <a:p>
          <a:endParaRPr lang="en-US"/>
        </a:p>
      </dgm:t>
    </dgm:pt>
    <dgm:pt modelId="{884934D3-125B-4B34-A2F0-781405AE8DCD}">
      <dgm:prSet/>
      <dgm:spPr/>
      <dgm:t>
        <a:bodyPr/>
        <a:lstStyle/>
        <a:p>
          <a:r>
            <a:rPr lang="es-ES"/>
            <a:t>Buscando activamente empleo.</a:t>
          </a:r>
          <a:endParaRPr lang="en-US"/>
        </a:p>
      </dgm:t>
    </dgm:pt>
    <dgm:pt modelId="{76D3A4EC-6530-4C24-B760-5A721F981BF7}" type="parTrans" cxnId="{3CB9B103-4C89-43CA-9C40-0A52663B341D}">
      <dgm:prSet/>
      <dgm:spPr/>
      <dgm:t>
        <a:bodyPr/>
        <a:lstStyle/>
        <a:p>
          <a:endParaRPr lang="en-US"/>
        </a:p>
      </dgm:t>
    </dgm:pt>
    <dgm:pt modelId="{B0207F89-C3AE-4821-89B3-6867D4747A47}" type="sibTrans" cxnId="{3CB9B103-4C89-43CA-9C40-0A52663B341D}">
      <dgm:prSet/>
      <dgm:spPr/>
      <dgm:t>
        <a:bodyPr/>
        <a:lstStyle/>
        <a:p>
          <a:endParaRPr lang="en-US"/>
        </a:p>
      </dgm:t>
    </dgm:pt>
    <dgm:pt modelId="{10AE724D-F043-4708-B0E0-BEBB3264A930}">
      <dgm:prSet/>
      <dgm:spPr/>
      <dgm:t>
        <a:bodyPr/>
        <a:lstStyle/>
        <a:p>
          <a:r>
            <a:rPr lang="es-ES"/>
            <a:t>Disponibilidad inmediata para trabajar.</a:t>
          </a:r>
          <a:endParaRPr lang="en-US"/>
        </a:p>
      </dgm:t>
    </dgm:pt>
    <dgm:pt modelId="{CD4E654E-924E-42B9-9A87-DD249FD05906}" type="parTrans" cxnId="{8055B268-9FB6-4ABE-A793-9DAE3F54EAF2}">
      <dgm:prSet/>
      <dgm:spPr/>
      <dgm:t>
        <a:bodyPr/>
        <a:lstStyle/>
        <a:p>
          <a:endParaRPr lang="en-US"/>
        </a:p>
      </dgm:t>
    </dgm:pt>
    <dgm:pt modelId="{06C6A139-B110-4605-AD2C-C3E49F243222}" type="sibTrans" cxnId="{8055B268-9FB6-4ABE-A793-9DAE3F54EAF2}">
      <dgm:prSet/>
      <dgm:spPr/>
      <dgm:t>
        <a:bodyPr/>
        <a:lstStyle/>
        <a:p>
          <a:endParaRPr lang="en-US"/>
        </a:p>
      </dgm:t>
    </dgm:pt>
    <dgm:pt modelId="{E390A9EF-5F35-4FE9-9B00-CE6431B440F3}">
      <dgm:prSet/>
      <dgm:spPr/>
      <dgm:t>
        <a:bodyPr/>
        <a:lstStyle/>
        <a:p>
          <a:r>
            <a:rPr lang="es-ES"/>
            <a:t>Personas que ya han encontrado empleo, pero aún no lo comienzan.</a:t>
          </a:r>
          <a:endParaRPr lang="en-US"/>
        </a:p>
      </dgm:t>
    </dgm:pt>
    <dgm:pt modelId="{B0928313-3A26-4EB8-8D0A-7D09530A252C}" type="parTrans" cxnId="{AAB1DE8A-3BEB-4B96-B2BE-37F8521A96BC}">
      <dgm:prSet/>
      <dgm:spPr/>
      <dgm:t>
        <a:bodyPr/>
        <a:lstStyle/>
        <a:p>
          <a:endParaRPr lang="en-US"/>
        </a:p>
      </dgm:t>
    </dgm:pt>
    <dgm:pt modelId="{BD9C7E5C-9981-4755-9B40-58518865C1E1}" type="sibTrans" cxnId="{AAB1DE8A-3BEB-4B96-B2BE-37F8521A96BC}">
      <dgm:prSet/>
      <dgm:spPr/>
      <dgm:t>
        <a:bodyPr/>
        <a:lstStyle/>
        <a:p>
          <a:endParaRPr lang="en-US"/>
        </a:p>
      </dgm:t>
    </dgm:pt>
    <dgm:pt modelId="{A462E886-B8A5-4BA0-80E3-4E44CABCEA5B}" type="pres">
      <dgm:prSet presAssocID="{6F4B3D55-1024-4901-9108-871F6731F6F7}" presName="Name0" presStyleCnt="0">
        <dgm:presLayoutVars>
          <dgm:dir/>
          <dgm:animLvl val="lvl"/>
          <dgm:resizeHandles val="exact"/>
        </dgm:presLayoutVars>
      </dgm:prSet>
      <dgm:spPr/>
    </dgm:pt>
    <dgm:pt modelId="{2B3FBEC0-5947-4D5A-BC8F-595E9C9A9680}" type="pres">
      <dgm:prSet presAssocID="{00587E4A-4C1B-4748-BE25-654134925501}" presName="composite" presStyleCnt="0"/>
      <dgm:spPr/>
    </dgm:pt>
    <dgm:pt modelId="{D5E7493C-D65D-4F70-A3EF-A1B0EBCB33DF}" type="pres">
      <dgm:prSet presAssocID="{00587E4A-4C1B-4748-BE25-65413492550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E857AB1-F8BC-4B61-BBFC-F7DE67231254}" type="pres">
      <dgm:prSet presAssocID="{00587E4A-4C1B-4748-BE25-654134925501}" presName="desTx" presStyleLbl="alignAccFollowNode1" presStyleIdx="0" presStyleCnt="3">
        <dgm:presLayoutVars>
          <dgm:bulletEnabled val="1"/>
        </dgm:presLayoutVars>
      </dgm:prSet>
      <dgm:spPr/>
    </dgm:pt>
    <dgm:pt modelId="{9093831E-89D6-4A5F-BBFF-9F7872B55121}" type="pres">
      <dgm:prSet presAssocID="{59CD763B-9011-4849-BDB1-146923DB074E}" presName="space" presStyleCnt="0"/>
      <dgm:spPr/>
    </dgm:pt>
    <dgm:pt modelId="{4D8033A9-A42F-45CB-8C86-CF30C37DB429}" type="pres">
      <dgm:prSet presAssocID="{63A5C287-B769-4784-9A24-529607F0CE3B}" presName="composite" presStyleCnt="0"/>
      <dgm:spPr/>
    </dgm:pt>
    <dgm:pt modelId="{62FE2FBB-0702-413B-9013-0A7D82A3AD6A}" type="pres">
      <dgm:prSet presAssocID="{63A5C287-B769-4784-9A24-529607F0CE3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201DD53-5BD2-483E-A6B8-2E2B778BDFB8}" type="pres">
      <dgm:prSet presAssocID="{63A5C287-B769-4784-9A24-529607F0CE3B}" presName="desTx" presStyleLbl="alignAccFollowNode1" presStyleIdx="1" presStyleCnt="3">
        <dgm:presLayoutVars>
          <dgm:bulletEnabled val="1"/>
        </dgm:presLayoutVars>
      </dgm:prSet>
      <dgm:spPr/>
    </dgm:pt>
    <dgm:pt modelId="{3F857A1A-2439-49DA-9814-CF04DB21D80C}" type="pres">
      <dgm:prSet presAssocID="{1771B443-7BBE-406E-87FB-59CD3BB702EB}" presName="space" presStyleCnt="0"/>
      <dgm:spPr/>
    </dgm:pt>
    <dgm:pt modelId="{6B3D0EC6-E1BA-4108-B1A2-BCDA3112E4B5}" type="pres">
      <dgm:prSet presAssocID="{5224E00A-B61B-4A47-ACFB-A3506B14C730}" presName="composite" presStyleCnt="0"/>
      <dgm:spPr/>
    </dgm:pt>
    <dgm:pt modelId="{0B1691BC-EE72-4888-A205-F1A6351A572D}" type="pres">
      <dgm:prSet presAssocID="{5224E00A-B61B-4A47-ACFB-A3506B14C73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7FBBD4B-083C-4F3C-8463-881D10CECABC}" type="pres">
      <dgm:prSet presAssocID="{5224E00A-B61B-4A47-ACFB-A3506B14C73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72FE300-576D-4722-A981-A34FEB1F3913}" type="presOf" srcId="{E390A9EF-5F35-4FE9-9B00-CE6431B440F3}" destId="{07FBBD4B-083C-4F3C-8463-881D10CECABC}" srcOrd="0" destOrd="3" presId="urn:microsoft.com/office/officeart/2005/8/layout/hList1"/>
    <dgm:cxn modelId="{3CB9B103-4C89-43CA-9C40-0A52663B341D}" srcId="{5224E00A-B61B-4A47-ACFB-A3506B14C730}" destId="{884934D3-125B-4B34-A2F0-781405AE8DCD}" srcOrd="1" destOrd="0" parTransId="{76D3A4EC-6530-4C24-B760-5A721F981BF7}" sibTransId="{B0207F89-C3AE-4821-89B3-6867D4747A47}"/>
    <dgm:cxn modelId="{6A5A7B0E-01AC-40A7-B629-63CD525F0AAB}" srcId="{5224E00A-B61B-4A47-ACFB-A3506B14C730}" destId="{87DC8D3B-2847-495E-838D-C5CD2386CB27}" srcOrd="0" destOrd="0" parTransId="{D287666A-4467-4F3B-998A-7CE37768A055}" sibTransId="{E6504895-B49D-483C-91BF-F9CBBEC5B545}"/>
    <dgm:cxn modelId="{D9A4461D-2572-4FE7-8FDB-7F6125E45862}" srcId="{6F4B3D55-1024-4901-9108-871F6731F6F7}" destId="{63A5C287-B769-4784-9A24-529607F0CE3B}" srcOrd="1" destOrd="0" parTransId="{3F91F5E3-D09F-4F84-B73B-9A08EB4E76EE}" sibTransId="{1771B443-7BBE-406E-87FB-59CD3BB702EB}"/>
    <dgm:cxn modelId="{D9BD081E-C837-4BFE-AB0E-48CC9AE267D1}" srcId="{00587E4A-4C1B-4748-BE25-654134925501}" destId="{DC282418-F242-4DDB-BDAF-D9C048E660E7}" srcOrd="0" destOrd="0" parTransId="{6DB6EA09-4A2D-404D-8EA1-81C29496EE6D}" sibTransId="{E9167D0F-180D-431F-88E4-65524C6BF782}"/>
    <dgm:cxn modelId="{6FB3DB31-C6A2-4252-A5C9-8C66B8801707}" type="presOf" srcId="{5224E00A-B61B-4A47-ACFB-A3506B14C730}" destId="{0B1691BC-EE72-4888-A205-F1A6351A572D}" srcOrd="0" destOrd="0" presId="urn:microsoft.com/office/officeart/2005/8/layout/hList1"/>
    <dgm:cxn modelId="{4CCE3632-90EA-4BFD-8BD8-C889D6F52693}" type="presOf" srcId="{87DC8D3B-2847-495E-838D-C5CD2386CB27}" destId="{07FBBD4B-083C-4F3C-8463-881D10CECABC}" srcOrd="0" destOrd="0" presId="urn:microsoft.com/office/officeart/2005/8/layout/hList1"/>
    <dgm:cxn modelId="{8055B268-9FB6-4ABE-A793-9DAE3F54EAF2}" srcId="{5224E00A-B61B-4A47-ACFB-A3506B14C730}" destId="{10AE724D-F043-4708-B0E0-BEBB3264A930}" srcOrd="2" destOrd="0" parTransId="{CD4E654E-924E-42B9-9A87-DD249FD05906}" sibTransId="{06C6A139-B110-4605-AD2C-C3E49F243222}"/>
    <dgm:cxn modelId="{E24B9A6A-4E65-45F4-9A55-B93AAECE2B9C}" type="presOf" srcId="{884934D3-125B-4B34-A2F0-781405AE8DCD}" destId="{07FBBD4B-083C-4F3C-8463-881D10CECABC}" srcOrd="0" destOrd="1" presId="urn:microsoft.com/office/officeart/2005/8/layout/hList1"/>
    <dgm:cxn modelId="{C841E96E-C893-4AA2-B852-BED7E489039A}" srcId="{63A5C287-B769-4784-9A24-529607F0CE3B}" destId="{CE8F4F70-318D-40D7-9E5D-3E22DBE3A524}" srcOrd="0" destOrd="0" parTransId="{0A26BDC7-FA70-4EA1-941A-A770D3453CE6}" sibTransId="{4D03B818-AEFA-4C34-AC46-309E39B0746E}"/>
    <dgm:cxn modelId="{4DB06256-6D50-4FD0-86CE-15AF88DFF8E3}" type="presOf" srcId="{A40E1B30-5EE9-457A-B645-711C2760ADA9}" destId="{7201DD53-5BD2-483E-A6B8-2E2B778BDFB8}" srcOrd="0" destOrd="1" presId="urn:microsoft.com/office/officeart/2005/8/layout/hList1"/>
    <dgm:cxn modelId="{53C0027C-6368-4F37-BCBF-37EEEF604FC0}" type="presOf" srcId="{DC282418-F242-4DDB-BDAF-D9C048E660E7}" destId="{0E857AB1-F8BC-4B61-BBFC-F7DE67231254}" srcOrd="0" destOrd="0" presId="urn:microsoft.com/office/officeart/2005/8/layout/hList1"/>
    <dgm:cxn modelId="{AAB1DE8A-3BEB-4B96-B2BE-37F8521A96BC}" srcId="{5224E00A-B61B-4A47-ACFB-A3506B14C730}" destId="{E390A9EF-5F35-4FE9-9B00-CE6431B440F3}" srcOrd="3" destOrd="0" parTransId="{B0928313-3A26-4EB8-8D0A-7D09530A252C}" sibTransId="{BD9C7E5C-9981-4755-9B40-58518865C1E1}"/>
    <dgm:cxn modelId="{52B1D08D-BCEE-4F37-A42A-826216AA6563}" srcId="{63A5C287-B769-4784-9A24-529607F0CE3B}" destId="{A40E1B30-5EE9-457A-B645-711C2760ADA9}" srcOrd="1" destOrd="0" parTransId="{4A62925A-3087-4CF0-BF7C-D669884CE357}" sibTransId="{E6D8F3C2-8389-44AB-9A89-73B598A3BF46}"/>
    <dgm:cxn modelId="{3D55BD97-389A-45DA-9795-7D9E0DDED459}" type="presOf" srcId="{CE8F4F70-318D-40D7-9E5D-3E22DBE3A524}" destId="{7201DD53-5BD2-483E-A6B8-2E2B778BDFB8}" srcOrd="0" destOrd="0" presId="urn:microsoft.com/office/officeart/2005/8/layout/hList1"/>
    <dgm:cxn modelId="{7D028F9D-4A5B-428A-A81D-F44379ECC736}" type="presOf" srcId="{00587E4A-4C1B-4748-BE25-654134925501}" destId="{D5E7493C-D65D-4F70-A3EF-A1B0EBCB33DF}" srcOrd="0" destOrd="0" presId="urn:microsoft.com/office/officeart/2005/8/layout/hList1"/>
    <dgm:cxn modelId="{0FBA93A3-7E5F-4E85-9BA9-78EBE7AF809B}" type="presOf" srcId="{63A5C287-B769-4784-9A24-529607F0CE3B}" destId="{62FE2FBB-0702-413B-9013-0A7D82A3AD6A}" srcOrd="0" destOrd="0" presId="urn:microsoft.com/office/officeart/2005/8/layout/hList1"/>
    <dgm:cxn modelId="{2624E9AB-6EDE-45B4-BE3C-3E1A3B372F41}" type="presOf" srcId="{6F4B3D55-1024-4901-9108-871F6731F6F7}" destId="{A462E886-B8A5-4BA0-80E3-4E44CABCEA5B}" srcOrd="0" destOrd="0" presId="urn:microsoft.com/office/officeart/2005/8/layout/hList1"/>
    <dgm:cxn modelId="{3F3EDAB5-59F1-4E56-B032-6703697C303F}" type="presOf" srcId="{10AE724D-F043-4708-B0E0-BEBB3264A930}" destId="{07FBBD4B-083C-4F3C-8463-881D10CECABC}" srcOrd="0" destOrd="2" presId="urn:microsoft.com/office/officeart/2005/8/layout/hList1"/>
    <dgm:cxn modelId="{C13272D9-8789-4048-94A8-E1E000948254}" srcId="{6F4B3D55-1024-4901-9108-871F6731F6F7}" destId="{5224E00A-B61B-4A47-ACFB-A3506B14C730}" srcOrd="2" destOrd="0" parTransId="{0CED07FC-5FC5-40DF-AD44-3998171B0DFC}" sibTransId="{CC248B40-B460-49CA-AF72-C8F1F747CBAD}"/>
    <dgm:cxn modelId="{DC6627EB-1582-4C1D-A413-C9E42A774181}" srcId="{6F4B3D55-1024-4901-9108-871F6731F6F7}" destId="{00587E4A-4C1B-4748-BE25-654134925501}" srcOrd="0" destOrd="0" parTransId="{CF245F21-21C2-456E-82D3-3956D73CFDD3}" sibTransId="{59CD763B-9011-4849-BDB1-146923DB074E}"/>
    <dgm:cxn modelId="{21948D54-665D-4CA5-BAC2-2998F16D6D58}" type="presParOf" srcId="{A462E886-B8A5-4BA0-80E3-4E44CABCEA5B}" destId="{2B3FBEC0-5947-4D5A-BC8F-595E9C9A9680}" srcOrd="0" destOrd="0" presId="urn:microsoft.com/office/officeart/2005/8/layout/hList1"/>
    <dgm:cxn modelId="{6216B395-5030-4190-9E18-2A45DC1872E6}" type="presParOf" srcId="{2B3FBEC0-5947-4D5A-BC8F-595E9C9A9680}" destId="{D5E7493C-D65D-4F70-A3EF-A1B0EBCB33DF}" srcOrd="0" destOrd="0" presId="urn:microsoft.com/office/officeart/2005/8/layout/hList1"/>
    <dgm:cxn modelId="{6788015F-A355-4D47-BDC9-8403C5BF94E2}" type="presParOf" srcId="{2B3FBEC0-5947-4D5A-BC8F-595E9C9A9680}" destId="{0E857AB1-F8BC-4B61-BBFC-F7DE67231254}" srcOrd="1" destOrd="0" presId="urn:microsoft.com/office/officeart/2005/8/layout/hList1"/>
    <dgm:cxn modelId="{8C588C44-7745-48F7-9D85-ECC308D024EA}" type="presParOf" srcId="{A462E886-B8A5-4BA0-80E3-4E44CABCEA5B}" destId="{9093831E-89D6-4A5F-BBFF-9F7872B55121}" srcOrd="1" destOrd="0" presId="urn:microsoft.com/office/officeart/2005/8/layout/hList1"/>
    <dgm:cxn modelId="{86052DE4-BA27-44DD-9BC7-DDE9F3B86C64}" type="presParOf" srcId="{A462E886-B8A5-4BA0-80E3-4E44CABCEA5B}" destId="{4D8033A9-A42F-45CB-8C86-CF30C37DB429}" srcOrd="2" destOrd="0" presId="urn:microsoft.com/office/officeart/2005/8/layout/hList1"/>
    <dgm:cxn modelId="{5F2AAA66-2FA5-4D1B-B6C7-2EE7982162F7}" type="presParOf" srcId="{4D8033A9-A42F-45CB-8C86-CF30C37DB429}" destId="{62FE2FBB-0702-413B-9013-0A7D82A3AD6A}" srcOrd="0" destOrd="0" presId="urn:microsoft.com/office/officeart/2005/8/layout/hList1"/>
    <dgm:cxn modelId="{65B51255-781A-4E6D-881A-37B45989A266}" type="presParOf" srcId="{4D8033A9-A42F-45CB-8C86-CF30C37DB429}" destId="{7201DD53-5BD2-483E-A6B8-2E2B778BDFB8}" srcOrd="1" destOrd="0" presId="urn:microsoft.com/office/officeart/2005/8/layout/hList1"/>
    <dgm:cxn modelId="{6B98A59E-4128-43D4-BE07-FF0CDBB84B08}" type="presParOf" srcId="{A462E886-B8A5-4BA0-80E3-4E44CABCEA5B}" destId="{3F857A1A-2439-49DA-9814-CF04DB21D80C}" srcOrd="3" destOrd="0" presId="urn:microsoft.com/office/officeart/2005/8/layout/hList1"/>
    <dgm:cxn modelId="{E91C5736-0DD9-4BF1-AAF0-0DAD0D97C3C4}" type="presParOf" srcId="{A462E886-B8A5-4BA0-80E3-4E44CABCEA5B}" destId="{6B3D0EC6-E1BA-4108-B1A2-BCDA3112E4B5}" srcOrd="4" destOrd="0" presId="urn:microsoft.com/office/officeart/2005/8/layout/hList1"/>
    <dgm:cxn modelId="{F0846DB0-878C-4011-81B9-2E62E62D7ED2}" type="presParOf" srcId="{6B3D0EC6-E1BA-4108-B1A2-BCDA3112E4B5}" destId="{0B1691BC-EE72-4888-A205-F1A6351A572D}" srcOrd="0" destOrd="0" presId="urn:microsoft.com/office/officeart/2005/8/layout/hList1"/>
    <dgm:cxn modelId="{0702E375-83AB-4037-833F-8936033FC0C4}" type="presParOf" srcId="{6B3D0EC6-E1BA-4108-B1A2-BCDA3112E4B5}" destId="{07FBBD4B-083C-4F3C-8463-881D10CECA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C3F0870-0884-44B4-A66F-3D88CA463C0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B93C10-9656-48B6-BBD4-FA30E7BB555A}">
      <dgm:prSet/>
      <dgm:spPr/>
      <dgm:t>
        <a:bodyPr/>
        <a:lstStyle/>
        <a:p>
          <a:r>
            <a:rPr lang="es-ES"/>
            <a:t>Históricamente alta en comparación con la UE.</a:t>
          </a:r>
          <a:endParaRPr lang="en-US"/>
        </a:p>
      </dgm:t>
    </dgm:pt>
    <dgm:pt modelId="{41FB577B-EFB2-42A9-BD91-41794805B894}" type="parTrans" cxnId="{5739DA59-AFFE-4061-93CA-A0C9E3894291}">
      <dgm:prSet/>
      <dgm:spPr/>
      <dgm:t>
        <a:bodyPr/>
        <a:lstStyle/>
        <a:p>
          <a:endParaRPr lang="en-US"/>
        </a:p>
      </dgm:t>
    </dgm:pt>
    <dgm:pt modelId="{B7CC7FC9-0C9D-4F94-902F-822E75717D3E}" type="sibTrans" cxnId="{5739DA59-AFFE-4061-93CA-A0C9E3894291}">
      <dgm:prSet/>
      <dgm:spPr/>
      <dgm:t>
        <a:bodyPr/>
        <a:lstStyle/>
        <a:p>
          <a:endParaRPr lang="en-US"/>
        </a:p>
      </dgm:t>
    </dgm:pt>
    <dgm:pt modelId="{CC94F1FE-6162-4543-98E3-20D4CFDED8A8}">
      <dgm:prSet/>
      <dgm:spPr/>
      <dgm:t>
        <a:bodyPr/>
        <a:lstStyle/>
        <a:p>
          <a:r>
            <a:rPr lang="es-ES"/>
            <a:t>Fuerte variabilidad cíclica (2007-2013).2006-2007: </a:t>
          </a:r>
          <a:endParaRPr lang="en-US"/>
        </a:p>
      </dgm:t>
    </dgm:pt>
    <dgm:pt modelId="{29FD0DB4-4FE2-4281-B0A0-0772858BC14A}" type="parTrans" cxnId="{7B6AC7BB-1236-49DE-82E8-CA31C6687E21}">
      <dgm:prSet/>
      <dgm:spPr/>
      <dgm:t>
        <a:bodyPr/>
        <a:lstStyle/>
        <a:p>
          <a:endParaRPr lang="en-US"/>
        </a:p>
      </dgm:t>
    </dgm:pt>
    <dgm:pt modelId="{8CBB552B-C6C7-48D8-BF1E-544057C74FDB}" type="sibTrans" cxnId="{7B6AC7BB-1236-49DE-82E8-CA31C6687E21}">
      <dgm:prSet/>
      <dgm:spPr/>
      <dgm:t>
        <a:bodyPr/>
        <a:lstStyle/>
        <a:p>
          <a:endParaRPr lang="en-US"/>
        </a:p>
      </dgm:t>
    </dgm:pt>
    <dgm:pt modelId="{8D497DD4-68AC-475A-9916-FA4A7E9B3692}">
      <dgm:prSet/>
      <dgm:spPr/>
      <dgm:t>
        <a:bodyPr/>
        <a:lstStyle/>
        <a:p>
          <a:r>
            <a:rPr lang="es-ES"/>
            <a:t>Reducción al 8%-9% durante el crecimiento económico.</a:t>
          </a:r>
          <a:endParaRPr lang="en-US"/>
        </a:p>
      </dgm:t>
    </dgm:pt>
    <dgm:pt modelId="{41EE0E7E-65D2-497B-9217-9A5009525A83}" type="parTrans" cxnId="{7F066978-51D5-40FB-B903-FBF2A075DA64}">
      <dgm:prSet/>
      <dgm:spPr/>
      <dgm:t>
        <a:bodyPr/>
        <a:lstStyle/>
        <a:p>
          <a:endParaRPr lang="en-US"/>
        </a:p>
      </dgm:t>
    </dgm:pt>
    <dgm:pt modelId="{55787D00-82B9-48D2-95B8-EA94E7326718}" type="sibTrans" cxnId="{7F066978-51D5-40FB-B903-FBF2A075DA64}">
      <dgm:prSet/>
      <dgm:spPr/>
      <dgm:t>
        <a:bodyPr/>
        <a:lstStyle/>
        <a:p>
          <a:endParaRPr lang="en-US"/>
        </a:p>
      </dgm:t>
    </dgm:pt>
    <dgm:pt modelId="{956D7F05-92B0-4EBF-BBF7-69C6B54BE872}">
      <dgm:prSet/>
      <dgm:spPr/>
      <dgm:t>
        <a:bodyPr/>
        <a:lstStyle/>
        <a:p>
          <a:r>
            <a:rPr lang="es-ES"/>
            <a:t>2012: Aumento al 25% tras la crisis.</a:t>
          </a:r>
          <a:endParaRPr lang="en-US"/>
        </a:p>
      </dgm:t>
    </dgm:pt>
    <dgm:pt modelId="{FF75BB03-ABFC-47C5-86C9-07263DC5B7E0}" type="parTrans" cxnId="{8BB5D449-874D-4F50-9752-081487D60774}">
      <dgm:prSet/>
      <dgm:spPr/>
      <dgm:t>
        <a:bodyPr/>
        <a:lstStyle/>
        <a:p>
          <a:endParaRPr lang="en-US"/>
        </a:p>
      </dgm:t>
    </dgm:pt>
    <dgm:pt modelId="{C2804858-9E06-4CE3-8DF4-FDC6B0F2DA50}" type="sibTrans" cxnId="{8BB5D449-874D-4F50-9752-081487D60774}">
      <dgm:prSet/>
      <dgm:spPr/>
      <dgm:t>
        <a:bodyPr/>
        <a:lstStyle/>
        <a:p>
          <a:endParaRPr lang="en-US"/>
        </a:p>
      </dgm:t>
    </dgm:pt>
    <dgm:pt modelId="{A521CBF3-F21C-469D-950E-5D28FC1E0542}">
      <dgm:prSet/>
      <dgm:spPr/>
      <dgm:t>
        <a:bodyPr/>
        <a:lstStyle/>
        <a:p>
          <a:r>
            <a:rPr lang="es-ES"/>
            <a:t>Problema estructural desde los años 80:</a:t>
          </a:r>
          <a:endParaRPr lang="en-US"/>
        </a:p>
      </dgm:t>
    </dgm:pt>
    <dgm:pt modelId="{14EA8859-E0F1-400F-909B-57008E6C5774}" type="parTrans" cxnId="{8A03F455-77B2-4BC4-B5BF-A14A5738899B}">
      <dgm:prSet/>
      <dgm:spPr/>
      <dgm:t>
        <a:bodyPr/>
        <a:lstStyle/>
        <a:p>
          <a:endParaRPr lang="en-US"/>
        </a:p>
      </dgm:t>
    </dgm:pt>
    <dgm:pt modelId="{3CD9B91D-379A-4753-8937-5DA2FB4B1022}" type="sibTrans" cxnId="{8A03F455-77B2-4BC4-B5BF-A14A5738899B}">
      <dgm:prSet/>
      <dgm:spPr/>
      <dgm:t>
        <a:bodyPr/>
        <a:lstStyle/>
        <a:p>
          <a:endParaRPr lang="en-US"/>
        </a:p>
      </dgm:t>
    </dgm:pt>
    <dgm:pt modelId="{5571B6BD-61EA-43DD-89B6-0B38CFC87915}">
      <dgm:prSet/>
      <dgm:spPr/>
      <dgm:t>
        <a:bodyPr/>
        <a:lstStyle/>
        <a:p>
          <a:r>
            <a:rPr lang="es-ES"/>
            <a:t>Tasa de paro consistentemente superior a la media europea.</a:t>
          </a:r>
          <a:endParaRPr lang="en-US"/>
        </a:p>
      </dgm:t>
    </dgm:pt>
    <dgm:pt modelId="{058847AB-C1DD-4D8D-942B-EDF02A925B5A}" type="parTrans" cxnId="{B493E0BD-BB30-4717-A116-5EBE364F207B}">
      <dgm:prSet/>
      <dgm:spPr/>
      <dgm:t>
        <a:bodyPr/>
        <a:lstStyle/>
        <a:p>
          <a:endParaRPr lang="en-US"/>
        </a:p>
      </dgm:t>
    </dgm:pt>
    <dgm:pt modelId="{A4F66A39-FA35-4E25-97FF-8FE2C293C418}" type="sibTrans" cxnId="{B493E0BD-BB30-4717-A116-5EBE364F207B}">
      <dgm:prSet/>
      <dgm:spPr/>
      <dgm:t>
        <a:bodyPr/>
        <a:lstStyle/>
        <a:p>
          <a:endParaRPr lang="en-US"/>
        </a:p>
      </dgm:t>
    </dgm:pt>
    <dgm:pt modelId="{D41824C3-07D8-4780-AD04-2278EEBD4F35}" type="pres">
      <dgm:prSet presAssocID="{0C3F0870-0884-44B4-A66F-3D88CA463C0E}" presName="linear" presStyleCnt="0">
        <dgm:presLayoutVars>
          <dgm:animLvl val="lvl"/>
          <dgm:resizeHandles val="exact"/>
        </dgm:presLayoutVars>
      </dgm:prSet>
      <dgm:spPr/>
    </dgm:pt>
    <dgm:pt modelId="{EBE71DEA-0265-4D93-A984-DEB8ACC33BA6}" type="pres">
      <dgm:prSet presAssocID="{85B93C10-9656-48B6-BBD4-FA30E7BB55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2E57D5-9DEF-4BF4-9ADB-1C9B5DD899E1}" type="pres">
      <dgm:prSet presAssocID="{B7CC7FC9-0C9D-4F94-902F-822E75717D3E}" presName="spacer" presStyleCnt="0"/>
      <dgm:spPr/>
    </dgm:pt>
    <dgm:pt modelId="{F87985CD-37EE-4AF5-86AE-ECFAC73C64B8}" type="pres">
      <dgm:prSet presAssocID="{CC94F1FE-6162-4543-98E3-20D4CFDED8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119B2F-4C56-439E-ACEF-1297C0DDFCF4}" type="pres">
      <dgm:prSet presAssocID="{CC94F1FE-6162-4543-98E3-20D4CFDED8A8}" presName="childText" presStyleLbl="revTx" presStyleIdx="0" presStyleCnt="2">
        <dgm:presLayoutVars>
          <dgm:bulletEnabled val="1"/>
        </dgm:presLayoutVars>
      </dgm:prSet>
      <dgm:spPr/>
    </dgm:pt>
    <dgm:pt modelId="{14E40141-32B7-4E49-B2D0-A3BFFFCCEF42}" type="pres">
      <dgm:prSet presAssocID="{A521CBF3-F21C-469D-950E-5D28FC1E054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1D07084-1B78-4AD7-B1E4-15A727755077}" type="pres">
      <dgm:prSet presAssocID="{A521CBF3-F21C-469D-950E-5D28FC1E054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BCCD525-6C76-4407-8A90-CAA00BF4B050}" type="presOf" srcId="{5571B6BD-61EA-43DD-89B6-0B38CFC87915}" destId="{A1D07084-1B78-4AD7-B1E4-15A727755077}" srcOrd="0" destOrd="0" presId="urn:microsoft.com/office/officeart/2005/8/layout/vList2"/>
    <dgm:cxn modelId="{B83E1C33-2D98-4BA2-88A9-ABF41215E001}" type="presOf" srcId="{8D497DD4-68AC-475A-9916-FA4A7E9B3692}" destId="{CA119B2F-4C56-439E-ACEF-1297C0DDFCF4}" srcOrd="0" destOrd="0" presId="urn:microsoft.com/office/officeart/2005/8/layout/vList2"/>
    <dgm:cxn modelId="{FA9B5768-1455-4960-B76D-FDFE440FE5CB}" type="presOf" srcId="{A521CBF3-F21C-469D-950E-5D28FC1E0542}" destId="{14E40141-32B7-4E49-B2D0-A3BFFFCCEF42}" srcOrd="0" destOrd="0" presId="urn:microsoft.com/office/officeart/2005/8/layout/vList2"/>
    <dgm:cxn modelId="{8BB5D449-874D-4F50-9752-081487D60774}" srcId="{CC94F1FE-6162-4543-98E3-20D4CFDED8A8}" destId="{956D7F05-92B0-4EBF-BBF7-69C6B54BE872}" srcOrd="1" destOrd="0" parTransId="{FF75BB03-ABFC-47C5-86C9-07263DC5B7E0}" sibTransId="{C2804858-9E06-4CE3-8DF4-FDC6B0F2DA50}"/>
    <dgm:cxn modelId="{C24C794B-8AB8-49DB-A4E0-1A5FD8C70446}" type="presOf" srcId="{85B93C10-9656-48B6-BBD4-FA30E7BB555A}" destId="{EBE71DEA-0265-4D93-A984-DEB8ACC33BA6}" srcOrd="0" destOrd="0" presId="urn:microsoft.com/office/officeart/2005/8/layout/vList2"/>
    <dgm:cxn modelId="{8A03F455-77B2-4BC4-B5BF-A14A5738899B}" srcId="{0C3F0870-0884-44B4-A66F-3D88CA463C0E}" destId="{A521CBF3-F21C-469D-950E-5D28FC1E0542}" srcOrd="2" destOrd="0" parTransId="{14EA8859-E0F1-400F-909B-57008E6C5774}" sibTransId="{3CD9B91D-379A-4753-8937-5DA2FB4B1022}"/>
    <dgm:cxn modelId="{7F066978-51D5-40FB-B903-FBF2A075DA64}" srcId="{CC94F1FE-6162-4543-98E3-20D4CFDED8A8}" destId="{8D497DD4-68AC-475A-9916-FA4A7E9B3692}" srcOrd="0" destOrd="0" parTransId="{41EE0E7E-65D2-497B-9217-9A5009525A83}" sibTransId="{55787D00-82B9-48D2-95B8-EA94E7326718}"/>
    <dgm:cxn modelId="{5739DA59-AFFE-4061-93CA-A0C9E3894291}" srcId="{0C3F0870-0884-44B4-A66F-3D88CA463C0E}" destId="{85B93C10-9656-48B6-BBD4-FA30E7BB555A}" srcOrd="0" destOrd="0" parTransId="{41FB577B-EFB2-42A9-BD91-41794805B894}" sibTransId="{B7CC7FC9-0C9D-4F94-902F-822E75717D3E}"/>
    <dgm:cxn modelId="{6747748C-AF9A-487D-B076-F4E4C912CA53}" type="presOf" srcId="{956D7F05-92B0-4EBF-BBF7-69C6B54BE872}" destId="{CA119B2F-4C56-439E-ACEF-1297C0DDFCF4}" srcOrd="0" destOrd="1" presId="urn:microsoft.com/office/officeart/2005/8/layout/vList2"/>
    <dgm:cxn modelId="{7B6AC7BB-1236-49DE-82E8-CA31C6687E21}" srcId="{0C3F0870-0884-44B4-A66F-3D88CA463C0E}" destId="{CC94F1FE-6162-4543-98E3-20D4CFDED8A8}" srcOrd="1" destOrd="0" parTransId="{29FD0DB4-4FE2-4281-B0A0-0772858BC14A}" sibTransId="{8CBB552B-C6C7-48D8-BF1E-544057C74FDB}"/>
    <dgm:cxn modelId="{B493E0BD-BB30-4717-A116-5EBE364F207B}" srcId="{A521CBF3-F21C-469D-950E-5D28FC1E0542}" destId="{5571B6BD-61EA-43DD-89B6-0B38CFC87915}" srcOrd="0" destOrd="0" parTransId="{058847AB-C1DD-4D8D-942B-EDF02A925B5A}" sibTransId="{A4F66A39-FA35-4E25-97FF-8FE2C293C418}"/>
    <dgm:cxn modelId="{EA7CA2F4-0614-4A25-B84B-CA3D2CB397D5}" type="presOf" srcId="{0C3F0870-0884-44B4-A66F-3D88CA463C0E}" destId="{D41824C3-07D8-4780-AD04-2278EEBD4F35}" srcOrd="0" destOrd="0" presId="urn:microsoft.com/office/officeart/2005/8/layout/vList2"/>
    <dgm:cxn modelId="{F71BCDF6-91F3-4F06-91C1-38549169A4C2}" type="presOf" srcId="{CC94F1FE-6162-4543-98E3-20D4CFDED8A8}" destId="{F87985CD-37EE-4AF5-86AE-ECFAC73C64B8}" srcOrd="0" destOrd="0" presId="urn:microsoft.com/office/officeart/2005/8/layout/vList2"/>
    <dgm:cxn modelId="{51F4F1E4-D30C-413D-B8C0-BAFEE05258AE}" type="presParOf" srcId="{D41824C3-07D8-4780-AD04-2278EEBD4F35}" destId="{EBE71DEA-0265-4D93-A984-DEB8ACC33BA6}" srcOrd="0" destOrd="0" presId="urn:microsoft.com/office/officeart/2005/8/layout/vList2"/>
    <dgm:cxn modelId="{62B50CAC-9AB5-4EB5-9754-7D828460B360}" type="presParOf" srcId="{D41824C3-07D8-4780-AD04-2278EEBD4F35}" destId="{8F2E57D5-9DEF-4BF4-9ADB-1C9B5DD899E1}" srcOrd="1" destOrd="0" presId="urn:microsoft.com/office/officeart/2005/8/layout/vList2"/>
    <dgm:cxn modelId="{D1D96E79-9DBD-436F-A128-97A07E96B6B7}" type="presParOf" srcId="{D41824C3-07D8-4780-AD04-2278EEBD4F35}" destId="{F87985CD-37EE-4AF5-86AE-ECFAC73C64B8}" srcOrd="2" destOrd="0" presId="urn:microsoft.com/office/officeart/2005/8/layout/vList2"/>
    <dgm:cxn modelId="{0943D3CE-5DC3-4840-BA98-1F4047E5465D}" type="presParOf" srcId="{D41824C3-07D8-4780-AD04-2278EEBD4F35}" destId="{CA119B2F-4C56-439E-ACEF-1297C0DDFCF4}" srcOrd="3" destOrd="0" presId="urn:microsoft.com/office/officeart/2005/8/layout/vList2"/>
    <dgm:cxn modelId="{27B18109-8E33-40FF-A571-E73E4AC63107}" type="presParOf" srcId="{D41824C3-07D8-4780-AD04-2278EEBD4F35}" destId="{14E40141-32B7-4E49-B2D0-A3BFFFCCEF42}" srcOrd="4" destOrd="0" presId="urn:microsoft.com/office/officeart/2005/8/layout/vList2"/>
    <dgm:cxn modelId="{5453CF98-9E3C-419C-80A6-C38383F39CD8}" type="presParOf" srcId="{D41824C3-07D8-4780-AD04-2278EEBD4F35}" destId="{A1D07084-1B78-4AD7-B1E4-15A72775507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470448-C9A7-46B3-B4B0-0B67ECE6445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335759-C6BC-4B94-9479-4F1D91C1CD93}">
      <dgm:prSet/>
      <dgm:spPr/>
      <dgm:t>
        <a:bodyPr/>
        <a:lstStyle/>
        <a:p>
          <a:r>
            <a:rPr lang="es-ES" b="1"/>
            <a:t>Causas del desempleo en España</a:t>
          </a:r>
          <a:r>
            <a:rPr lang="es-ES"/>
            <a:t>:</a:t>
          </a:r>
          <a:endParaRPr lang="en-US"/>
        </a:p>
      </dgm:t>
    </dgm:pt>
    <dgm:pt modelId="{A8CC50D7-0A7B-4F62-8F96-E2524B284FBB}" type="parTrans" cxnId="{6232FD60-1EDB-49F9-8B72-4EAF09A79602}">
      <dgm:prSet/>
      <dgm:spPr/>
      <dgm:t>
        <a:bodyPr/>
        <a:lstStyle/>
        <a:p>
          <a:endParaRPr lang="en-US"/>
        </a:p>
      </dgm:t>
    </dgm:pt>
    <dgm:pt modelId="{A8BB569A-C99F-4948-A0F8-377AE863F758}" type="sibTrans" cxnId="{6232FD60-1EDB-49F9-8B72-4EAF09A79602}">
      <dgm:prSet/>
      <dgm:spPr/>
      <dgm:t>
        <a:bodyPr/>
        <a:lstStyle/>
        <a:p>
          <a:endParaRPr lang="en-US"/>
        </a:p>
      </dgm:t>
    </dgm:pt>
    <dgm:pt modelId="{E9BB9D52-EBF2-4D4F-88B5-CB77445BB55A}">
      <dgm:prSet/>
      <dgm:spPr/>
      <dgm:t>
        <a:bodyPr/>
        <a:lstStyle/>
        <a:p>
          <a:r>
            <a:rPr lang="es-ES"/>
            <a:t>Estructura productiva de bajo valor añadido.</a:t>
          </a:r>
          <a:endParaRPr lang="en-US"/>
        </a:p>
      </dgm:t>
    </dgm:pt>
    <dgm:pt modelId="{A7BD2302-B270-46BC-8367-39FCCA0A649D}" type="parTrans" cxnId="{412D6BE4-E54D-4B40-B6F8-8A630AC163B6}">
      <dgm:prSet/>
      <dgm:spPr/>
      <dgm:t>
        <a:bodyPr/>
        <a:lstStyle/>
        <a:p>
          <a:endParaRPr lang="en-US"/>
        </a:p>
      </dgm:t>
    </dgm:pt>
    <dgm:pt modelId="{572B432E-708B-4700-B2DC-8B45C42D9AF5}" type="sibTrans" cxnId="{412D6BE4-E54D-4B40-B6F8-8A630AC163B6}">
      <dgm:prSet/>
      <dgm:spPr/>
      <dgm:t>
        <a:bodyPr/>
        <a:lstStyle/>
        <a:p>
          <a:endParaRPr lang="en-US"/>
        </a:p>
      </dgm:t>
    </dgm:pt>
    <dgm:pt modelId="{E5A03EB9-4176-46E1-AB46-8A013031D016}">
      <dgm:prSet/>
      <dgm:spPr/>
      <dgm:t>
        <a:bodyPr/>
        <a:lstStyle/>
        <a:p>
          <a:r>
            <a:rPr lang="es-ES"/>
            <a:t>Déficit en la balanza por cuenta corriente.</a:t>
          </a:r>
          <a:endParaRPr lang="en-US"/>
        </a:p>
      </dgm:t>
    </dgm:pt>
    <dgm:pt modelId="{39211694-E874-495C-A347-4A935FA995CE}" type="parTrans" cxnId="{B53E6D45-9FBA-4C24-BC5F-32E597156B4A}">
      <dgm:prSet/>
      <dgm:spPr/>
      <dgm:t>
        <a:bodyPr/>
        <a:lstStyle/>
        <a:p>
          <a:endParaRPr lang="en-US"/>
        </a:p>
      </dgm:t>
    </dgm:pt>
    <dgm:pt modelId="{322C5AF7-429E-48C0-836A-10F6F49A494E}" type="sibTrans" cxnId="{B53E6D45-9FBA-4C24-BC5F-32E597156B4A}">
      <dgm:prSet/>
      <dgm:spPr/>
      <dgm:t>
        <a:bodyPr/>
        <a:lstStyle/>
        <a:p>
          <a:endParaRPr lang="en-US"/>
        </a:p>
      </dgm:t>
    </dgm:pt>
    <dgm:pt modelId="{D928ADE5-1D5B-44BD-84FE-0A4979189409}">
      <dgm:prSet/>
      <dgm:spPr/>
      <dgm:t>
        <a:bodyPr/>
        <a:lstStyle/>
        <a:p>
          <a:r>
            <a:rPr lang="es-ES"/>
            <a:t>Instituciones del mercado laboral (salarios de reserva, etc.).</a:t>
          </a:r>
          <a:endParaRPr lang="en-US"/>
        </a:p>
      </dgm:t>
    </dgm:pt>
    <dgm:pt modelId="{E917BAD8-EED8-46D3-A218-7C87C66FE648}" type="parTrans" cxnId="{D15EE6D0-AC48-4ACA-B2B3-0D77B3564E55}">
      <dgm:prSet/>
      <dgm:spPr/>
      <dgm:t>
        <a:bodyPr/>
        <a:lstStyle/>
        <a:p>
          <a:endParaRPr lang="en-US"/>
        </a:p>
      </dgm:t>
    </dgm:pt>
    <dgm:pt modelId="{1C0DE841-99A0-4FC5-86B6-E59351B1454E}" type="sibTrans" cxnId="{D15EE6D0-AC48-4ACA-B2B3-0D77B3564E55}">
      <dgm:prSet/>
      <dgm:spPr/>
      <dgm:t>
        <a:bodyPr/>
        <a:lstStyle/>
        <a:p>
          <a:endParaRPr lang="en-US"/>
        </a:p>
      </dgm:t>
    </dgm:pt>
    <dgm:pt modelId="{3BE9790E-D4CE-499E-B31C-F4C4477AD7E9}">
      <dgm:prSet/>
      <dgm:spPr/>
      <dgm:t>
        <a:bodyPr/>
        <a:lstStyle/>
        <a:p>
          <a:r>
            <a:rPr lang="es-ES" b="1"/>
            <a:t>Reformas necesarias</a:t>
          </a:r>
          <a:r>
            <a:rPr lang="es-ES"/>
            <a:t>:</a:t>
          </a:r>
          <a:endParaRPr lang="en-US"/>
        </a:p>
      </dgm:t>
    </dgm:pt>
    <dgm:pt modelId="{16935B63-278A-4EAB-9A92-8BCB76C610C9}" type="parTrans" cxnId="{3F8F3DE0-EC6C-4B46-8AE9-FBD2650D56B1}">
      <dgm:prSet/>
      <dgm:spPr/>
      <dgm:t>
        <a:bodyPr/>
        <a:lstStyle/>
        <a:p>
          <a:endParaRPr lang="en-US"/>
        </a:p>
      </dgm:t>
    </dgm:pt>
    <dgm:pt modelId="{31F96B01-E817-4AAC-83B7-1D7206573E57}" type="sibTrans" cxnId="{3F8F3DE0-EC6C-4B46-8AE9-FBD2650D56B1}">
      <dgm:prSet/>
      <dgm:spPr/>
      <dgm:t>
        <a:bodyPr/>
        <a:lstStyle/>
        <a:p>
          <a:endParaRPr lang="en-US"/>
        </a:p>
      </dgm:t>
    </dgm:pt>
    <dgm:pt modelId="{8962B8C2-485A-4E9D-950C-D8441789F3D9}">
      <dgm:prSet/>
      <dgm:spPr/>
      <dgm:t>
        <a:bodyPr/>
        <a:lstStyle/>
        <a:p>
          <a:r>
            <a:rPr lang="es-ES"/>
            <a:t>Negociación colectiva ineficiente.</a:t>
          </a:r>
          <a:endParaRPr lang="en-US"/>
        </a:p>
      </dgm:t>
    </dgm:pt>
    <dgm:pt modelId="{B0173CB7-8AC2-404B-96DC-2942FA68878B}" type="parTrans" cxnId="{4001F6B3-3B61-4ADB-9CB7-80DB7A1E16B2}">
      <dgm:prSet/>
      <dgm:spPr/>
      <dgm:t>
        <a:bodyPr/>
        <a:lstStyle/>
        <a:p>
          <a:endParaRPr lang="en-US"/>
        </a:p>
      </dgm:t>
    </dgm:pt>
    <dgm:pt modelId="{375A1586-99F4-47BD-A282-EC21C31CDE8D}" type="sibTrans" cxnId="{4001F6B3-3B61-4ADB-9CB7-80DB7A1E16B2}">
      <dgm:prSet/>
      <dgm:spPr/>
      <dgm:t>
        <a:bodyPr/>
        <a:lstStyle/>
        <a:p>
          <a:endParaRPr lang="en-US"/>
        </a:p>
      </dgm:t>
    </dgm:pt>
    <dgm:pt modelId="{4344F350-9EFC-45CB-9232-BEEC60D79FF5}">
      <dgm:prSet/>
      <dgm:spPr/>
      <dgm:t>
        <a:bodyPr/>
        <a:lstStyle/>
        <a:p>
          <a:r>
            <a:rPr lang="es-ES"/>
            <a:t>Rigidez salarial e indexación a la inflación.</a:t>
          </a:r>
          <a:endParaRPr lang="en-US"/>
        </a:p>
      </dgm:t>
    </dgm:pt>
    <dgm:pt modelId="{B9283408-622F-4DD2-8C7A-6388FCD41F11}" type="parTrans" cxnId="{4F2A40C9-07F9-40FC-999E-B8A57E2DC270}">
      <dgm:prSet/>
      <dgm:spPr/>
      <dgm:t>
        <a:bodyPr/>
        <a:lstStyle/>
        <a:p>
          <a:endParaRPr lang="en-US"/>
        </a:p>
      </dgm:t>
    </dgm:pt>
    <dgm:pt modelId="{52B2E221-0496-477E-97B3-B4CCEA9A73A0}" type="sibTrans" cxnId="{4F2A40C9-07F9-40FC-999E-B8A57E2DC270}">
      <dgm:prSet/>
      <dgm:spPr/>
      <dgm:t>
        <a:bodyPr/>
        <a:lstStyle/>
        <a:p>
          <a:endParaRPr lang="en-US"/>
        </a:p>
      </dgm:t>
    </dgm:pt>
    <dgm:pt modelId="{E71C7DBC-DBDC-4F11-B57F-463DEB572850}">
      <dgm:prSet/>
      <dgm:spPr/>
      <dgm:t>
        <a:bodyPr/>
        <a:lstStyle/>
        <a:p>
          <a:r>
            <a:rPr lang="es-ES"/>
            <a:t>Dualidad en indemnizaciones.</a:t>
          </a:r>
          <a:endParaRPr lang="en-US"/>
        </a:p>
      </dgm:t>
    </dgm:pt>
    <dgm:pt modelId="{8DB8A65F-0D89-45BE-93EC-A191E0604D27}" type="parTrans" cxnId="{C78A20D9-C90D-452F-B07E-3B331709B8F3}">
      <dgm:prSet/>
      <dgm:spPr/>
      <dgm:t>
        <a:bodyPr/>
        <a:lstStyle/>
        <a:p>
          <a:endParaRPr lang="en-US"/>
        </a:p>
      </dgm:t>
    </dgm:pt>
    <dgm:pt modelId="{C36CBF03-07A0-42A2-98B9-4AE97FEAF0E0}" type="sibTrans" cxnId="{C78A20D9-C90D-452F-B07E-3B331709B8F3}">
      <dgm:prSet/>
      <dgm:spPr/>
      <dgm:t>
        <a:bodyPr/>
        <a:lstStyle/>
        <a:p>
          <a:endParaRPr lang="en-US"/>
        </a:p>
      </dgm:t>
    </dgm:pt>
    <dgm:pt modelId="{80823966-2035-44CA-AC19-30FEB8776614}">
      <dgm:prSet/>
      <dgm:spPr/>
      <dgm:t>
        <a:bodyPr/>
        <a:lstStyle/>
        <a:p>
          <a:r>
            <a:rPr lang="es-ES"/>
            <a:t>Fiscalidad desfavorable al empleo.</a:t>
          </a:r>
          <a:endParaRPr lang="en-US"/>
        </a:p>
      </dgm:t>
    </dgm:pt>
    <dgm:pt modelId="{140EB8A7-D848-4052-AF3F-AD87A453611B}" type="parTrans" cxnId="{F750AE5C-99A7-4F71-B801-B9749C237CD5}">
      <dgm:prSet/>
      <dgm:spPr/>
      <dgm:t>
        <a:bodyPr/>
        <a:lstStyle/>
        <a:p>
          <a:endParaRPr lang="en-US"/>
        </a:p>
      </dgm:t>
    </dgm:pt>
    <dgm:pt modelId="{F2E6DF4D-5759-4530-B826-E435D3FB0F09}" type="sibTrans" cxnId="{F750AE5C-99A7-4F71-B801-B9749C237CD5}">
      <dgm:prSet/>
      <dgm:spPr/>
      <dgm:t>
        <a:bodyPr/>
        <a:lstStyle/>
        <a:p>
          <a:endParaRPr lang="en-US"/>
        </a:p>
      </dgm:t>
    </dgm:pt>
    <dgm:pt modelId="{DD9DC6D6-BCEA-41DF-9830-44582BB3828C}">
      <dgm:prSet/>
      <dgm:spPr/>
      <dgm:t>
        <a:bodyPr/>
        <a:lstStyle/>
        <a:p>
          <a:r>
            <a:rPr lang="es-ES"/>
            <a:t>Desajuste de capital humano.</a:t>
          </a:r>
          <a:endParaRPr lang="en-US"/>
        </a:p>
      </dgm:t>
    </dgm:pt>
    <dgm:pt modelId="{7284E55C-F197-48C6-A6C5-44E6603A01A3}" type="parTrans" cxnId="{18441180-BE85-4D1D-9F39-75A2730DF2BD}">
      <dgm:prSet/>
      <dgm:spPr/>
      <dgm:t>
        <a:bodyPr/>
        <a:lstStyle/>
        <a:p>
          <a:endParaRPr lang="en-US"/>
        </a:p>
      </dgm:t>
    </dgm:pt>
    <dgm:pt modelId="{DA23C842-E005-4C9D-94D5-B8D44743F25D}" type="sibTrans" cxnId="{18441180-BE85-4D1D-9F39-75A2730DF2BD}">
      <dgm:prSet/>
      <dgm:spPr/>
      <dgm:t>
        <a:bodyPr/>
        <a:lstStyle/>
        <a:p>
          <a:endParaRPr lang="en-US"/>
        </a:p>
      </dgm:t>
    </dgm:pt>
    <dgm:pt modelId="{B2DA1E37-9C1A-4E94-80DF-D7A9F20D4022}">
      <dgm:prSet/>
      <dgm:spPr/>
      <dgm:t>
        <a:bodyPr/>
        <a:lstStyle/>
        <a:p>
          <a:r>
            <a:rPr lang="es-ES"/>
            <a:t>Políticas activas y pasivas mal integradas.</a:t>
          </a:r>
          <a:endParaRPr lang="en-US"/>
        </a:p>
      </dgm:t>
    </dgm:pt>
    <dgm:pt modelId="{9A781C33-31C6-452D-9F34-FAD00A0300CE}" type="parTrans" cxnId="{A3E64F1C-C3A3-4D58-8CB1-3703B69AD3E3}">
      <dgm:prSet/>
      <dgm:spPr/>
      <dgm:t>
        <a:bodyPr/>
        <a:lstStyle/>
        <a:p>
          <a:endParaRPr lang="en-US"/>
        </a:p>
      </dgm:t>
    </dgm:pt>
    <dgm:pt modelId="{F8600FCC-0B9B-4CBF-ADC7-2AD59AB17A86}" type="sibTrans" cxnId="{A3E64F1C-C3A3-4D58-8CB1-3703B69AD3E3}">
      <dgm:prSet/>
      <dgm:spPr/>
      <dgm:t>
        <a:bodyPr/>
        <a:lstStyle/>
        <a:p>
          <a:endParaRPr lang="en-US"/>
        </a:p>
      </dgm:t>
    </dgm:pt>
    <dgm:pt modelId="{CFB64C40-1A7A-4CF7-BEE4-7DD58BA88C43}" type="pres">
      <dgm:prSet presAssocID="{DF470448-C9A7-46B3-B4B0-0B67ECE64455}" presName="linear" presStyleCnt="0">
        <dgm:presLayoutVars>
          <dgm:animLvl val="lvl"/>
          <dgm:resizeHandles val="exact"/>
        </dgm:presLayoutVars>
      </dgm:prSet>
      <dgm:spPr/>
    </dgm:pt>
    <dgm:pt modelId="{2FABF6B9-1485-49D3-A21E-D7E15F8C9A2F}" type="pres">
      <dgm:prSet presAssocID="{7E335759-C6BC-4B94-9479-4F1D91C1CD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58CAADD-D906-40BA-B468-98D8A342588E}" type="pres">
      <dgm:prSet presAssocID="{7E335759-C6BC-4B94-9479-4F1D91C1CD93}" presName="childText" presStyleLbl="revTx" presStyleIdx="0" presStyleCnt="2">
        <dgm:presLayoutVars>
          <dgm:bulletEnabled val="1"/>
        </dgm:presLayoutVars>
      </dgm:prSet>
      <dgm:spPr/>
    </dgm:pt>
    <dgm:pt modelId="{C253A0D5-EBDE-403F-B1D6-9D9DD23FA0A4}" type="pres">
      <dgm:prSet presAssocID="{3BE9790E-D4CE-499E-B31C-F4C4477AD7E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B68ADEF-16DF-4EC9-BD7C-8653C934A888}" type="pres">
      <dgm:prSet presAssocID="{3BE9790E-D4CE-499E-B31C-F4C4477AD7E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3E64F1C-C3A3-4D58-8CB1-3703B69AD3E3}" srcId="{3BE9790E-D4CE-499E-B31C-F4C4477AD7E9}" destId="{B2DA1E37-9C1A-4E94-80DF-D7A9F20D4022}" srcOrd="5" destOrd="0" parTransId="{9A781C33-31C6-452D-9F34-FAD00A0300CE}" sibTransId="{F8600FCC-0B9B-4CBF-ADC7-2AD59AB17A86}"/>
    <dgm:cxn modelId="{9214BC33-2915-4A97-B894-27294D65AC38}" type="presOf" srcId="{DF470448-C9A7-46B3-B4B0-0B67ECE64455}" destId="{CFB64C40-1A7A-4CF7-BEE4-7DD58BA88C43}" srcOrd="0" destOrd="0" presId="urn:microsoft.com/office/officeart/2005/8/layout/vList2"/>
    <dgm:cxn modelId="{4BC5E735-CA56-4F05-9D2D-CFA6DAA1AAE0}" type="presOf" srcId="{DD9DC6D6-BCEA-41DF-9830-44582BB3828C}" destId="{4B68ADEF-16DF-4EC9-BD7C-8653C934A888}" srcOrd="0" destOrd="4" presId="urn:microsoft.com/office/officeart/2005/8/layout/vList2"/>
    <dgm:cxn modelId="{F750AE5C-99A7-4F71-B801-B9749C237CD5}" srcId="{3BE9790E-D4CE-499E-B31C-F4C4477AD7E9}" destId="{80823966-2035-44CA-AC19-30FEB8776614}" srcOrd="3" destOrd="0" parTransId="{140EB8A7-D848-4052-AF3F-AD87A453611B}" sibTransId="{F2E6DF4D-5759-4530-B826-E435D3FB0F09}"/>
    <dgm:cxn modelId="{855D265F-DC52-4F27-87CA-57DC9849345D}" type="presOf" srcId="{D928ADE5-1D5B-44BD-84FE-0A4979189409}" destId="{658CAADD-D906-40BA-B468-98D8A342588E}" srcOrd="0" destOrd="2" presId="urn:microsoft.com/office/officeart/2005/8/layout/vList2"/>
    <dgm:cxn modelId="{6232FD60-1EDB-49F9-8B72-4EAF09A79602}" srcId="{DF470448-C9A7-46B3-B4B0-0B67ECE64455}" destId="{7E335759-C6BC-4B94-9479-4F1D91C1CD93}" srcOrd="0" destOrd="0" parTransId="{A8CC50D7-0A7B-4F62-8F96-E2524B284FBB}" sibTransId="{A8BB569A-C99F-4948-A0F8-377AE863F758}"/>
    <dgm:cxn modelId="{0ACECC43-01E8-49A3-8F6C-19348ACFEAA3}" type="presOf" srcId="{B2DA1E37-9C1A-4E94-80DF-D7A9F20D4022}" destId="{4B68ADEF-16DF-4EC9-BD7C-8653C934A888}" srcOrd="0" destOrd="5" presId="urn:microsoft.com/office/officeart/2005/8/layout/vList2"/>
    <dgm:cxn modelId="{B53E6D45-9FBA-4C24-BC5F-32E597156B4A}" srcId="{7E335759-C6BC-4B94-9479-4F1D91C1CD93}" destId="{E5A03EB9-4176-46E1-AB46-8A013031D016}" srcOrd="1" destOrd="0" parTransId="{39211694-E874-495C-A347-4A935FA995CE}" sibTransId="{322C5AF7-429E-48C0-836A-10F6F49A494E}"/>
    <dgm:cxn modelId="{7EE5366F-1426-41EA-8E83-D7177AC58CC3}" type="presOf" srcId="{7E335759-C6BC-4B94-9479-4F1D91C1CD93}" destId="{2FABF6B9-1485-49D3-A21E-D7E15F8C9A2F}" srcOrd="0" destOrd="0" presId="urn:microsoft.com/office/officeart/2005/8/layout/vList2"/>
    <dgm:cxn modelId="{3A8A8C75-6FA7-4460-9A9E-6F0CE01DD086}" type="presOf" srcId="{E9BB9D52-EBF2-4D4F-88B5-CB77445BB55A}" destId="{658CAADD-D906-40BA-B468-98D8A342588E}" srcOrd="0" destOrd="0" presId="urn:microsoft.com/office/officeart/2005/8/layout/vList2"/>
    <dgm:cxn modelId="{95FB017D-AAB4-43CA-A2D3-75BA2D5B0AD8}" type="presOf" srcId="{3BE9790E-D4CE-499E-B31C-F4C4477AD7E9}" destId="{C253A0D5-EBDE-403F-B1D6-9D9DD23FA0A4}" srcOrd="0" destOrd="0" presId="urn:microsoft.com/office/officeart/2005/8/layout/vList2"/>
    <dgm:cxn modelId="{18441180-BE85-4D1D-9F39-75A2730DF2BD}" srcId="{3BE9790E-D4CE-499E-B31C-F4C4477AD7E9}" destId="{DD9DC6D6-BCEA-41DF-9830-44582BB3828C}" srcOrd="4" destOrd="0" parTransId="{7284E55C-F197-48C6-A6C5-44E6603A01A3}" sibTransId="{DA23C842-E005-4C9D-94D5-B8D44743F25D}"/>
    <dgm:cxn modelId="{4001F6B3-3B61-4ADB-9CB7-80DB7A1E16B2}" srcId="{3BE9790E-D4CE-499E-B31C-F4C4477AD7E9}" destId="{8962B8C2-485A-4E9D-950C-D8441789F3D9}" srcOrd="0" destOrd="0" parTransId="{B0173CB7-8AC2-404B-96DC-2942FA68878B}" sibTransId="{375A1586-99F4-47BD-A282-EC21C31CDE8D}"/>
    <dgm:cxn modelId="{C1EA5EC1-67F5-4F6B-9D2F-DF1A6DF894F1}" type="presOf" srcId="{8962B8C2-485A-4E9D-950C-D8441789F3D9}" destId="{4B68ADEF-16DF-4EC9-BD7C-8653C934A888}" srcOrd="0" destOrd="0" presId="urn:microsoft.com/office/officeart/2005/8/layout/vList2"/>
    <dgm:cxn modelId="{E58F7CC5-5CA4-4028-950F-C2A8BD50A523}" type="presOf" srcId="{E5A03EB9-4176-46E1-AB46-8A013031D016}" destId="{658CAADD-D906-40BA-B468-98D8A342588E}" srcOrd="0" destOrd="1" presId="urn:microsoft.com/office/officeart/2005/8/layout/vList2"/>
    <dgm:cxn modelId="{F471A4C7-C04B-4EC1-BB8D-2C29A6DDD8CC}" type="presOf" srcId="{E71C7DBC-DBDC-4F11-B57F-463DEB572850}" destId="{4B68ADEF-16DF-4EC9-BD7C-8653C934A888}" srcOrd="0" destOrd="2" presId="urn:microsoft.com/office/officeart/2005/8/layout/vList2"/>
    <dgm:cxn modelId="{4F2A40C9-07F9-40FC-999E-B8A57E2DC270}" srcId="{3BE9790E-D4CE-499E-B31C-F4C4477AD7E9}" destId="{4344F350-9EFC-45CB-9232-BEEC60D79FF5}" srcOrd="1" destOrd="0" parTransId="{B9283408-622F-4DD2-8C7A-6388FCD41F11}" sibTransId="{52B2E221-0496-477E-97B3-B4CCEA9A73A0}"/>
    <dgm:cxn modelId="{D15EE6D0-AC48-4ACA-B2B3-0D77B3564E55}" srcId="{7E335759-C6BC-4B94-9479-4F1D91C1CD93}" destId="{D928ADE5-1D5B-44BD-84FE-0A4979189409}" srcOrd="2" destOrd="0" parTransId="{E917BAD8-EED8-46D3-A218-7C87C66FE648}" sibTransId="{1C0DE841-99A0-4FC5-86B6-E59351B1454E}"/>
    <dgm:cxn modelId="{C78A20D9-C90D-452F-B07E-3B331709B8F3}" srcId="{3BE9790E-D4CE-499E-B31C-F4C4477AD7E9}" destId="{E71C7DBC-DBDC-4F11-B57F-463DEB572850}" srcOrd="2" destOrd="0" parTransId="{8DB8A65F-0D89-45BE-93EC-A191E0604D27}" sibTransId="{C36CBF03-07A0-42A2-98B9-4AE97FEAF0E0}"/>
    <dgm:cxn modelId="{4BA41ADA-3C92-4BDE-B2E9-E09653C34EB9}" type="presOf" srcId="{80823966-2035-44CA-AC19-30FEB8776614}" destId="{4B68ADEF-16DF-4EC9-BD7C-8653C934A888}" srcOrd="0" destOrd="3" presId="urn:microsoft.com/office/officeart/2005/8/layout/vList2"/>
    <dgm:cxn modelId="{3F8F3DE0-EC6C-4B46-8AE9-FBD2650D56B1}" srcId="{DF470448-C9A7-46B3-B4B0-0B67ECE64455}" destId="{3BE9790E-D4CE-499E-B31C-F4C4477AD7E9}" srcOrd="1" destOrd="0" parTransId="{16935B63-278A-4EAB-9A92-8BCB76C610C9}" sibTransId="{31F96B01-E817-4AAC-83B7-1D7206573E57}"/>
    <dgm:cxn modelId="{412D6BE4-E54D-4B40-B6F8-8A630AC163B6}" srcId="{7E335759-C6BC-4B94-9479-4F1D91C1CD93}" destId="{E9BB9D52-EBF2-4D4F-88B5-CB77445BB55A}" srcOrd="0" destOrd="0" parTransId="{A7BD2302-B270-46BC-8367-39FCCA0A649D}" sibTransId="{572B432E-708B-4700-B2DC-8B45C42D9AF5}"/>
    <dgm:cxn modelId="{F8E654F5-C045-4218-82FE-446FD3D1A52C}" type="presOf" srcId="{4344F350-9EFC-45CB-9232-BEEC60D79FF5}" destId="{4B68ADEF-16DF-4EC9-BD7C-8653C934A888}" srcOrd="0" destOrd="1" presId="urn:microsoft.com/office/officeart/2005/8/layout/vList2"/>
    <dgm:cxn modelId="{968DE149-21A8-40B9-9E91-95945BA46C60}" type="presParOf" srcId="{CFB64C40-1A7A-4CF7-BEE4-7DD58BA88C43}" destId="{2FABF6B9-1485-49D3-A21E-D7E15F8C9A2F}" srcOrd="0" destOrd="0" presId="urn:microsoft.com/office/officeart/2005/8/layout/vList2"/>
    <dgm:cxn modelId="{D230B97A-AB12-4131-829F-2E6105D866DC}" type="presParOf" srcId="{CFB64C40-1A7A-4CF7-BEE4-7DD58BA88C43}" destId="{658CAADD-D906-40BA-B468-98D8A342588E}" srcOrd="1" destOrd="0" presId="urn:microsoft.com/office/officeart/2005/8/layout/vList2"/>
    <dgm:cxn modelId="{55083B0F-F04D-47DB-91CF-8CE8D9899E48}" type="presParOf" srcId="{CFB64C40-1A7A-4CF7-BEE4-7DD58BA88C43}" destId="{C253A0D5-EBDE-403F-B1D6-9D9DD23FA0A4}" srcOrd="2" destOrd="0" presId="urn:microsoft.com/office/officeart/2005/8/layout/vList2"/>
    <dgm:cxn modelId="{BB54230B-C127-45A2-8BD4-8081DE0FA04A}" type="presParOf" srcId="{CFB64C40-1A7A-4CF7-BEE4-7DD58BA88C43}" destId="{4B68ADEF-16DF-4EC9-BD7C-8653C934A88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123C01-73B0-42E9-8618-5240CBC2BE3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2AEF5E-E32E-4A94-84E6-86C9BF7E523F}">
      <dgm:prSet/>
      <dgm:spPr/>
      <dgm:t>
        <a:bodyPr/>
        <a:lstStyle/>
        <a:p>
          <a:r>
            <a:rPr lang="es-ES"/>
            <a:t>Mide el grado de participación de la fuerza laboral en la producción</a:t>
          </a:r>
          <a:endParaRPr lang="en-US"/>
        </a:p>
      </dgm:t>
    </dgm:pt>
    <dgm:pt modelId="{4F45C5DA-8EF3-497A-931B-75351878A3B0}" type="parTrans" cxnId="{99D3EFD6-7CE6-44E3-86A2-A9D97583298C}">
      <dgm:prSet/>
      <dgm:spPr/>
      <dgm:t>
        <a:bodyPr/>
        <a:lstStyle/>
        <a:p>
          <a:endParaRPr lang="en-US"/>
        </a:p>
      </dgm:t>
    </dgm:pt>
    <dgm:pt modelId="{9D8F050D-EB95-4A17-A5CA-B8B04F0A245D}" type="sibTrans" cxnId="{99D3EFD6-7CE6-44E3-86A2-A9D97583298C}">
      <dgm:prSet/>
      <dgm:spPr/>
      <dgm:t>
        <a:bodyPr/>
        <a:lstStyle/>
        <a:p>
          <a:endParaRPr lang="en-US"/>
        </a:p>
      </dgm:t>
    </dgm:pt>
    <dgm:pt modelId="{1F04C0AC-C120-4B94-8769-8A5E3A7966E6}">
      <dgm:prSet/>
      <dgm:spPr/>
      <dgm:t>
        <a:bodyPr/>
        <a:lstStyle/>
        <a:p>
          <a:r>
            <a:rPr lang="es-ES"/>
            <a:t>Se calcula como el porcentaje de empleados sobre la población en edad de trabajar</a:t>
          </a:r>
          <a:endParaRPr lang="en-US"/>
        </a:p>
      </dgm:t>
    </dgm:pt>
    <dgm:pt modelId="{CF2D2D0C-B39E-4B2F-9690-31CEEA062899}" type="parTrans" cxnId="{8EBB35AB-36CF-4476-B822-BA0F3F514447}">
      <dgm:prSet/>
      <dgm:spPr/>
      <dgm:t>
        <a:bodyPr/>
        <a:lstStyle/>
        <a:p>
          <a:endParaRPr lang="en-US"/>
        </a:p>
      </dgm:t>
    </dgm:pt>
    <dgm:pt modelId="{61638E02-FFF6-42A2-A274-8631F98EB3AF}" type="sibTrans" cxnId="{8EBB35AB-36CF-4476-B822-BA0F3F514447}">
      <dgm:prSet/>
      <dgm:spPr/>
      <dgm:t>
        <a:bodyPr/>
        <a:lstStyle/>
        <a:p>
          <a:endParaRPr lang="en-US"/>
        </a:p>
      </dgm:t>
    </dgm:pt>
    <dgm:pt modelId="{614C2AB5-F92F-4969-AD5E-16AC21286E24}">
      <dgm:prSet/>
      <dgm:spPr/>
      <dgm:t>
        <a:bodyPr/>
        <a:lstStyle/>
        <a:p>
          <a:r>
            <a:rPr lang="es-ES"/>
            <a:t>Rango típico: 50% - 80%</a:t>
          </a:r>
          <a:endParaRPr lang="en-US"/>
        </a:p>
      </dgm:t>
    </dgm:pt>
    <dgm:pt modelId="{3904C51C-6AC4-4160-86AE-810E578A9E4F}" type="parTrans" cxnId="{1DA920E4-2A75-4A6A-895E-1A9EE34E67CD}">
      <dgm:prSet/>
      <dgm:spPr/>
      <dgm:t>
        <a:bodyPr/>
        <a:lstStyle/>
        <a:p>
          <a:endParaRPr lang="en-US"/>
        </a:p>
      </dgm:t>
    </dgm:pt>
    <dgm:pt modelId="{7A1C20AE-9EFD-4288-B26E-8983E18C3401}" type="sibTrans" cxnId="{1DA920E4-2A75-4A6A-895E-1A9EE34E67CD}">
      <dgm:prSet/>
      <dgm:spPr/>
      <dgm:t>
        <a:bodyPr/>
        <a:lstStyle/>
        <a:p>
          <a:endParaRPr lang="en-US"/>
        </a:p>
      </dgm:t>
    </dgm:pt>
    <dgm:pt modelId="{68D6FE26-AC7C-4759-87AF-37825708B6DB}">
      <dgm:prSet/>
      <dgm:spPr/>
      <dgm:t>
        <a:bodyPr/>
        <a:lstStyle/>
        <a:p>
          <a:r>
            <a:rPr lang="es-ES"/>
            <a:t>Objetivo de políticas de empleo (ej. Estrategia de Lisboa: 70%)</a:t>
          </a:r>
          <a:endParaRPr lang="en-US"/>
        </a:p>
      </dgm:t>
    </dgm:pt>
    <dgm:pt modelId="{81826030-80BC-4A65-8753-53A4DE808B36}" type="parTrans" cxnId="{D38C8F90-CF17-49D9-A91A-23B63466CAB6}">
      <dgm:prSet/>
      <dgm:spPr/>
      <dgm:t>
        <a:bodyPr/>
        <a:lstStyle/>
        <a:p>
          <a:endParaRPr lang="en-US"/>
        </a:p>
      </dgm:t>
    </dgm:pt>
    <dgm:pt modelId="{9DD7F4BD-662C-47BE-B635-8367E4583BAA}" type="sibTrans" cxnId="{D38C8F90-CF17-49D9-A91A-23B63466CAB6}">
      <dgm:prSet/>
      <dgm:spPr/>
      <dgm:t>
        <a:bodyPr/>
        <a:lstStyle/>
        <a:p>
          <a:endParaRPr lang="en-US"/>
        </a:p>
      </dgm:t>
    </dgm:pt>
    <dgm:pt modelId="{4F23F4F6-250D-499E-8819-5C2770FF509C}">
      <dgm:prSet/>
      <dgm:spPr/>
      <dgm:t>
        <a:bodyPr/>
        <a:lstStyle/>
        <a:p>
          <a:r>
            <a:rPr lang="es-ES"/>
            <a:t>Impacta en PIB potencial, bienestar social y cohesión</a:t>
          </a:r>
          <a:endParaRPr lang="en-US"/>
        </a:p>
      </dgm:t>
    </dgm:pt>
    <dgm:pt modelId="{3887D41D-AA29-430A-9E0A-F5F0AFC3E093}" type="parTrans" cxnId="{B5DF6D7D-95A2-43CC-AA8B-B5630A085B5C}">
      <dgm:prSet/>
      <dgm:spPr/>
      <dgm:t>
        <a:bodyPr/>
        <a:lstStyle/>
        <a:p>
          <a:endParaRPr lang="en-US"/>
        </a:p>
      </dgm:t>
    </dgm:pt>
    <dgm:pt modelId="{42864654-D56F-41ED-9BE5-AEB40DE2D3AC}" type="sibTrans" cxnId="{B5DF6D7D-95A2-43CC-AA8B-B5630A085B5C}">
      <dgm:prSet/>
      <dgm:spPr/>
      <dgm:t>
        <a:bodyPr/>
        <a:lstStyle/>
        <a:p>
          <a:endParaRPr lang="en-US"/>
        </a:p>
      </dgm:t>
    </dgm:pt>
    <dgm:pt modelId="{E688DC5D-C17B-41E8-8AE3-47C978847599}" type="pres">
      <dgm:prSet presAssocID="{E2123C01-73B0-42E9-8618-5240CBC2BE33}" presName="vert0" presStyleCnt="0">
        <dgm:presLayoutVars>
          <dgm:dir/>
          <dgm:animOne val="branch"/>
          <dgm:animLvl val="lvl"/>
        </dgm:presLayoutVars>
      </dgm:prSet>
      <dgm:spPr/>
    </dgm:pt>
    <dgm:pt modelId="{BDB7A09A-6EBA-4077-84B1-3C5399BD4793}" type="pres">
      <dgm:prSet presAssocID="{912AEF5E-E32E-4A94-84E6-86C9BF7E523F}" presName="thickLine" presStyleLbl="alignNode1" presStyleIdx="0" presStyleCnt="5"/>
      <dgm:spPr/>
    </dgm:pt>
    <dgm:pt modelId="{F8002802-E801-4AF1-9427-180334EF0EA3}" type="pres">
      <dgm:prSet presAssocID="{912AEF5E-E32E-4A94-84E6-86C9BF7E523F}" presName="horz1" presStyleCnt="0"/>
      <dgm:spPr/>
    </dgm:pt>
    <dgm:pt modelId="{C38B0A21-8EED-4D98-82AF-067E64C85155}" type="pres">
      <dgm:prSet presAssocID="{912AEF5E-E32E-4A94-84E6-86C9BF7E523F}" presName="tx1" presStyleLbl="revTx" presStyleIdx="0" presStyleCnt="5"/>
      <dgm:spPr/>
    </dgm:pt>
    <dgm:pt modelId="{CA8923E6-7B10-4A4A-BDDB-86F0EDA77F2E}" type="pres">
      <dgm:prSet presAssocID="{912AEF5E-E32E-4A94-84E6-86C9BF7E523F}" presName="vert1" presStyleCnt="0"/>
      <dgm:spPr/>
    </dgm:pt>
    <dgm:pt modelId="{9FF153EF-8488-46AD-AA7C-6F08EFC7A621}" type="pres">
      <dgm:prSet presAssocID="{1F04C0AC-C120-4B94-8769-8A5E3A7966E6}" presName="thickLine" presStyleLbl="alignNode1" presStyleIdx="1" presStyleCnt="5"/>
      <dgm:spPr/>
    </dgm:pt>
    <dgm:pt modelId="{7BBADD10-28C1-4E67-BE86-73600F00EC6D}" type="pres">
      <dgm:prSet presAssocID="{1F04C0AC-C120-4B94-8769-8A5E3A7966E6}" presName="horz1" presStyleCnt="0"/>
      <dgm:spPr/>
    </dgm:pt>
    <dgm:pt modelId="{66EBA427-DE9F-475B-A99F-E1ABD23E1E89}" type="pres">
      <dgm:prSet presAssocID="{1F04C0AC-C120-4B94-8769-8A5E3A7966E6}" presName="tx1" presStyleLbl="revTx" presStyleIdx="1" presStyleCnt="5"/>
      <dgm:spPr/>
    </dgm:pt>
    <dgm:pt modelId="{566FE6EC-DA23-4608-9D50-D63C5E99525C}" type="pres">
      <dgm:prSet presAssocID="{1F04C0AC-C120-4B94-8769-8A5E3A7966E6}" presName="vert1" presStyleCnt="0"/>
      <dgm:spPr/>
    </dgm:pt>
    <dgm:pt modelId="{A2CFC459-FF5A-468A-80DE-B80787D74295}" type="pres">
      <dgm:prSet presAssocID="{614C2AB5-F92F-4969-AD5E-16AC21286E24}" presName="thickLine" presStyleLbl="alignNode1" presStyleIdx="2" presStyleCnt="5"/>
      <dgm:spPr/>
    </dgm:pt>
    <dgm:pt modelId="{6AA72B3B-AA30-4706-91CD-FD740BA1E61B}" type="pres">
      <dgm:prSet presAssocID="{614C2AB5-F92F-4969-AD5E-16AC21286E24}" presName="horz1" presStyleCnt="0"/>
      <dgm:spPr/>
    </dgm:pt>
    <dgm:pt modelId="{AB99FEBC-7D3E-47EE-ACD9-0239ADFBE0A1}" type="pres">
      <dgm:prSet presAssocID="{614C2AB5-F92F-4969-AD5E-16AC21286E24}" presName="tx1" presStyleLbl="revTx" presStyleIdx="2" presStyleCnt="5"/>
      <dgm:spPr/>
    </dgm:pt>
    <dgm:pt modelId="{58176AFC-D117-48C9-ABF9-A77FBE40F94F}" type="pres">
      <dgm:prSet presAssocID="{614C2AB5-F92F-4969-AD5E-16AC21286E24}" presName="vert1" presStyleCnt="0"/>
      <dgm:spPr/>
    </dgm:pt>
    <dgm:pt modelId="{61DAF7C6-6DDF-4D66-AA4E-7601C9CA164B}" type="pres">
      <dgm:prSet presAssocID="{68D6FE26-AC7C-4759-87AF-37825708B6DB}" presName="thickLine" presStyleLbl="alignNode1" presStyleIdx="3" presStyleCnt="5"/>
      <dgm:spPr/>
    </dgm:pt>
    <dgm:pt modelId="{BD9642D6-A306-4AEE-BCD9-18E77F044BE4}" type="pres">
      <dgm:prSet presAssocID="{68D6FE26-AC7C-4759-87AF-37825708B6DB}" presName="horz1" presStyleCnt="0"/>
      <dgm:spPr/>
    </dgm:pt>
    <dgm:pt modelId="{853ACFED-A46A-4691-9862-B41819933E9A}" type="pres">
      <dgm:prSet presAssocID="{68D6FE26-AC7C-4759-87AF-37825708B6DB}" presName="tx1" presStyleLbl="revTx" presStyleIdx="3" presStyleCnt="5"/>
      <dgm:spPr/>
    </dgm:pt>
    <dgm:pt modelId="{734AD097-36C5-45D6-AE7B-2B728FCA35B3}" type="pres">
      <dgm:prSet presAssocID="{68D6FE26-AC7C-4759-87AF-37825708B6DB}" presName="vert1" presStyleCnt="0"/>
      <dgm:spPr/>
    </dgm:pt>
    <dgm:pt modelId="{9DFE0EAF-6125-4ECA-944C-0978983A42D6}" type="pres">
      <dgm:prSet presAssocID="{4F23F4F6-250D-499E-8819-5C2770FF509C}" presName="thickLine" presStyleLbl="alignNode1" presStyleIdx="4" presStyleCnt="5"/>
      <dgm:spPr/>
    </dgm:pt>
    <dgm:pt modelId="{3D7339B1-D564-4FC6-B519-FD8D53397777}" type="pres">
      <dgm:prSet presAssocID="{4F23F4F6-250D-499E-8819-5C2770FF509C}" presName="horz1" presStyleCnt="0"/>
      <dgm:spPr/>
    </dgm:pt>
    <dgm:pt modelId="{9F4D6576-0032-4431-A682-E02C9A0A4081}" type="pres">
      <dgm:prSet presAssocID="{4F23F4F6-250D-499E-8819-5C2770FF509C}" presName="tx1" presStyleLbl="revTx" presStyleIdx="4" presStyleCnt="5"/>
      <dgm:spPr/>
    </dgm:pt>
    <dgm:pt modelId="{1C05A9F7-3F67-4BA1-9A85-8C6E6ED0649F}" type="pres">
      <dgm:prSet presAssocID="{4F23F4F6-250D-499E-8819-5C2770FF509C}" presName="vert1" presStyleCnt="0"/>
      <dgm:spPr/>
    </dgm:pt>
  </dgm:ptLst>
  <dgm:cxnLst>
    <dgm:cxn modelId="{D486BD04-19C6-4E18-AE0F-D6F572ACF4DE}" type="presOf" srcId="{1F04C0AC-C120-4B94-8769-8A5E3A7966E6}" destId="{66EBA427-DE9F-475B-A99F-E1ABD23E1E89}" srcOrd="0" destOrd="0" presId="urn:microsoft.com/office/officeart/2008/layout/LinedList"/>
    <dgm:cxn modelId="{D7D0F104-D3A1-4EF8-9846-046F46B4ED92}" type="presOf" srcId="{912AEF5E-E32E-4A94-84E6-86C9BF7E523F}" destId="{C38B0A21-8EED-4D98-82AF-067E64C85155}" srcOrd="0" destOrd="0" presId="urn:microsoft.com/office/officeart/2008/layout/LinedList"/>
    <dgm:cxn modelId="{A3B6310C-97D0-46ED-99D0-4FD924E821B7}" type="presOf" srcId="{E2123C01-73B0-42E9-8618-5240CBC2BE33}" destId="{E688DC5D-C17B-41E8-8AE3-47C978847599}" srcOrd="0" destOrd="0" presId="urn:microsoft.com/office/officeart/2008/layout/LinedList"/>
    <dgm:cxn modelId="{5015152F-D382-4E28-AFC8-08199C6AE161}" type="presOf" srcId="{4F23F4F6-250D-499E-8819-5C2770FF509C}" destId="{9F4D6576-0032-4431-A682-E02C9A0A4081}" srcOrd="0" destOrd="0" presId="urn:microsoft.com/office/officeart/2008/layout/LinedList"/>
    <dgm:cxn modelId="{B5DF6D7D-95A2-43CC-AA8B-B5630A085B5C}" srcId="{E2123C01-73B0-42E9-8618-5240CBC2BE33}" destId="{4F23F4F6-250D-499E-8819-5C2770FF509C}" srcOrd="4" destOrd="0" parTransId="{3887D41D-AA29-430A-9E0A-F5F0AFC3E093}" sibTransId="{42864654-D56F-41ED-9BE5-AEB40DE2D3AC}"/>
    <dgm:cxn modelId="{D38C8F90-CF17-49D9-A91A-23B63466CAB6}" srcId="{E2123C01-73B0-42E9-8618-5240CBC2BE33}" destId="{68D6FE26-AC7C-4759-87AF-37825708B6DB}" srcOrd="3" destOrd="0" parTransId="{81826030-80BC-4A65-8753-53A4DE808B36}" sibTransId="{9DD7F4BD-662C-47BE-B635-8367E4583BAA}"/>
    <dgm:cxn modelId="{1450A69F-5B32-4669-99FC-E104AB5AA51C}" type="presOf" srcId="{68D6FE26-AC7C-4759-87AF-37825708B6DB}" destId="{853ACFED-A46A-4691-9862-B41819933E9A}" srcOrd="0" destOrd="0" presId="urn:microsoft.com/office/officeart/2008/layout/LinedList"/>
    <dgm:cxn modelId="{8EBB35AB-36CF-4476-B822-BA0F3F514447}" srcId="{E2123C01-73B0-42E9-8618-5240CBC2BE33}" destId="{1F04C0AC-C120-4B94-8769-8A5E3A7966E6}" srcOrd="1" destOrd="0" parTransId="{CF2D2D0C-B39E-4B2F-9690-31CEEA062899}" sibTransId="{61638E02-FFF6-42A2-A274-8631F98EB3AF}"/>
    <dgm:cxn modelId="{99D3EFD6-7CE6-44E3-86A2-A9D97583298C}" srcId="{E2123C01-73B0-42E9-8618-5240CBC2BE33}" destId="{912AEF5E-E32E-4A94-84E6-86C9BF7E523F}" srcOrd="0" destOrd="0" parTransId="{4F45C5DA-8EF3-497A-931B-75351878A3B0}" sibTransId="{9D8F050D-EB95-4A17-A5CA-B8B04F0A245D}"/>
    <dgm:cxn modelId="{1DA920E4-2A75-4A6A-895E-1A9EE34E67CD}" srcId="{E2123C01-73B0-42E9-8618-5240CBC2BE33}" destId="{614C2AB5-F92F-4969-AD5E-16AC21286E24}" srcOrd="2" destOrd="0" parTransId="{3904C51C-6AC4-4160-86AE-810E578A9E4F}" sibTransId="{7A1C20AE-9EFD-4288-B26E-8983E18C3401}"/>
    <dgm:cxn modelId="{C309F8F3-4532-4C29-9100-61BACD467C6C}" type="presOf" srcId="{614C2AB5-F92F-4969-AD5E-16AC21286E24}" destId="{AB99FEBC-7D3E-47EE-ACD9-0239ADFBE0A1}" srcOrd="0" destOrd="0" presId="urn:microsoft.com/office/officeart/2008/layout/LinedList"/>
    <dgm:cxn modelId="{9148EF07-95A3-4BA5-8F55-5832A0E10BDF}" type="presParOf" srcId="{E688DC5D-C17B-41E8-8AE3-47C978847599}" destId="{BDB7A09A-6EBA-4077-84B1-3C5399BD4793}" srcOrd="0" destOrd="0" presId="urn:microsoft.com/office/officeart/2008/layout/LinedList"/>
    <dgm:cxn modelId="{1341D424-E601-4AA3-A190-AA917C3DC205}" type="presParOf" srcId="{E688DC5D-C17B-41E8-8AE3-47C978847599}" destId="{F8002802-E801-4AF1-9427-180334EF0EA3}" srcOrd="1" destOrd="0" presId="urn:microsoft.com/office/officeart/2008/layout/LinedList"/>
    <dgm:cxn modelId="{89BE0DCE-3E2C-4A64-98E0-C6C78C6FE348}" type="presParOf" srcId="{F8002802-E801-4AF1-9427-180334EF0EA3}" destId="{C38B0A21-8EED-4D98-82AF-067E64C85155}" srcOrd="0" destOrd="0" presId="urn:microsoft.com/office/officeart/2008/layout/LinedList"/>
    <dgm:cxn modelId="{6C229564-8FA3-40BD-9E20-BEB2B66266BC}" type="presParOf" srcId="{F8002802-E801-4AF1-9427-180334EF0EA3}" destId="{CA8923E6-7B10-4A4A-BDDB-86F0EDA77F2E}" srcOrd="1" destOrd="0" presId="urn:microsoft.com/office/officeart/2008/layout/LinedList"/>
    <dgm:cxn modelId="{8D204A52-84E3-4D59-B460-E5973CC46082}" type="presParOf" srcId="{E688DC5D-C17B-41E8-8AE3-47C978847599}" destId="{9FF153EF-8488-46AD-AA7C-6F08EFC7A621}" srcOrd="2" destOrd="0" presId="urn:microsoft.com/office/officeart/2008/layout/LinedList"/>
    <dgm:cxn modelId="{91654117-1B38-44A6-83E6-65779E70AD7C}" type="presParOf" srcId="{E688DC5D-C17B-41E8-8AE3-47C978847599}" destId="{7BBADD10-28C1-4E67-BE86-73600F00EC6D}" srcOrd="3" destOrd="0" presId="urn:microsoft.com/office/officeart/2008/layout/LinedList"/>
    <dgm:cxn modelId="{805EB436-7BAC-4D96-979B-D7A3BE6C1651}" type="presParOf" srcId="{7BBADD10-28C1-4E67-BE86-73600F00EC6D}" destId="{66EBA427-DE9F-475B-A99F-E1ABD23E1E89}" srcOrd="0" destOrd="0" presId="urn:microsoft.com/office/officeart/2008/layout/LinedList"/>
    <dgm:cxn modelId="{6BF890CC-B239-49B5-AA61-512D6702B763}" type="presParOf" srcId="{7BBADD10-28C1-4E67-BE86-73600F00EC6D}" destId="{566FE6EC-DA23-4608-9D50-D63C5E99525C}" srcOrd="1" destOrd="0" presId="urn:microsoft.com/office/officeart/2008/layout/LinedList"/>
    <dgm:cxn modelId="{FFF0B658-EFC4-4195-8421-74F84FD1EB8C}" type="presParOf" srcId="{E688DC5D-C17B-41E8-8AE3-47C978847599}" destId="{A2CFC459-FF5A-468A-80DE-B80787D74295}" srcOrd="4" destOrd="0" presId="urn:microsoft.com/office/officeart/2008/layout/LinedList"/>
    <dgm:cxn modelId="{72CE23CD-3735-40E3-8BE1-F8D770D02B9A}" type="presParOf" srcId="{E688DC5D-C17B-41E8-8AE3-47C978847599}" destId="{6AA72B3B-AA30-4706-91CD-FD740BA1E61B}" srcOrd="5" destOrd="0" presId="urn:microsoft.com/office/officeart/2008/layout/LinedList"/>
    <dgm:cxn modelId="{F700D009-9B26-4716-B1FF-BEAAC06B9CD8}" type="presParOf" srcId="{6AA72B3B-AA30-4706-91CD-FD740BA1E61B}" destId="{AB99FEBC-7D3E-47EE-ACD9-0239ADFBE0A1}" srcOrd="0" destOrd="0" presId="urn:microsoft.com/office/officeart/2008/layout/LinedList"/>
    <dgm:cxn modelId="{9F8A2F78-E613-4B12-AEFE-286B4527D270}" type="presParOf" srcId="{6AA72B3B-AA30-4706-91CD-FD740BA1E61B}" destId="{58176AFC-D117-48C9-ABF9-A77FBE40F94F}" srcOrd="1" destOrd="0" presId="urn:microsoft.com/office/officeart/2008/layout/LinedList"/>
    <dgm:cxn modelId="{64640ECF-709F-4697-800B-2228EB687ED2}" type="presParOf" srcId="{E688DC5D-C17B-41E8-8AE3-47C978847599}" destId="{61DAF7C6-6DDF-4D66-AA4E-7601C9CA164B}" srcOrd="6" destOrd="0" presId="urn:microsoft.com/office/officeart/2008/layout/LinedList"/>
    <dgm:cxn modelId="{E16FA79B-F443-4F0E-B2CC-568F7C25BDFF}" type="presParOf" srcId="{E688DC5D-C17B-41E8-8AE3-47C978847599}" destId="{BD9642D6-A306-4AEE-BCD9-18E77F044BE4}" srcOrd="7" destOrd="0" presId="urn:microsoft.com/office/officeart/2008/layout/LinedList"/>
    <dgm:cxn modelId="{08B3ABDA-98EB-4CFF-8F83-F0A60F2CF939}" type="presParOf" srcId="{BD9642D6-A306-4AEE-BCD9-18E77F044BE4}" destId="{853ACFED-A46A-4691-9862-B41819933E9A}" srcOrd="0" destOrd="0" presId="urn:microsoft.com/office/officeart/2008/layout/LinedList"/>
    <dgm:cxn modelId="{B8BDBD66-C125-4CCD-8EDD-9074102D793F}" type="presParOf" srcId="{BD9642D6-A306-4AEE-BCD9-18E77F044BE4}" destId="{734AD097-36C5-45D6-AE7B-2B728FCA35B3}" srcOrd="1" destOrd="0" presId="urn:microsoft.com/office/officeart/2008/layout/LinedList"/>
    <dgm:cxn modelId="{BC454852-2BDD-4397-84B6-D11AF7906131}" type="presParOf" srcId="{E688DC5D-C17B-41E8-8AE3-47C978847599}" destId="{9DFE0EAF-6125-4ECA-944C-0978983A42D6}" srcOrd="8" destOrd="0" presId="urn:microsoft.com/office/officeart/2008/layout/LinedList"/>
    <dgm:cxn modelId="{9FBF3324-70F5-4113-8BC5-3E9C949A4BBB}" type="presParOf" srcId="{E688DC5D-C17B-41E8-8AE3-47C978847599}" destId="{3D7339B1-D564-4FC6-B519-FD8D53397777}" srcOrd="9" destOrd="0" presId="urn:microsoft.com/office/officeart/2008/layout/LinedList"/>
    <dgm:cxn modelId="{3527D1CB-088C-476C-9B5D-83067515A1F8}" type="presParOf" srcId="{3D7339B1-D564-4FC6-B519-FD8D53397777}" destId="{9F4D6576-0032-4431-A682-E02C9A0A4081}" srcOrd="0" destOrd="0" presId="urn:microsoft.com/office/officeart/2008/layout/LinedList"/>
    <dgm:cxn modelId="{D98ACC15-80D9-4A1B-A2C9-593FF77C2AB9}" type="presParOf" srcId="{3D7339B1-D564-4FC6-B519-FD8D53397777}" destId="{1C05A9F7-3F67-4BA1-9A85-8C6E6ED064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62D033E-899C-4BB2-ABC2-A4918D17B31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EFD66D6-8EB7-4FFB-B437-867D28D92D15}">
      <dgm:prSet/>
      <dgm:spPr/>
      <dgm:t>
        <a:bodyPr/>
        <a:lstStyle/>
        <a:p>
          <a:r>
            <a:rPr lang="es-ES" b="0" i="0"/>
            <a:t>Considera toda la población en edad de trabajar</a:t>
          </a:r>
          <a:endParaRPr lang="en-US"/>
        </a:p>
      </dgm:t>
    </dgm:pt>
    <dgm:pt modelId="{FAE2583C-F6C5-42FF-A655-57CA9F6347D5}" type="parTrans" cxnId="{D9C038B6-4981-4915-B817-C52B3D58A0D0}">
      <dgm:prSet/>
      <dgm:spPr/>
      <dgm:t>
        <a:bodyPr/>
        <a:lstStyle/>
        <a:p>
          <a:endParaRPr lang="en-US"/>
        </a:p>
      </dgm:t>
    </dgm:pt>
    <dgm:pt modelId="{86EFC3C9-8D86-45EF-A503-83E3E00B4D0D}" type="sibTrans" cxnId="{D9C038B6-4981-4915-B817-C52B3D58A0D0}">
      <dgm:prSet/>
      <dgm:spPr/>
      <dgm:t>
        <a:bodyPr/>
        <a:lstStyle/>
        <a:p>
          <a:endParaRPr lang="en-US"/>
        </a:p>
      </dgm:t>
    </dgm:pt>
    <dgm:pt modelId="{627E90E4-A89B-46C7-9507-7782B3CD5841}">
      <dgm:prSet/>
      <dgm:spPr/>
      <dgm:t>
        <a:bodyPr/>
        <a:lstStyle/>
        <a:p>
          <a:r>
            <a:rPr lang="es-ES" b="0" i="0"/>
            <a:t>Refleja cambios en la participación laboral</a:t>
          </a:r>
          <a:endParaRPr lang="en-US"/>
        </a:p>
      </dgm:t>
    </dgm:pt>
    <dgm:pt modelId="{721FB56D-33D8-4412-9698-1C32313F0A62}" type="parTrans" cxnId="{5BE27FA5-F4C2-466B-A8F5-CD4AC5323CC0}">
      <dgm:prSet/>
      <dgm:spPr/>
      <dgm:t>
        <a:bodyPr/>
        <a:lstStyle/>
        <a:p>
          <a:endParaRPr lang="en-US"/>
        </a:p>
      </dgm:t>
    </dgm:pt>
    <dgm:pt modelId="{F6778873-7D9B-47D9-BB3B-4CE682C64DA5}" type="sibTrans" cxnId="{5BE27FA5-F4C2-466B-A8F5-CD4AC5323CC0}">
      <dgm:prSet/>
      <dgm:spPr/>
      <dgm:t>
        <a:bodyPr/>
        <a:lstStyle/>
        <a:p>
          <a:endParaRPr lang="en-US"/>
        </a:p>
      </dgm:t>
    </dgm:pt>
    <dgm:pt modelId="{806EF8AA-8F93-4021-A453-AE142EE68FCC}">
      <dgm:prSet/>
      <dgm:spPr/>
      <dgm:t>
        <a:bodyPr/>
        <a:lstStyle/>
        <a:p>
          <a:r>
            <a:rPr lang="es-ES" b="0" i="0"/>
            <a:t>Detecta el fenómeno de 'trabajadores desanimados'</a:t>
          </a:r>
          <a:endParaRPr lang="en-US"/>
        </a:p>
      </dgm:t>
    </dgm:pt>
    <dgm:pt modelId="{6811702F-54DC-45F8-932E-FD377C64424E}" type="parTrans" cxnId="{EFB42F2F-D574-492D-B401-0E056F44D753}">
      <dgm:prSet/>
      <dgm:spPr/>
      <dgm:t>
        <a:bodyPr/>
        <a:lstStyle/>
        <a:p>
          <a:endParaRPr lang="en-US"/>
        </a:p>
      </dgm:t>
    </dgm:pt>
    <dgm:pt modelId="{60DDFE8A-46A4-421A-9174-E07F72FCA826}" type="sibTrans" cxnId="{EFB42F2F-D574-492D-B401-0E056F44D753}">
      <dgm:prSet/>
      <dgm:spPr/>
      <dgm:t>
        <a:bodyPr/>
        <a:lstStyle/>
        <a:p>
          <a:endParaRPr lang="en-US"/>
        </a:p>
      </dgm:t>
    </dgm:pt>
    <dgm:pt modelId="{85E5F13F-3A9B-4318-8EE6-DBC96E7F98B5}">
      <dgm:prSet/>
      <dgm:spPr/>
      <dgm:t>
        <a:bodyPr/>
        <a:lstStyle/>
        <a:p>
          <a:r>
            <a:rPr lang="es-ES" b="0" i="0"/>
            <a:t>Facilita comparaciones internacionales</a:t>
          </a:r>
          <a:endParaRPr lang="en-US"/>
        </a:p>
      </dgm:t>
    </dgm:pt>
    <dgm:pt modelId="{7B4F4BC9-771C-4090-80DA-D6CA0E3A6000}" type="parTrans" cxnId="{565FF5C3-7F4A-43BB-A6C6-5E17F4DDB741}">
      <dgm:prSet/>
      <dgm:spPr/>
      <dgm:t>
        <a:bodyPr/>
        <a:lstStyle/>
        <a:p>
          <a:endParaRPr lang="en-US"/>
        </a:p>
      </dgm:t>
    </dgm:pt>
    <dgm:pt modelId="{B7ADD04E-99EC-42ED-AAA2-2B8F28AE63AD}" type="sibTrans" cxnId="{565FF5C3-7F4A-43BB-A6C6-5E17F4DDB741}">
      <dgm:prSet/>
      <dgm:spPr/>
      <dgm:t>
        <a:bodyPr/>
        <a:lstStyle/>
        <a:p>
          <a:endParaRPr lang="en-US"/>
        </a:p>
      </dgm:t>
    </dgm:pt>
    <dgm:pt modelId="{24C7632A-B592-4DA2-ACCA-CCC50D1DC9EA}">
      <dgm:prSet/>
      <dgm:spPr/>
      <dgm:t>
        <a:bodyPr/>
        <a:lstStyle/>
        <a:p>
          <a:r>
            <a:rPr lang="es-ES" b="0" i="0"/>
            <a:t>Es un indicador más estable a largo plazo</a:t>
          </a:r>
          <a:endParaRPr lang="en-US"/>
        </a:p>
      </dgm:t>
    </dgm:pt>
    <dgm:pt modelId="{08A1C2B5-5A5B-4480-8C7B-1F95FF4042D8}" type="parTrans" cxnId="{61859B59-EFE8-485F-B7E5-ADCF5860D47A}">
      <dgm:prSet/>
      <dgm:spPr/>
      <dgm:t>
        <a:bodyPr/>
        <a:lstStyle/>
        <a:p>
          <a:endParaRPr lang="en-US"/>
        </a:p>
      </dgm:t>
    </dgm:pt>
    <dgm:pt modelId="{FF9856CF-F41D-4FC9-BE13-1EBABC145B64}" type="sibTrans" cxnId="{61859B59-EFE8-485F-B7E5-ADCF5860D47A}">
      <dgm:prSet/>
      <dgm:spPr/>
      <dgm:t>
        <a:bodyPr/>
        <a:lstStyle/>
        <a:p>
          <a:endParaRPr lang="en-US"/>
        </a:p>
      </dgm:t>
    </dgm:pt>
    <dgm:pt modelId="{2645E201-F855-41BE-94C9-905A559F469F}">
      <dgm:prSet/>
      <dgm:spPr/>
      <dgm:t>
        <a:bodyPr/>
        <a:lstStyle/>
        <a:p>
          <a:r>
            <a:rPr lang="es-ES" b="0" i="0"/>
            <a:t>Refleja mejor la capacidad de generar empleo de una economía</a:t>
          </a:r>
          <a:endParaRPr lang="en-US"/>
        </a:p>
      </dgm:t>
    </dgm:pt>
    <dgm:pt modelId="{40FBFAC5-1D98-48C7-BF3D-FDD18D9B5A8B}" type="parTrans" cxnId="{83C2AADC-AD6D-45B5-9512-A0C02062DD60}">
      <dgm:prSet/>
      <dgm:spPr/>
      <dgm:t>
        <a:bodyPr/>
        <a:lstStyle/>
        <a:p>
          <a:endParaRPr lang="en-US"/>
        </a:p>
      </dgm:t>
    </dgm:pt>
    <dgm:pt modelId="{3335BC7F-BCBC-4F7F-B614-729ACEFA9905}" type="sibTrans" cxnId="{83C2AADC-AD6D-45B5-9512-A0C02062DD60}">
      <dgm:prSet/>
      <dgm:spPr/>
      <dgm:t>
        <a:bodyPr/>
        <a:lstStyle/>
        <a:p>
          <a:endParaRPr lang="en-US"/>
        </a:p>
      </dgm:t>
    </dgm:pt>
    <dgm:pt modelId="{485DBA61-FD84-44D7-ADC3-9BFF249FC626}" type="pres">
      <dgm:prSet presAssocID="{162D033E-899C-4BB2-ABC2-A4918D17B317}" presName="linear" presStyleCnt="0">
        <dgm:presLayoutVars>
          <dgm:animLvl val="lvl"/>
          <dgm:resizeHandles val="exact"/>
        </dgm:presLayoutVars>
      </dgm:prSet>
      <dgm:spPr/>
    </dgm:pt>
    <dgm:pt modelId="{EBF7EFE2-EBA1-4835-8400-8E025B8956AE}" type="pres">
      <dgm:prSet presAssocID="{8EFD66D6-8EB7-4FFB-B437-867D28D92D1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B029083-C77C-4866-9FD3-A4B7AC0FA2ED}" type="pres">
      <dgm:prSet presAssocID="{86EFC3C9-8D86-45EF-A503-83E3E00B4D0D}" presName="spacer" presStyleCnt="0"/>
      <dgm:spPr/>
    </dgm:pt>
    <dgm:pt modelId="{40648F1D-AEB8-48E3-B437-A88FF33D37A4}" type="pres">
      <dgm:prSet presAssocID="{627E90E4-A89B-46C7-9507-7782B3CD584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CDA34DE-297C-4894-B9AD-1CB67F4C0873}" type="pres">
      <dgm:prSet presAssocID="{F6778873-7D9B-47D9-BB3B-4CE682C64DA5}" presName="spacer" presStyleCnt="0"/>
      <dgm:spPr/>
    </dgm:pt>
    <dgm:pt modelId="{F68AED35-E7E1-42EB-8F0E-30AC10C584BB}" type="pres">
      <dgm:prSet presAssocID="{806EF8AA-8F93-4021-A453-AE142EE68FC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47F9AEE-56F7-4B0A-8FD4-D0A8BFBE3EAA}" type="pres">
      <dgm:prSet presAssocID="{60DDFE8A-46A4-421A-9174-E07F72FCA826}" presName="spacer" presStyleCnt="0"/>
      <dgm:spPr/>
    </dgm:pt>
    <dgm:pt modelId="{BAA0D1E5-61E1-4321-9D76-F1B66B3B34F9}" type="pres">
      <dgm:prSet presAssocID="{85E5F13F-3A9B-4318-8EE6-DBC96E7F98B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82BC0E5-611C-4221-B3A6-A1285AA217BF}" type="pres">
      <dgm:prSet presAssocID="{B7ADD04E-99EC-42ED-AAA2-2B8F28AE63AD}" presName="spacer" presStyleCnt="0"/>
      <dgm:spPr/>
    </dgm:pt>
    <dgm:pt modelId="{3C61D9CE-88DC-44B6-81D9-0CA50DA6085A}" type="pres">
      <dgm:prSet presAssocID="{24C7632A-B592-4DA2-ACCA-CCC50D1DC9E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186A4F0-683C-46C5-861A-3D86214E40FD}" type="pres">
      <dgm:prSet presAssocID="{FF9856CF-F41D-4FC9-BE13-1EBABC145B64}" presName="spacer" presStyleCnt="0"/>
      <dgm:spPr/>
    </dgm:pt>
    <dgm:pt modelId="{CD66C9EF-CCA8-4DD8-9B2F-9B427AE4AE0F}" type="pres">
      <dgm:prSet presAssocID="{2645E201-F855-41BE-94C9-905A559F469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F24F407-6B5D-44D1-A043-893D8946C125}" type="presOf" srcId="{162D033E-899C-4BB2-ABC2-A4918D17B317}" destId="{485DBA61-FD84-44D7-ADC3-9BFF249FC626}" srcOrd="0" destOrd="0" presId="urn:microsoft.com/office/officeart/2005/8/layout/vList2"/>
    <dgm:cxn modelId="{EFB42F2F-D574-492D-B401-0E056F44D753}" srcId="{162D033E-899C-4BB2-ABC2-A4918D17B317}" destId="{806EF8AA-8F93-4021-A453-AE142EE68FCC}" srcOrd="2" destOrd="0" parTransId="{6811702F-54DC-45F8-932E-FD377C64424E}" sibTransId="{60DDFE8A-46A4-421A-9174-E07F72FCA826}"/>
    <dgm:cxn modelId="{8B99B343-D3C1-432E-8F98-FA259EFA532F}" type="presOf" srcId="{24C7632A-B592-4DA2-ACCA-CCC50D1DC9EA}" destId="{3C61D9CE-88DC-44B6-81D9-0CA50DA6085A}" srcOrd="0" destOrd="0" presId="urn:microsoft.com/office/officeart/2005/8/layout/vList2"/>
    <dgm:cxn modelId="{9AAB404C-AB08-400D-8117-1EA65FF9BE62}" type="presOf" srcId="{2645E201-F855-41BE-94C9-905A559F469F}" destId="{CD66C9EF-CCA8-4DD8-9B2F-9B427AE4AE0F}" srcOrd="0" destOrd="0" presId="urn:microsoft.com/office/officeart/2005/8/layout/vList2"/>
    <dgm:cxn modelId="{7D29A14E-9DAE-43D1-AFF4-629E53783049}" type="presOf" srcId="{627E90E4-A89B-46C7-9507-7782B3CD5841}" destId="{40648F1D-AEB8-48E3-B437-A88FF33D37A4}" srcOrd="0" destOrd="0" presId="urn:microsoft.com/office/officeart/2005/8/layout/vList2"/>
    <dgm:cxn modelId="{E25A3071-7889-44AB-8A46-CBE33DD07AAE}" type="presOf" srcId="{806EF8AA-8F93-4021-A453-AE142EE68FCC}" destId="{F68AED35-E7E1-42EB-8F0E-30AC10C584BB}" srcOrd="0" destOrd="0" presId="urn:microsoft.com/office/officeart/2005/8/layout/vList2"/>
    <dgm:cxn modelId="{61859B59-EFE8-485F-B7E5-ADCF5860D47A}" srcId="{162D033E-899C-4BB2-ABC2-A4918D17B317}" destId="{24C7632A-B592-4DA2-ACCA-CCC50D1DC9EA}" srcOrd="4" destOrd="0" parTransId="{08A1C2B5-5A5B-4480-8C7B-1F95FF4042D8}" sibTransId="{FF9856CF-F41D-4FC9-BE13-1EBABC145B64}"/>
    <dgm:cxn modelId="{F579078B-738E-4E4A-8EDE-84FE69F7290E}" type="presOf" srcId="{8EFD66D6-8EB7-4FFB-B437-867D28D92D15}" destId="{EBF7EFE2-EBA1-4835-8400-8E025B8956AE}" srcOrd="0" destOrd="0" presId="urn:microsoft.com/office/officeart/2005/8/layout/vList2"/>
    <dgm:cxn modelId="{5BE27FA5-F4C2-466B-A8F5-CD4AC5323CC0}" srcId="{162D033E-899C-4BB2-ABC2-A4918D17B317}" destId="{627E90E4-A89B-46C7-9507-7782B3CD5841}" srcOrd="1" destOrd="0" parTransId="{721FB56D-33D8-4412-9698-1C32313F0A62}" sibTransId="{F6778873-7D9B-47D9-BB3B-4CE682C64DA5}"/>
    <dgm:cxn modelId="{D9C038B6-4981-4915-B817-C52B3D58A0D0}" srcId="{162D033E-899C-4BB2-ABC2-A4918D17B317}" destId="{8EFD66D6-8EB7-4FFB-B437-867D28D92D15}" srcOrd="0" destOrd="0" parTransId="{FAE2583C-F6C5-42FF-A655-57CA9F6347D5}" sibTransId="{86EFC3C9-8D86-45EF-A503-83E3E00B4D0D}"/>
    <dgm:cxn modelId="{565FF5C3-7F4A-43BB-A6C6-5E17F4DDB741}" srcId="{162D033E-899C-4BB2-ABC2-A4918D17B317}" destId="{85E5F13F-3A9B-4318-8EE6-DBC96E7F98B5}" srcOrd="3" destOrd="0" parTransId="{7B4F4BC9-771C-4090-80DA-D6CA0E3A6000}" sibTransId="{B7ADD04E-99EC-42ED-AAA2-2B8F28AE63AD}"/>
    <dgm:cxn modelId="{83C2AADC-AD6D-45B5-9512-A0C02062DD60}" srcId="{162D033E-899C-4BB2-ABC2-A4918D17B317}" destId="{2645E201-F855-41BE-94C9-905A559F469F}" srcOrd="5" destOrd="0" parTransId="{40FBFAC5-1D98-48C7-BF3D-FDD18D9B5A8B}" sibTransId="{3335BC7F-BCBC-4F7F-B614-729ACEFA9905}"/>
    <dgm:cxn modelId="{341740FC-5959-44CA-A091-04F9C39AA0A1}" type="presOf" srcId="{85E5F13F-3A9B-4318-8EE6-DBC96E7F98B5}" destId="{BAA0D1E5-61E1-4321-9D76-F1B66B3B34F9}" srcOrd="0" destOrd="0" presId="urn:microsoft.com/office/officeart/2005/8/layout/vList2"/>
    <dgm:cxn modelId="{B624FAF5-7D04-4908-AC69-178304DFE671}" type="presParOf" srcId="{485DBA61-FD84-44D7-ADC3-9BFF249FC626}" destId="{EBF7EFE2-EBA1-4835-8400-8E025B8956AE}" srcOrd="0" destOrd="0" presId="urn:microsoft.com/office/officeart/2005/8/layout/vList2"/>
    <dgm:cxn modelId="{B3682CD9-87CB-4AFD-B6C3-0EC76E2F2DC3}" type="presParOf" srcId="{485DBA61-FD84-44D7-ADC3-9BFF249FC626}" destId="{BB029083-C77C-4866-9FD3-A4B7AC0FA2ED}" srcOrd="1" destOrd="0" presId="urn:microsoft.com/office/officeart/2005/8/layout/vList2"/>
    <dgm:cxn modelId="{6BDD3321-6DEA-49A4-8C92-AC78C3B1E3B1}" type="presParOf" srcId="{485DBA61-FD84-44D7-ADC3-9BFF249FC626}" destId="{40648F1D-AEB8-48E3-B437-A88FF33D37A4}" srcOrd="2" destOrd="0" presId="urn:microsoft.com/office/officeart/2005/8/layout/vList2"/>
    <dgm:cxn modelId="{0846FDCE-F61B-42A4-AD86-CFF5234FE6E0}" type="presParOf" srcId="{485DBA61-FD84-44D7-ADC3-9BFF249FC626}" destId="{BCDA34DE-297C-4894-B9AD-1CB67F4C0873}" srcOrd="3" destOrd="0" presId="urn:microsoft.com/office/officeart/2005/8/layout/vList2"/>
    <dgm:cxn modelId="{CAF518F9-525A-47B3-9C8C-FE4955BA7815}" type="presParOf" srcId="{485DBA61-FD84-44D7-ADC3-9BFF249FC626}" destId="{F68AED35-E7E1-42EB-8F0E-30AC10C584BB}" srcOrd="4" destOrd="0" presId="urn:microsoft.com/office/officeart/2005/8/layout/vList2"/>
    <dgm:cxn modelId="{7CE50905-4CA3-4583-ADF2-DCBC8B59149A}" type="presParOf" srcId="{485DBA61-FD84-44D7-ADC3-9BFF249FC626}" destId="{047F9AEE-56F7-4B0A-8FD4-D0A8BFBE3EAA}" srcOrd="5" destOrd="0" presId="urn:microsoft.com/office/officeart/2005/8/layout/vList2"/>
    <dgm:cxn modelId="{D692FCD7-F4BC-4430-82F7-BCDE9977B87A}" type="presParOf" srcId="{485DBA61-FD84-44D7-ADC3-9BFF249FC626}" destId="{BAA0D1E5-61E1-4321-9D76-F1B66B3B34F9}" srcOrd="6" destOrd="0" presId="urn:microsoft.com/office/officeart/2005/8/layout/vList2"/>
    <dgm:cxn modelId="{AC55E7AE-650E-482D-84BC-640ECD173C8B}" type="presParOf" srcId="{485DBA61-FD84-44D7-ADC3-9BFF249FC626}" destId="{382BC0E5-611C-4221-B3A6-A1285AA217BF}" srcOrd="7" destOrd="0" presId="urn:microsoft.com/office/officeart/2005/8/layout/vList2"/>
    <dgm:cxn modelId="{05176673-FCD9-4866-9D38-ED6F438B9ACA}" type="presParOf" srcId="{485DBA61-FD84-44D7-ADC3-9BFF249FC626}" destId="{3C61D9CE-88DC-44B6-81D9-0CA50DA6085A}" srcOrd="8" destOrd="0" presId="urn:microsoft.com/office/officeart/2005/8/layout/vList2"/>
    <dgm:cxn modelId="{B373F784-3E47-4E10-BACC-7FCED4D74553}" type="presParOf" srcId="{485DBA61-FD84-44D7-ADC3-9BFF249FC626}" destId="{B186A4F0-683C-46C5-861A-3D86214E40FD}" srcOrd="9" destOrd="0" presId="urn:microsoft.com/office/officeart/2005/8/layout/vList2"/>
    <dgm:cxn modelId="{D270700A-8FB4-4AD0-BBA2-8D4CA9FA083B}" type="presParOf" srcId="{485DBA61-FD84-44D7-ADC3-9BFF249FC626}" destId="{CD66C9EF-CCA8-4DD8-9B2F-9B427AE4AE0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74B20C-C4E5-43C5-9872-4FA9FAE65611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421458-7E65-4688-9A9E-49847DD17B54}">
      <dgm:prSet/>
      <dgm:spPr/>
      <dgm:t>
        <a:bodyPr/>
        <a:lstStyle/>
        <a:p>
          <a:r>
            <a:rPr lang="es-ES" b="0" i="0"/>
            <a:t>No captura el subempleo</a:t>
          </a:r>
          <a:endParaRPr lang="en-US"/>
        </a:p>
      </dgm:t>
    </dgm:pt>
    <dgm:pt modelId="{CF1F306F-2DF3-432C-829B-8D893C0BFE16}" type="parTrans" cxnId="{F80B9E1C-9AB0-44A2-B533-9654EE3E6D77}">
      <dgm:prSet/>
      <dgm:spPr/>
      <dgm:t>
        <a:bodyPr/>
        <a:lstStyle/>
        <a:p>
          <a:endParaRPr lang="en-US"/>
        </a:p>
      </dgm:t>
    </dgm:pt>
    <dgm:pt modelId="{E79C290D-3F0F-4B2E-8E7A-F7F2FA430613}" type="sibTrans" cxnId="{F80B9E1C-9AB0-44A2-B533-9654EE3E6D77}">
      <dgm:prSet/>
      <dgm:spPr/>
      <dgm:t>
        <a:bodyPr/>
        <a:lstStyle/>
        <a:p>
          <a:endParaRPr lang="en-US"/>
        </a:p>
      </dgm:t>
    </dgm:pt>
    <dgm:pt modelId="{D608B2CA-A0E0-4EC9-B973-D37235F19DA2}">
      <dgm:prSet/>
      <dgm:spPr/>
      <dgm:t>
        <a:bodyPr/>
        <a:lstStyle/>
        <a:p>
          <a:r>
            <a:rPr lang="es-ES" b="0" i="0"/>
            <a:t>No mide la calidad del empleo</a:t>
          </a:r>
          <a:endParaRPr lang="en-US"/>
        </a:p>
      </dgm:t>
    </dgm:pt>
    <dgm:pt modelId="{BD8A9333-395F-4411-90A3-C5A1C8175FED}" type="parTrans" cxnId="{FBCDAD5E-E0B6-4A04-AE76-92ACC704CAA7}">
      <dgm:prSet/>
      <dgm:spPr/>
      <dgm:t>
        <a:bodyPr/>
        <a:lstStyle/>
        <a:p>
          <a:endParaRPr lang="en-US"/>
        </a:p>
      </dgm:t>
    </dgm:pt>
    <dgm:pt modelId="{0D56A388-6D2A-4D43-9512-1BC8A39134DA}" type="sibTrans" cxnId="{FBCDAD5E-E0B6-4A04-AE76-92ACC704CAA7}">
      <dgm:prSet/>
      <dgm:spPr/>
      <dgm:t>
        <a:bodyPr/>
        <a:lstStyle/>
        <a:p>
          <a:endParaRPr lang="en-US"/>
        </a:p>
      </dgm:t>
    </dgm:pt>
    <dgm:pt modelId="{E8172F91-CCF2-4F9F-A523-0E24A8704F56}">
      <dgm:prSet/>
      <dgm:spPr/>
      <dgm:t>
        <a:bodyPr/>
        <a:lstStyle/>
        <a:p>
          <a:r>
            <a:rPr lang="es-ES" b="0" i="0"/>
            <a:t>No considera la distribución del empleo</a:t>
          </a:r>
          <a:endParaRPr lang="en-US"/>
        </a:p>
      </dgm:t>
    </dgm:pt>
    <dgm:pt modelId="{FECBEA65-7218-4260-B2B7-D9184308B6B2}" type="parTrans" cxnId="{D582CF5B-75BB-426E-8041-F92488523228}">
      <dgm:prSet/>
      <dgm:spPr/>
      <dgm:t>
        <a:bodyPr/>
        <a:lstStyle/>
        <a:p>
          <a:endParaRPr lang="en-US"/>
        </a:p>
      </dgm:t>
    </dgm:pt>
    <dgm:pt modelId="{9AF443C5-77A6-4659-B295-D0325199B0C4}" type="sibTrans" cxnId="{D582CF5B-75BB-426E-8041-F92488523228}">
      <dgm:prSet/>
      <dgm:spPr/>
      <dgm:t>
        <a:bodyPr/>
        <a:lstStyle/>
        <a:p>
          <a:endParaRPr lang="en-US"/>
        </a:p>
      </dgm:t>
    </dgm:pt>
    <dgm:pt modelId="{5B035F3A-C0B8-4B71-8A5D-F8A534A404AC}">
      <dgm:prSet/>
      <dgm:spPr/>
      <dgm:t>
        <a:bodyPr/>
        <a:lstStyle/>
        <a:p>
          <a:r>
            <a:rPr lang="es-ES" b="0" i="0"/>
            <a:t>No refleja la productividad</a:t>
          </a:r>
          <a:endParaRPr lang="en-US"/>
        </a:p>
      </dgm:t>
    </dgm:pt>
    <dgm:pt modelId="{0E71EF0B-BEE8-40AE-B683-B0B5B706B232}" type="parTrans" cxnId="{2426E70A-A18E-4561-8059-5149F71A6E0C}">
      <dgm:prSet/>
      <dgm:spPr/>
      <dgm:t>
        <a:bodyPr/>
        <a:lstStyle/>
        <a:p>
          <a:endParaRPr lang="en-US"/>
        </a:p>
      </dgm:t>
    </dgm:pt>
    <dgm:pt modelId="{29D66888-BCC6-4125-95BE-F9C351DC2D56}" type="sibTrans" cxnId="{2426E70A-A18E-4561-8059-5149F71A6E0C}">
      <dgm:prSet/>
      <dgm:spPr/>
      <dgm:t>
        <a:bodyPr/>
        <a:lstStyle/>
        <a:p>
          <a:endParaRPr lang="en-US"/>
        </a:p>
      </dgm:t>
    </dgm:pt>
    <dgm:pt modelId="{85469EE4-4E85-4CE6-8B52-525327396D34}">
      <dgm:prSet/>
      <dgm:spPr/>
      <dgm:t>
        <a:bodyPr/>
        <a:lstStyle/>
        <a:p>
          <a:r>
            <a:rPr lang="es-ES" b="0" i="0"/>
            <a:t>Indicadores complementarios: tasa de subempleo, calidad del empleo, distribución sectorial, productividad laboral</a:t>
          </a:r>
          <a:endParaRPr lang="en-US"/>
        </a:p>
      </dgm:t>
    </dgm:pt>
    <dgm:pt modelId="{63ADA45B-39AF-462D-9066-C0D125E5312C}" type="parTrans" cxnId="{3DB38428-C4B2-4071-9268-AF34BAE18DE8}">
      <dgm:prSet/>
      <dgm:spPr/>
      <dgm:t>
        <a:bodyPr/>
        <a:lstStyle/>
        <a:p>
          <a:endParaRPr lang="en-US"/>
        </a:p>
      </dgm:t>
    </dgm:pt>
    <dgm:pt modelId="{4188A033-CA22-4E36-BA71-975F6D713D96}" type="sibTrans" cxnId="{3DB38428-C4B2-4071-9268-AF34BAE18DE8}">
      <dgm:prSet/>
      <dgm:spPr/>
      <dgm:t>
        <a:bodyPr/>
        <a:lstStyle/>
        <a:p>
          <a:endParaRPr lang="en-US"/>
        </a:p>
      </dgm:t>
    </dgm:pt>
    <dgm:pt modelId="{FA29A80F-E803-43D7-A5E6-1B4E1F11BDF5}" type="pres">
      <dgm:prSet presAssocID="{0A74B20C-C4E5-43C5-9872-4FA9FAE65611}" presName="Name0" presStyleCnt="0">
        <dgm:presLayoutVars>
          <dgm:dir/>
          <dgm:animLvl val="lvl"/>
          <dgm:resizeHandles val="exact"/>
        </dgm:presLayoutVars>
      </dgm:prSet>
      <dgm:spPr/>
    </dgm:pt>
    <dgm:pt modelId="{0D1922AA-095F-43CE-AF8E-11B34B950D04}" type="pres">
      <dgm:prSet presAssocID="{BF421458-7E65-4688-9A9E-49847DD17B54}" presName="linNode" presStyleCnt="0"/>
      <dgm:spPr/>
    </dgm:pt>
    <dgm:pt modelId="{FBA31AA8-A54C-4A89-8848-FCD6402DE83D}" type="pres">
      <dgm:prSet presAssocID="{BF421458-7E65-4688-9A9E-49847DD17B5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9A5BDAC-305F-4114-A5A7-BF46DDCE52C7}" type="pres">
      <dgm:prSet presAssocID="{E79C290D-3F0F-4B2E-8E7A-F7F2FA430613}" presName="sp" presStyleCnt="0"/>
      <dgm:spPr/>
    </dgm:pt>
    <dgm:pt modelId="{4ACD14A2-EA32-4FA3-8407-0FFA3A6F88A9}" type="pres">
      <dgm:prSet presAssocID="{D608B2CA-A0E0-4EC9-B973-D37235F19DA2}" presName="linNode" presStyleCnt="0"/>
      <dgm:spPr/>
    </dgm:pt>
    <dgm:pt modelId="{9C73A33F-79C2-4C3B-9FBB-6A5D370BB193}" type="pres">
      <dgm:prSet presAssocID="{D608B2CA-A0E0-4EC9-B973-D37235F19DA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E7F2BECA-87CE-401E-876B-E31F49A0A017}" type="pres">
      <dgm:prSet presAssocID="{0D56A388-6D2A-4D43-9512-1BC8A39134DA}" presName="sp" presStyleCnt="0"/>
      <dgm:spPr/>
    </dgm:pt>
    <dgm:pt modelId="{F16DBA31-B940-4AF5-B824-9C9591D2CB28}" type="pres">
      <dgm:prSet presAssocID="{E8172F91-CCF2-4F9F-A523-0E24A8704F56}" presName="linNode" presStyleCnt="0"/>
      <dgm:spPr/>
    </dgm:pt>
    <dgm:pt modelId="{71B3E257-CD63-4A68-9503-2BAF54ED32E2}" type="pres">
      <dgm:prSet presAssocID="{E8172F91-CCF2-4F9F-A523-0E24A8704F56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A87AD067-E5F4-4150-B811-F56721BBBF88}" type="pres">
      <dgm:prSet presAssocID="{9AF443C5-77A6-4659-B295-D0325199B0C4}" presName="sp" presStyleCnt="0"/>
      <dgm:spPr/>
    </dgm:pt>
    <dgm:pt modelId="{695E167E-F8C4-43B2-B938-9F67E2D7889A}" type="pres">
      <dgm:prSet presAssocID="{5B035F3A-C0B8-4B71-8A5D-F8A534A404AC}" presName="linNode" presStyleCnt="0"/>
      <dgm:spPr/>
    </dgm:pt>
    <dgm:pt modelId="{44E0A577-DAB8-416D-A7E7-B08A3BB59E73}" type="pres">
      <dgm:prSet presAssocID="{5B035F3A-C0B8-4B71-8A5D-F8A534A404AC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57F0ABE-D011-4424-9C11-FB9793460056}" type="pres">
      <dgm:prSet presAssocID="{29D66888-BCC6-4125-95BE-F9C351DC2D56}" presName="sp" presStyleCnt="0"/>
      <dgm:spPr/>
    </dgm:pt>
    <dgm:pt modelId="{2E453E23-4A0C-457B-AE58-8F7E09ECDB63}" type="pres">
      <dgm:prSet presAssocID="{85469EE4-4E85-4CE6-8B52-525327396D34}" presName="linNode" presStyleCnt="0"/>
      <dgm:spPr/>
    </dgm:pt>
    <dgm:pt modelId="{2C9EAC47-A10F-41DF-A25A-8ACE78E36488}" type="pres">
      <dgm:prSet presAssocID="{85469EE4-4E85-4CE6-8B52-525327396D34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2426E70A-A18E-4561-8059-5149F71A6E0C}" srcId="{0A74B20C-C4E5-43C5-9872-4FA9FAE65611}" destId="{5B035F3A-C0B8-4B71-8A5D-F8A534A404AC}" srcOrd="3" destOrd="0" parTransId="{0E71EF0B-BEE8-40AE-B683-B0B5B706B232}" sibTransId="{29D66888-BCC6-4125-95BE-F9C351DC2D56}"/>
    <dgm:cxn modelId="{F80B9E1C-9AB0-44A2-B533-9654EE3E6D77}" srcId="{0A74B20C-C4E5-43C5-9872-4FA9FAE65611}" destId="{BF421458-7E65-4688-9A9E-49847DD17B54}" srcOrd="0" destOrd="0" parTransId="{CF1F306F-2DF3-432C-829B-8D893C0BFE16}" sibTransId="{E79C290D-3F0F-4B2E-8E7A-F7F2FA430613}"/>
    <dgm:cxn modelId="{C8DFE022-8EE4-4257-896F-318135EE6D3E}" type="presOf" srcId="{0A74B20C-C4E5-43C5-9872-4FA9FAE65611}" destId="{FA29A80F-E803-43D7-A5E6-1B4E1F11BDF5}" srcOrd="0" destOrd="0" presId="urn:microsoft.com/office/officeart/2005/8/layout/vList5"/>
    <dgm:cxn modelId="{3DB38428-C4B2-4071-9268-AF34BAE18DE8}" srcId="{0A74B20C-C4E5-43C5-9872-4FA9FAE65611}" destId="{85469EE4-4E85-4CE6-8B52-525327396D34}" srcOrd="4" destOrd="0" parTransId="{63ADA45B-39AF-462D-9066-C0D125E5312C}" sibTransId="{4188A033-CA22-4E36-BA71-975F6D713D96}"/>
    <dgm:cxn modelId="{092F5C2B-8303-424D-8DDB-81818B0CE5C0}" type="presOf" srcId="{E8172F91-CCF2-4F9F-A523-0E24A8704F56}" destId="{71B3E257-CD63-4A68-9503-2BAF54ED32E2}" srcOrd="0" destOrd="0" presId="urn:microsoft.com/office/officeart/2005/8/layout/vList5"/>
    <dgm:cxn modelId="{D582CF5B-75BB-426E-8041-F92488523228}" srcId="{0A74B20C-C4E5-43C5-9872-4FA9FAE65611}" destId="{E8172F91-CCF2-4F9F-A523-0E24A8704F56}" srcOrd="2" destOrd="0" parTransId="{FECBEA65-7218-4260-B2B7-D9184308B6B2}" sibTransId="{9AF443C5-77A6-4659-B295-D0325199B0C4}"/>
    <dgm:cxn modelId="{FBCDAD5E-E0B6-4A04-AE76-92ACC704CAA7}" srcId="{0A74B20C-C4E5-43C5-9872-4FA9FAE65611}" destId="{D608B2CA-A0E0-4EC9-B973-D37235F19DA2}" srcOrd="1" destOrd="0" parTransId="{BD8A9333-395F-4411-90A3-C5A1C8175FED}" sibTransId="{0D56A388-6D2A-4D43-9512-1BC8A39134DA}"/>
    <dgm:cxn modelId="{E74EF649-A2C3-4850-B2A8-F06122B06A7F}" type="presOf" srcId="{BF421458-7E65-4688-9A9E-49847DD17B54}" destId="{FBA31AA8-A54C-4A89-8848-FCD6402DE83D}" srcOrd="0" destOrd="0" presId="urn:microsoft.com/office/officeart/2005/8/layout/vList5"/>
    <dgm:cxn modelId="{098A5F9A-F7E0-474D-9E80-4196420184CA}" type="presOf" srcId="{D608B2CA-A0E0-4EC9-B973-D37235F19DA2}" destId="{9C73A33F-79C2-4C3B-9FBB-6A5D370BB193}" srcOrd="0" destOrd="0" presId="urn:microsoft.com/office/officeart/2005/8/layout/vList5"/>
    <dgm:cxn modelId="{5DF19BC8-A6BD-4652-AC0C-8E82567E0856}" type="presOf" srcId="{5B035F3A-C0B8-4B71-8A5D-F8A534A404AC}" destId="{44E0A577-DAB8-416D-A7E7-B08A3BB59E73}" srcOrd="0" destOrd="0" presId="urn:microsoft.com/office/officeart/2005/8/layout/vList5"/>
    <dgm:cxn modelId="{353095D1-C305-4DD9-987D-C22F7EF4AD64}" type="presOf" srcId="{85469EE4-4E85-4CE6-8B52-525327396D34}" destId="{2C9EAC47-A10F-41DF-A25A-8ACE78E36488}" srcOrd="0" destOrd="0" presId="urn:microsoft.com/office/officeart/2005/8/layout/vList5"/>
    <dgm:cxn modelId="{27F5393E-6058-4372-B0B7-05D46988569A}" type="presParOf" srcId="{FA29A80F-E803-43D7-A5E6-1B4E1F11BDF5}" destId="{0D1922AA-095F-43CE-AF8E-11B34B950D04}" srcOrd="0" destOrd="0" presId="urn:microsoft.com/office/officeart/2005/8/layout/vList5"/>
    <dgm:cxn modelId="{7E89785C-718D-4C9B-B128-BA7872725D55}" type="presParOf" srcId="{0D1922AA-095F-43CE-AF8E-11B34B950D04}" destId="{FBA31AA8-A54C-4A89-8848-FCD6402DE83D}" srcOrd="0" destOrd="0" presId="urn:microsoft.com/office/officeart/2005/8/layout/vList5"/>
    <dgm:cxn modelId="{8474EC48-8300-4A31-A3A1-6DA25E5D0A48}" type="presParOf" srcId="{FA29A80F-E803-43D7-A5E6-1B4E1F11BDF5}" destId="{B9A5BDAC-305F-4114-A5A7-BF46DDCE52C7}" srcOrd="1" destOrd="0" presId="urn:microsoft.com/office/officeart/2005/8/layout/vList5"/>
    <dgm:cxn modelId="{A355FE34-9062-4FF1-8FAE-DA34A250CC64}" type="presParOf" srcId="{FA29A80F-E803-43D7-A5E6-1B4E1F11BDF5}" destId="{4ACD14A2-EA32-4FA3-8407-0FFA3A6F88A9}" srcOrd="2" destOrd="0" presId="urn:microsoft.com/office/officeart/2005/8/layout/vList5"/>
    <dgm:cxn modelId="{DD739185-F9D9-4958-8F9A-93A780DAA1C2}" type="presParOf" srcId="{4ACD14A2-EA32-4FA3-8407-0FFA3A6F88A9}" destId="{9C73A33F-79C2-4C3B-9FBB-6A5D370BB193}" srcOrd="0" destOrd="0" presId="urn:microsoft.com/office/officeart/2005/8/layout/vList5"/>
    <dgm:cxn modelId="{F4D40D95-2D05-4B42-A4BE-8DB180580D64}" type="presParOf" srcId="{FA29A80F-E803-43D7-A5E6-1B4E1F11BDF5}" destId="{E7F2BECA-87CE-401E-876B-E31F49A0A017}" srcOrd="3" destOrd="0" presId="urn:microsoft.com/office/officeart/2005/8/layout/vList5"/>
    <dgm:cxn modelId="{10BE8936-1977-4882-83C9-12C186BBDF26}" type="presParOf" srcId="{FA29A80F-E803-43D7-A5E6-1B4E1F11BDF5}" destId="{F16DBA31-B940-4AF5-B824-9C9591D2CB28}" srcOrd="4" destOrd="0" presId="urn:microsoft.com/office/officeart/2005/8/layout/vList5"/>
    <dgm:cxn modelId="{A4B09482-416D-4573-956A-B9D49E4F6D0A}" type="presParOf" srcId="{F16DBA31-B940-4AF5-B824-9C9591D2CB28}" destId="{71B3E257-CD63-4A68-9503-2BAF54ED32E2}" srcOrd="0" destOrd="0" presId="urn:microsoft.com/office/officeart/2005/8/layout/vList5"/>
    <dgm:cxn modelId="{E580F354-1548-4179-9A0D-9F9403FFBE4A}" type="presParOf" srcId="{FA29A80F-E803-43D7-A5E6-1B4E1F11BDF5}" destId="{A87AD067-E5F4-4150-B811-F56721BBBF88}" srcOrd="5" destOrd="0" presId="urn:microsoft.com/office/officeart/2005/8/layout/vList5"/>
    <dgm:cxn modelId="{4FE48FA2-ADE5-4682-9753-2D9D542A2C19}" type="presParOf" srcId="{FA29A80F-E803-43D7-A5E6-1B4E1F11BDF5}" destId="{695E167E-F8C4-43B2-B938-9F67E2D7889A}" srcOrd="6" destOrd="0" presId="urn:microsoft.com/office/officeart/2005/8/layout/vList5"/>
    <dgm:cxn modelId="{D209A4BB-BAE2-4331-8DDF-FDD736B6CC93}" type="presParOf" srcId="{695E167E-F8C4-43B2-B938-9F67E2D7889A}" destId="{44E0A577-DAB8-416D-A7E7-B08A3BB59E73}" srcOrd="0" destOrd="0" presId="urn:microsoft.com/office/officeart/2005/8/layout/vList5"/>
    <dgm:cxn modelId="{EA10E043-0A40-4E8B-B5F8-7059722ED80D}" type="presParOf" srcId="{FA29A80F-E803-43D7-A5E6-1B4E1F11BDF5}" destId="{457F0ABE-D011-4424-9C11-FB9793460056}" srcOrd="7" destOrd="0" presId="urn:microsoft.com/office/officeart/2005/8/layout/vList5"/>
    <dgm:cxn modelId="{65B6CA35-E5FF-44B0-A47F-4B492BD1D087}" type="presParOf" srcId="{FA29A80F-E803-43D7-A5E6-1B4E1F11BDF5}" destId="{2E453E23-4A0C-457B-AE58-8F7E09ECDB63}" srcOrd="8" destOrd="0" presId="urn:microsoft.com/office/officeart/2005/8/layout/vList5"/>
    <dgm:cxn modelId="{A1E182AF-34B1-4367-BB6E-01DED49528EA}" type="presParOf" srcId="{2E453E23-4A0C-457B-AE58-8F7E09ECDB63}" destId="{2C9EAC47-A10F-41DF-A25A-8ACE78E3648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A423B3-7369-4383-B9CE-B7787360F4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0D650D-58D0-4858-A0A2-CC235AB8C037}">
      <dgm:prSet/>
      <dgm:spPr/>
      <dgm:t>
        <a:bodyPr/>
        <a:lstStyle/>
        <a:p>
          <a:r>
            <a:rPr lang="es-ES" b="0" i="0"/>
            <a:t>La productividad mide la eficiencia en el uso de recursos para producir bienes y servicios</a:t>
          </a:r>
          <a:endParaRPr lang="en-US"/>
        </a:p>
      </dgm:t>
    </dgm:pt>
    <dgm:pt modelId="{F8701C7E-CCC5-4DC5-90CE-FE11252B6BA3}" type="parTrans" cxnId="{D67FD637-ED0D-4B85-9EA5-96E57190A2AD}">
      <dgm:prSet/>
      <dgm:spPr/>
      <dgm:t>
        <a:bodyPr/>
        <a:lstStyle/>
        <a:p>
          <a:endParaRPr lang="en-US"/>
        </a:p>
      </dgm:t>
    </dgm:pt>
    <dgm:pt modelId="{990E05D6-1F59-41EC-9AB6-3C21F20CE819}" type="sibTrans" cxnId="{D67FD637-ED0D-4B85-9EA5-96E57190A2AD}">
      <dgm:prSet/>
      <dgm:spPr/>
      <dgm:t>
        <a:bodyPr/>
        <a:lstStyle/>
        <a:p>
          <a:endParaRPr lang="en-US"/>
        </a:p>
      </dgm:t>
    </dgm:pt>
    <dgm:pt modelId="{38BCC147-5589-4EC0-B734-A3D154157008}">
      <dgm:prSet/>
      <dgm:spPr/>
      <dgm:t>
        <a:bodyPr/>
        <a:lstStyle/>
        <a:p>
          <a:r>
            <a:rPr lang="es-ES" b="0" i="0"/>
            <a:t>Es crucial para el crecimiento económico y la competitividad</a:t>
          </a:r>
          <a:endParaRPr lang="en-US"/>
        </a:p>
      </dgm:t>
    </dgm:pt>
    <dgm:pt modelId="{43FE05E1-1A2C-4AC0-BE69-EA642103C3FD}" type="parTrans" cxnId="{5CFBA678-A47F-49A3-8E3C-A446013A04F8}">
      <dgm:prSet/>
      <dgm:spPr/>
      <dgm:t>
        <a:bodyPr/>
        <a:lstStyle/>
        <a:p>
          <a:endParaRPr lang="en-US"/>
        </a:p>
      </dgm:t>
    </dgm:pt>
    <dgm:pt modelId="{625B0B40-431B-49A2-A735-8A7E38ADF7D7}" type="sibTrans" cxnId="{5CFBA678-A47F-49A3-8E3C-A446013A04F8}">
      <dgm:prSet/>
      <dgm:spPr/>
      <dgm:t>
        <a:bodyPr/>
        <a:lstStyle/>
        <a:p>
          <a:endParaRPr lang="en-US"/>
        </a:p>
      </dgm:t>
    </dgm:pt>
    <dgm:pt modelId="{41270DC2-0BEB-4D22-940E-12E1C328533E}">
      <dgm:prSet/>
      <dgm:spPr/>
      <dgm:t>
        <a:bodyPr/>
        <a:lstStyle/>
        <a:p>
          <a:r>
            <a:rPr lang="es-ES" b="0" i="0"/>
            <a:t>Factores clave:</a:t>
          </a:r>
          <a:endParaRPr lang="en-US"/>
        </a:p>
      </dgm:t>
    </dgm:pt>
    <dgm:pt modelId="{A0370E7E-F903-49B6-AEE0-04E39121B851}" type="parTrans" cxnId="{A9A50197-0F8C-4A71-98A7-27C89821AAC8}">
      <dgm:prSet/>
      <dgm:spPr/>
      <dgm:t>
        <a:bodyPr/>
        <a:lstStyle/>
        <a:p>
          <a:endParaRPr lang="en-US"/>
        </a:p>
      </dgm:t>
    </dgm:pt>
    <dgm:pt modelId="{701F47F7-9AEF-4B86-A227-ACFCF7F68DD8}" type="sibTrans" cxnId="{A9A50197-0F8C-4A71-98A7-27C89821AAC8}">
      <dgm:prSet/>
      <dgm:spPr/>
      <dgm:t>
        <a:bodyPr/>
        <a:lstStyle/>
        <a:p>
          <a:endParaRPr lang="en-US"/>
        </a:p>
      </dgm:t>
    </dgm:pt>
    <dgm:pt modelId="{2918EC3A-0A68-46DF-A300-D845D74BB62F}">
      <dgm:prSet custT="1"/>
      <dgm:spPr/>
      <dgm:t>
        <a:bodyPr/>
        <a:lstStyle/>
        <a:p>
          <a:r>
            <a:rPr lang="es-ES" sz="1200" b="0" i="0" dirty="0"/>
            <a:t>1. Cambios tecnológicos: permiten producir más con menos recursos</a:t>
          </a:r>
          <a:endParaRPr lang="en-US" sz="1200" dirty="0"/>
        </a:p>
      </dgm:t>
    </dgm:pt>
    <dgm:pt modelId="{606FB31C-3DE8-4830-A8A0-457DDC6C9D00}" type="parTrans" cxnId="{9C16F093-7ADF-4C2F-BEFC-DEA473B32B73}">
      <dgm:prSet/>
      <dgm:spPr/>
      <dgm:t>
        <a:bodyPr/>
        <a:lstStyle/>
        <a:p>
          <a:endParaRPr lang="en-US"/>
        </a:p>
      </dgm:t>
    </dgm:pt>
    <dgm:pt modelId="{F89BE0F7-F027-44B1-AE0C-FE0091D92ACE}" type="sibTrans" cxnId="{9C16F093-7ADF-4C2F-BEFC-DEA473B32B73}">
      <dgm:prSet/>
      <dgm:spPr/>
      <dgm:t>
        <a:bodyPr/>
        <a:lstStyle/>
        <a:p>
          <a:endParaRPr lang="en-US"/>
        </a:p>
      </dgm:t>
    </dgm:pt>
    <dgm:pt modelId="{07DA36A6-3006-49C0-9F6C-BE2E81FE2DFC}">
      <dgm:prSet custT="1"/>
      <dgm:spPr/>
      <dgm:t>
        <a:bodyPr/>
        <a:lstStyle/>
        <a:p>
          <a:r>
            <a:rPr lang="es-ES" sz="1200" b="0" i="0"/>
            <a:t>2. Capital humano: formación, experiencia y habilidades de los trabajadores</a:t>
          </a:r>
          <a:endParaRPr lang="en-US" sz="1200"/>
        </a:p>
      </dgm:t>
    </dgm:pt>
    <dgm:pt modelId="{B1A4DDE9-B90A-4806-ADED-BA0AB78A79C4}" type="parTrans" cxnId="{858A6119-D130-45AD-B61F-6DCB83D6C010}">
      <dgm:prSet/>
      <dgm:spPr/>
      <dgm:t>
        <a:bodyPr/>
        <a:lstStyle/>
        <a:p>
          <a:endParaRPr lang="en-US"/>
        </a:p>
      </dgm:t>
    </dgm:pt>
    <dgm:pt modelId="{82D2DDDB-8F8C-454F-8352-38621191D957}" type="sibTrans" cxnId="{858A6119-D130-45AD-B61F-6DCB83D6C010}">
      <dgm:prSet/>
      <dgm:spPr/>
      <dgm:t>
        <a:bodyPr/>
        <a:lstStyle/>
        <a:p>
          <a:endParaRPr lang="en-US"/>
        </a:p>
      </dgm:t>
    </dgm:pt>
    <dgm:pt modelId="{2DC7535B-1621-4FCA-99FC-1F8E0B8727D7}">
      <dgm:prSet/>
      <dgm:spPr/>
      <dgm:t>
        <a:bodyPr/>
        <a:lstStyle/>
        <a:p>
          <a:r>
            <a:rPr lang="es-ES" b="0" i="0"/>
            <a:t>Habilidades blandas como creatividad y adaptabilidad son cada vez más importantes</a:t>
          </a:r>
          <a:endParaRPr lang="en-US"/>
        </a:p>
      </dgm:t>
    </dgm:pt>
    <dgm:pt modelId="{2D38AE19-CC92-4950-AE08-3818F55B8F34}" type="parTrans" cxnId="{8147570D-581F-412F-A353-8877F11CEF0F}">
      <dgm:prSet/>
      <dgm:spPr/>
      <dgm:t>
        <a:bodyPr/>
        <a:lstStyle/>
        <a:p>
          <a:endParaRPr lang="en-US"/>
        </a:p>
      </dgm:t>
    </dgm:pt>
    <dgm:pt modelId="{43DCE2D4-BD86-45CE-B132-07AB83207F69}" type="sibTrans" cxnId="{8147570D-581F-412F-A353-8877F11CEF0F}">
      <dgm:prSet/>
      <dgm:spPr/>
      <dgm:t>
        <a:bodyPr/>
        <a:lstStyle/>
        <a:p>
          <a:endParaRPr lang="en-US"/>
        </a:p>
      </dgm:t>
    </dgm:pt>
    <dgm:pt modelId="{29F0E04C-09F7-429C-8FD7-8CBF9340D966}" type="pres">
      <dgm:prSet presAssocID="{F7A423B3-7369-4383-B9CE-B7787360F430}" presName="root" presStyleCnt="0">
        <dgm:presLayoutVars>
          <dgm:dir/>
          <dgm:resizeHandles val="exact"/>
        </dgm:presLayoutVars>
      </dgm:prSet>
      <dgm:spPr/>
    </dgm:pt>
    <dgm:pt modelId="{5B42F0D7-8299-4B11-BF95-0F91CDD7AD16}" type="pres">
      <dgm:prSet presAssocID="{D80D650D-58D0-4858-A0A2-CC235AB8C037}" presName="compNode" presStyleCnt="0"/>
      <dgm:spPr/>
    </dgm:pt>
    <dgm:pt modelId="{5C496C9B-B3D2-4BE5-946C-A5CEC4EE11B0}" type="pres">
      <dgm:prSet presAssocID="{D80D650D-58D0-4858-A0A2-CC235AB8C037}" presName="bgRect" presStyleLbl="bgShp" presStyleIdx="0" presStyleCnt="4"/>
      <dgm:spPr/>
    </dgm:pt>
    <dgm:pt modelId="{356349D1-B3A9-49D2-A904-A4F27C1D5CCA}" type="pres">
      <dgm:prSet presAssocID="{D80D650D-58D0-4858-A0A2-CC235AB8C0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1C45F1A-8A3F-40D9-8289-C47AA0AEAC56}" type="pres">
      <dgm:prSet presAssocID="{D80D650D-58D0-4858-A0A2-CC235AB8C037}" presName="spaceRect" presStyleCnt="0"/>
      <dgm:spPr/>
    </dgm:pt>
    <dgm:pt modelId="{0088BBA4-9F63-4F3F-A093-2B3A93A90341}" type="pres">
      <dgm:prSet presAssocID="{D80D650D-58D0-4858-A0A2-CC235AB8C037}" presName="parTx" presStyleLbl="revTx" presStyleIdx="0" presStyleCnt="5">
        <dgm:presLayoutVars>
          <dgm:chMax val="0"/>
          <dgm:chPref val="0"/>
        </dgm:presLayoutVars>
      </dgm:prSet>
      <dgm:spPr/>
    </dgm:pt>
    <dgm:pt modelId="{43A58B35-8133-44FD-9718-8C338F2A63A9}" type="pres">
      <dgm:prSet presAssocID="{990E05D6-1F59-41EC-9AB6-3C21F20CE819}" presName="sibTrans" presStyleCnt="0"/>
      <dgm:spPr/>
    </dgm:pt>
    <dgm:pt modelId="{18386485-7A77-4D9B-82B8-FABB220D08EF}" type="pres">
      <dgm:prSet presAssocID="{38BCC147-5589-4EC0-B734-A3D154157008}" presName="compNode" presStyleCnt="0"/>
      <dgm:spPr/>
    </dgm:pt>
    <dgm:pt modelId="{85D47EF9-F982-447A-AC3C-97E8149CA54A}" type="pres">
      <dgm:prSet presAssocID="{38BCC147-5589-4EC0-B734-A3D154157008}" presName="bgRect" presStyleLbl="bgShp" presStyleIdx="1" presStyleCnt="4"/>
      <dgm:spPr/>
    </dgm:pt>
    <dgm:pt modelId="{B7B9B857-C934-4AF2-BF8E-F76C54DE65D5}" type="pres">
      <dgm:prSet presAssocID="{38BCC147-5589-4EC0-B734-A3D1541570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2A738DA2-45D7-4666-94E1-6E5C720AE2FC}" type="pres">
      <dgm:prSet presAssocID="{38BCC147-5589-4EC0-B734-A3D154157008}" presName="spaceRect" presStyleCnt="0"/>
      <dgm:spPr/>
    </dgm:pt>
    <dgm:pt modelId="{F2D092BB-5011-489F-B5A8-2959B1FB6DB0}" type="pres">
      <dgm:prSet presAssocID="{38BCC147-5589-4EC0-B734-A3D154157008}" presName="parTx" presStyleLbl="revTx" presStyleIdx="1" presStyleCnt="5">
        <dgm:presLayoutVars>
          <dgm:chMax val="0"/>
          <dgm:chPref val="0"/>
        </dgm:presLayoutVars>
      </dgm:prSet>
      <dgm:spPr/>
    </dgm:pt>
    <dgm:pt modelId="{94C85E78-4C2A-4E9C-B3C7-A34880D2E18D}" type="pres">
      <dgm:prSet presAssocID="{625B0B40-431B-49A2-A735-8A7E38ADF7D7}" presName="sibTrans" presStyleCnt="0"/>
      <dgm:spPr/>
    </dgm:pt>
    <dgm:pt modelId="{8FAAF226-09BA-4B36-BE8D-C5CC0EF21E82}" type="pres">
      <dgm:prSet presAssocID="{41270DC2-0BEB-4D22-940E-12E1C328533E}" presName="compNode" presStyleCnt="0"/>
      <dgm:spPr/>
    </dgm:pt>
    <dgm:pt modelId="{46DE840B-5CD0-47D4-8F58-5505314FC4A0}" type="pres">
      <dgm:prSet presAssocID="{41270DC2-0BEB-4D22-940E-12E1C328533E}" presName="bgRect" presStyleLbl="bgShp" presStyleIdx="2" presStyleCnt="4"/>
      <dgm:spPr/>
    </dgm:pt>
    <dgm:pt modelId="{CB81DAB7-32EF-4EB9-A31D-D7390CB52B89}" type="pres">
      <dgm:prSet presAssocID="{41270DC2-0BEB-4D22-940E-12E1C32853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0EEE6B90-EFD3-4033-B59E-3C23B4DA3F37}" type="pres">
      <dgm:prSet presAssocID="{41270DC2-0BEB-4D22-940E-12E1C328533E}" presName="spaceRect" presStyleCnt="0"/>
      <dgm:spPr/>
    </dgm:pt>
    <dgm:pt modelId="{C0F65EB9-8865-4862-ACBD-65C736FE1381}" type="pres">
      <dgm:prSet presAssocID="{41270DC2-0BEB-4D22-940E-12E1C328533E}" presName="parTx" presStyleLbl="revTx" presStyleIdx="2" presStyleCnt="5">
        <dgm:presLayoutVars>
          <dgm:chMax val="0"/>
          <dgm:chPref val="0"/>
        </dgm:presLayoutVars>
      </dgm:prSet>
      <dgm:spPr/>
    </dgm:pt>
    <dgm:pt modelId="{05345977-BF84-41B3-B48E-81F5A381A006}" type="pres">
      <dgm:prSet presAssocID="{41270DC2-0BEB-4D22-940E-12E1C328533E}" presName="desTx" presStyleLbl="revTx" presStyleIdx="3" presStyleCnt="5" custScaleX="157769" custLinFactNeighborX="-15008">
        <dgm:presLayoutVars/>
      </dgm:prSet>
      <dgm:spPr/>
    </dgm:pt>
    <dgm:pt modelId="{0FA0AD1A-AB66-4753-A998-1A087A3F217A}" type="pres">
      <dgm:prSet presAssocID="{701F47F7-9AEF-4B86-A227-ACFCF7F68DD8}" presName="sibTrans" presStyleCnt="0"/>
      <dgm:spPr/>
    </dgm:pt>
    <dgm:pt modelId="{8A1962EC-1957-4BEC-B2A0-84FB23AFFBB0}" type="pres">
      <dgm:prSet presAssocID="{2DC7535B-1621-4FCA-99FC-1F8E0B8727D7}" presName="compNode" presStyleCnt="0"/>
      <dgm:spPr/>
    </dgm:pt>
    <dgm:pt modelId="{44B8B4C0-55E6-48B8-A92F-B498CEE60F0A}" type="pres">
      <dgm:prSet presAssocID="{2DC7535B-1621-4FCA-99FC-1F8E0B8727D7}" presName="bgRect" presStyleLbl="bgShp" presStyleIdx="3" presStyleCnt="4"/>
      <dgm:spPr/>
    </dgm:pt>
    <dgm:pt modelId="{41F8F4EC-99EB-4FD5-85EF-7811D15EAD92}" type="pres">
      <dgm:prSet presAssocID="{2DC7535B-1621-4FCA-99FC-1F8E0B8727D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560312B-1C88-4FD2-A713-9DDEDADF1F72}" type="pres">
      <dgm:prSet presAssocID="{2DC7535B-1621-4FCA-99FC-1F8E0B8727D7}" presName="spaceRect" presStyleCnt="0"/>
      <dgm:spPr/>
    </dgm:pt>
    <dgm:pt modelId="{64E3FD27-F7F7-496C-91C0-F871F2A31919}" type="pres">
      <dgm:prSet presAssocID="{2DC7535B-1621-4FCA-99FC-1F8E0B8727D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4507D09-3F37-4C1D-A543-8CCE5C62BE21}" type="presOf" srcId="{2DC7535B-1621-4FCA-99FC-1F8E0B8727D7}" destId="{64E3FD27-F7F7-496C-91C0-F871F2A31919}" srcOrd="0" destOrd="0" presId="urn:microsoft.com/office/officeart/2018/2/layout/IconVerticalSolidList"/>
    <dgm:cxn modelId="{8147570D-581F-412F-A353-8877F11CEF0F}" srcId="{F7A423B3-7369-4383-B9CE-B7787360F430}" destId="{2DC7535B-1621-4FCA-99FC-1F8E0B8727D7}" srcOrd="3" destOrd="0" parTransId="{2D38AE19-CC92-4950-AE08-3818F55B8F34}" sibTransId="{43DCE2D4-BD86-45CE-B132-07AB83207F69}"/>
    <dgm:cxn modelId="{858A6119-D130-45AD-B61F-6DCB83D6C010}" srcId="{41270DC2-0BEB-4D22-940E-12E1C328533E}" destId="{07DA36A6-3006-49C0-9F6C-BE2E81FE2DFC}" srcOrd="1" destOrd="0" parTransId="{B1A4DDE9-B90A-4806-ADED-BA0AB78A79C4}" sibTransId="{82D2DDDB-8F8C-454F-8352-38621191D957}"/>
    <dgm:cxn modelId="{D48C1031-610A-443E-921D-D99AB57713FB}" type="presOf" srcId="{07DA36A6-3006-49C0-9F6C-BE2E81FE2DFC}" destId="{05345977-BF84-41B3-B48E-81F5A381A006}" srcOrd="0" destOrd="1" presId="urn:microsoft.com/office/officeart/2018/2/layout/IconVerticalSolidList"/>
    <dgm:cxn modelId="{D67FD637-ED0D-4B85-9EA5-96E57190A2AD}" srcId="{F7A423B3-7369-4383-B9CE-B7787360F430}" destId="{D80D650D-58D0-4858-A0A2-CC235AB8C037}" srcOrd="0" destOrd="0" parTransId="{F8701C7E-CCC5-4DC5-90CE-FE11252B6BA3}" sibTransId="{990E05D6-1F59-41EC-9AB6-3C21F20CE819}"/>
    <dgm:cxn modelId="{87B0EC42-5E48-4BF6-BC0C-0863BFDF7592}" type="presOf" srcId="{2918EC3A-0A68-46DF-A300-D845D74BB62F}" destId="{05345977-BF84-41B3-B48E-81F5A381A006}" srcOrd="0" destOrd="0" presId="urn:microsoft.com/office/officeart/2018/2/layout/IconVerticalSolidList"/>
    <dgm:cxn modelId="{8AA27266-E9DD-4B91-9C35-4DF3227A7550}" type="presOf" srcId="{F7A423B3-7369-4383-B9CE-B7787360F430}" destId="{29F0E04C-09F7-429C-8FD7-8CBF9340D966}" srcOrd="0" destOrd="0" presId="urn:microsoft.com/office/officeart/2018/2/layout/IconVerticalSolidList"/>
    <dgm:cxn modelId="{4DF7966E-9833-4471-828B-DF94CD4B4C9A}" type="presOf" srcId="{D80D650D-58D0-4858-A0A2-CC235AB8C037}" destId="{0088BBA4-9F63-4F3F-A093-2B3A93A90341}" srcOrd="0" destOrd="0" presId="urn:microsoft.com/office/officeart/2018/2/layout/IconVerticalSolidList"/>
    <dgm:cxn modelId="{5CFBA678-A47F-49A3-8E3C-A446013A04F8}" srcId="{F7A423B3-7369-4383-B9CE-B7787360F430}" destId="{38BCC147-5589-4EC0-B734-A3D154157008}" srcOrd="1" destOrd="0" parTransId="{43FE05E1-1A2C-4AC0-BE69-EA642103C3FD}" sibTransId="{625B0B40-431B-49A2-A735-8A7E38ADF7D7}"/>
    <dgm:cxn modelId="{9C16F093-7ADF-4C2F-BEFC-DEA473B32B73}" srcId="{41270DC2-0BEB-4D22-940E-12E1C328533E}" destId="{2918EC3A-0A68-46DF-A300-D845D74BB62F}" srcOrd="0" destOrd="0" parTransId="{606FB31C-3DE8-4830-A8A0-457DDC6C9D00}" sibTransId="{F89BE0F7-F027-44B1-AE0C-FE0091D92ACE}"/>
    <dgm:cxn modelId="{A9A50197-0F8C-4A71-98A7-27C89821AAC8}" srcId="{F7A423B3-7369-4383-B9CE-B7787360F430}" destId="{41270DC2-0BEB-4D22-940E-12E1C328533E}" srcOrd="2" destOrd="0" parTransId="{A0370E7E-F903-49B6-AEE0-04E39121B851}" sibTransId="{701F47F7-9AEF-4B86-A227-ACFCF7F68DD8}"/>
    <dgm:cxn modelId="{256265E4-7209-45C1-8CBE-91E636FFC657}" type="presOf" srcId="{38BCC147-5589-4EC0-B734-A3D154157008}" destId="{F2D092BB-5011-489F-B5A8-2959B1FB6DB0}" srcOrd="0" destOrd="0" presId="urn:microsoft.com/office/officeart/2018/2/layout/IconVerticalSolidList"/>
    <dgm:cxn modelId="{CC1811E9-5A71-49A0-8F01-D30865F26257}" type="presOf" srcId="{41270DC2-0BEB-4D22-940E-12E1C328533E}" destId="{C0F65EB9-8865-4862-ACBD-65C736FE1381}" srcOrd="0" destOrd="0" presId="urn:microsoft.com/office/officeart/2018/2/layout/IconVerticalSolidList"/>
    <dgm:cxn modelId="{6A3F9BD4-CFB7-40B5-9241-6CE935373202}" type="presParOf" srcId="{29F0E04C-09F7-429C-8FD7-8CBF9340D966}" destId="{5B42F0D7-8299-4B11-BF95-0F91CDD7AD16}" srcOrd="0" destOrd="0" presId="urn:microsoft.com/office/officeart/2018/2/layout/IconVerticalSolidList"/>
    <dgm:cxn modelId="{123C133C-6311-4719-B95A-B8F89F960418}" type="presParOf" srcId="{5B42F0D7-8299-4B11-BF95-0F91CDD7AD16}" destId="{5C496C9B-B3D2-4BE5-946C-A5CEC4EE11B0}" srcOrd="0" destOrd="0" presId="urn:microsoft.com/office/officeart/2018/2/layout/IconVerticalSolidList"/>
    <dgm:cxn modelId="{D71BECCF-9F2C-4E6A-A4BB-70E6FF439FB1}" type="presParOf" srcId="{5B42F0D7-8299-4B11-BF95-0F91CDD7AD16}" destId="{356349D1-B3A9-49D2-A904-A4F27C1D5CCA}" srcOrd="1" destOrd="0" presId="urn:microsoft.com/office/officeart/2018/2/layout/IconVerticalSolidList"/>
    <dgm:cxn modelId="{299EDD9F-64FF-4D0D-B6F1-3DEAB57554EF}" type="presParOf" srcId="{5B42F0D7-8299-4B11-BF95-0F91CDD7AD16}" destId="{91C45F1A-8A3F-40D9-8289-C47AA0AEAC56}" srcOrd="2" destOrd="0" presId="urn:microsoft.com/office/officeart/2018/2/layout/IconVerticalSolidList"/>
    <dgm:cxn modelId="{28BF1373-8B07-4446-98DB-D7DDCFB9C689}" type="presParOf" srcId="{5B42F0D7-8299-4B11-BF95-0F91CDD7AD16}" destId="{0088BBA4-9F63-4F3F-A093-2B3A93A90341}" srcOrd="3" destOrd="0" presId="urn:microsoft.com/office/officeart/2018/2/layout/IconVerticalSolidList"/>
    <dgm:cxn modelId="{333B7F02-90B7-46BB-9B85-1727A6D08E0E}" type="presParOf" srcId="{29F0E04C-09F7-429C-8FD7-8CBF9340D966}" destId="{43A58B35-8133-44FD-9718-8C338F2A63A9}" srcOrd="1" destOrd="0" presId="urn:microsoft.com/office/officeart/2018/2/layout/IconVerticalSolidList"/>
    <dgm:cxn modelId="{81CE92E2-60E7-478A-A09A-FD42FD5CA1FB}" type="presParOf" srcId="{29F0E04C-09F7-429C-8FD7-8CBF9340D966}" destId="{18386485-7A77-4D9B-82B8-FABB220D08EF}" srcOrd="2" destOrd="0" presId="urn:microsoft.com/office/officeart/2018/2/layout/IconVerticalSolidList"/>
    <dgm:cxn modelId="{1B06FDB9-CDE8-484B-8E0E-01E08B4D66FE}" type="presParOf" srcId="{18386485-7A77-4D9B-82B8-FABB220D08EF}" destId="{85D47EF9-F982-447A-AC3C-97E8149CA54A}" srcOrd="0" destOrd="0" presId="urn:microsoft.com/office/officeart/2018/2/layout/IconVerticalSolidList"/>
    <dgm:cxn modelId="{986335BE-152E-4CAB-9009-2767833B30D6}" type="presParOf" srcId="{18386485-7A77-4D9B-82B8-FABB220D08EF}" destId="{B7B9B857-C934-4AF2-BF8E-F76C54DE65D5}" srcOrd="1" destOrd="0" presId="urn:microsoft.com/office/officeart/2018/2/layout/IconVerticalSolidList"/>
    <dgm:cxn modelId="{D24BB758-759E-4552-9D01-265AA056307A}" type="presParOf" srcId="{18386485-7A77-4D9B-82B8-FABB220D08EF}" destId="{2A738DA2-45D7-4666-94E1-6E5C720AE2FC}" srcOrd="2" destOrd="0" presId="urn:microsoft.com/office/officeart/2018/2/layout/IconVerticalSolidList"/>
    <dgm:cxn modelId="{55A6A7C6-C6E0-4EB2-B6F0-19C70AD3DB8D}" type="presParOf" srcId="{18386485-7A77-4D9B-82B8-FABB220D08EF}" destId="{F2D092BB-5011-489F-B5A8-2959B1FB6DB0}" srcOrd="3" destOrd="0" presId="urn:microsoft.com/office/officeart/2018/2/layout/IconVerticalSolidList"/>
    <dgm:cxn modelId="{19F80E51-5EF7-47D8-89AE-364CBEAE8BEF}" type="presParOf" srcId="{29F0E04C-09F7-429C-8FD7-8CBF9340D966}" destId="{94C85E78-4C2A-4E9C-B3C7-A34880D2E18D}" srcOrd="3" destOrd="0" presId="urn:microsoft.com/office/officeart/2018/2/layout/IconVerticalSolidList"/>
    <dgm:cxn modelId="{AFE7AB0E-CA85-4847-8D49-29D6A1F11A80}" type="presParOf" srcId="{29F0E04C-09F7-429C-8FD7-8CBF9340D966}" destId="{8FAAF226-09BA-4B36-BE8D-C5CC0EF21E82}" srcOrd="4" destOrd="0" presId="urn:microsoft.com/office/officeart/2018/2/layout/IconVerticalSolidList"/>
    <dgm:cxn modelId="{80884826-A252-4E65-B5A8-14D43DC59AB9}" type="presParOf" srcId="{8FAAF226-09BA-4B36-BE8D-C5CC0EF21E82}" destId="{46DE840B-5CD0-47D4-8F58-5505314FC4A0}" srcOrd="0" destOrd="0" presId="urn:microsoft.com/office/officeart/2018/2/layout/IconVerticalSolidList"/>
    <dgm:cxn modelId="{12BC2B74-0264-4237-BAE1-A0F87DC15628}" type="presParOf" srcId="{8FAAF226-09BA-4B36-BE8D-C5CC0EF21E82}" destId="{CB81DAB7-32EF-4EB9-A31D-D7390CB52B89}" srcOrd="1" destOrd="0" presId="urn:microsoft.com/office/officeart/2018/2/layout/IconVerticalSolidList"/>
    <dgm:cxn modelId="{0A6CB2A9-6519-4AED-A6DA-D13B49C493AB}" type="presParOf" srcId="{8FAAF226-09BA-4B36-BE8D-C5CC0EF21E82}" destId="{0EEE6B90-EFD3-4033-B59E-3C23B4DA3F37}" srcOrd="2" destOrd="0" presId="urn:microsoft.com/office/officeart/2018/2/layout/IconVerticalSolidList"/>
    <dgm:cxn modelId="{2E5CE888-5271-448F-8789-838D3F1B8E89}" type="presParOf" srcId="{8FAAF226-09BA-4B36-BE8D-C5CC0EF21E82}" destId="{C0F65EB9-8865-4862-ACBD-65C736FE1381}" srcOrd="3" destOrd="0" presId="urn:microsoft.com/office/officeart/2018/2/layout/IconVerticalSolidList"/>
    <dgm:cxn modelId="{73022BBB-5F3D-4007-8903-812E4D596834}" type="presParOf" srcId="{8FAAF226-09BA-4B36-BE8D-C5CC0EF21E82}" destId="{05345977-BF84-41B3-B48E-81F5A381A006}" srcOrd="4" destOrd="0" presId="urn:microsoft.com/office/officeart/2018/2/layout/IconVerticalSolidList"/>
    <dgm:cxn modelId="{36244DD6-37FF-40EB-88B0-2A438EF4FAC1}" type="presParOf" srcId="{29F0E04C-09F7-429C-8FD7-8CBF9340D966}" destId="{0FA0AD1A-AB66-4753-A998-1A087A3F217A}" srcOrd="5" destOrd="0" presId="urn:microsoft.com/office/officeart/2018/2/layout/IconVerticalSolidList"/>
    <dgm:cxn modelId="{6B21C5B5-057F-41C9-BF7B-F949D4620486}" type="presParOf" srcId="{29F0E04C-09F7-429C-8FD7-8CBF9340D966}" destId="{8A1962EC-1957-4BEC-B2A0-84FB23AFFBB0}" srcOrd="6" destOrd="0" presId="urn:microsoft.com/office/officeart/2018/2/layout/IconVerticalSolidList"/>
    <dgm:cxn modelId="{2ABB4FFD-134A-48D0-865D-AF25377C7613}" type="presParOf" srcId="{8A1962EC-1957-4BEC-B2A0-84FB23AFFBB0}" destId="{44B8B4C0-55E6-48B8-A92F-B498CEE60F0A}" srcOrd="0" destOrd="0" presId="urn:microsoft.com/office/officeart/2018/2/layout/IconVerticalSolidList"/>
    <dgm:cxn modelId="{0981517A-86C7-4713-A394-A26EDE9AF016}" type="presParOf" srcId="{8A1962EC-1957-4BEC-B2A0-84FB23AFFBB0}" destId="{41F8F4EC-99EB-4FD5-85EF-7811D15EAD92}" srcOrd="1" destOrd="0" presId="urn:microsoft.com/office/officeart/2018/2/layout/IconVerticalSolidList"/>
    <dgm:cxn modelId="{321B6227-B096-429D-850D-921573E8A63A}" type="presParOf" srcId="{8A1962EC-1957-4BEC-B2A0-84FB23AFFBB0}" destId="{2560312B-1C88-4FD2-A713-9DDEDADF1F72}" srcOrd="2" destOrd="0" presId="urn:microsoft.com/office/officeart/2018/2/layout/IconVerticalSolidList"/>
    <dgm:cxn modelId="{5EE42CAC-6C8B-4276-A9B4-4E0825371875}" type="presParOf" srcId="{8A1962EC-1957-4BEC-B2A0-84FB23AFFBB0}" destId="{64E3FD27-F7F7-496C-91C0-F871F2A319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9DC211B-7B2B-4E47-8F83-C6CC75A763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79437F5-7B75-4AAE-BAB0-74852E0EC8AF}">
      <dgm:prSet/>
      <dgm:spPr/>
      <dgm:t>
        <a:bodyPr/>
        <a:lstStyle/>
        <a:p>
          <a:r>
            <a:rPr lang="es-ES"/>
            <a:t>La relación es compleja y varía según el plazo:</a:t>
          </a:r>
          <a:endParaRPr lang="en-US"/>
        </a:p>
      </dgm:t>
    </dgm:pt>
    <dgm:pt modelId="{C61516CA-73B3-4C23-975D-8B7033EA8B0C}" type="parTrans" cxnId="{8849C4D0-ACCE-49AB-B880-0D1CDF28A8F7}">
      <dgm:prSet/>
      <dgm:spPr/>
      <dgm:t>
        <a:bodyPr/>
        <a:lstStyle/>
        <a:p>
          <a:endParaRPr lang="en-US"/>
        </a:p>
      </dgm:t>
    </dgm:pt>
    <dgm:pt modelId="{E3B3E65F-5D93-4182-A600-8545F1A30FD1}" type="sibTrans" cxnId="{8849C4D0-ACCE-49AB-B880-0D1CDF28A8F7}">
      <dgm:prSet/>
      <dgm:spPr/>
      <dgm:t>
        <a:bodyPr/>
        <a:lstStyle/>
        <a:p>
          <a:endParaRPr lang="en-US"/>
        </a:p>
      </dgm:t>
    </dgm:pt>
    <dgm:pt modelId="{4FC5D929-3DE7-4A29-899E-474AF534A609}">
      <dgm:prSet/>
      <dgm:spPr/>
      <dgm:t>
        <a:bodyPr/>
        <a:lstStyle/>
        <a:p>
          <a:r>
            <a:rPr lang="es-ES"/>
            <a:t>Corto plazo: Puede ser negativa (más productividad, menos empleos en sectores específicos)</a:t>
          </a:r>
          <a:endParaRPr lang="en-US"/>
        </a:p>
      </dgm:t>
    </dgm:pt>
    <dgm:pt modelId="{069A0BFD-796C-4716-BD2D-00116758AAD4}" type="parTrans" cxnId="{C7BDAD97-E737-4B8F-B0C9-1E78D95828C9}">
      <dgm:prSet/>
      <dgm:spPr/>
      <dgm:t>
        <a:bodyPr/>
        <a:lstStyle/>
        <a:p>
          <a:endParaRPr lang="en-US"/>
        </a:p>
      </dgm:t>
    </dgm:pt>
    <dgm:pt modelId="{510D185E-C52C-4E02-9D23-46D8C3219915}" type="sibTrans" cxnId="{C7BDAD97-E737-4B8F-B0C9-1E78D95828C9}">
      <dgm:prSet/>
      <dgm:spPr/>
      <dgm:t>
        <a:bodyPr/>
        <a:lstStyle/>
        <a:p>
          <a:endParaRPr lang="en-US"/>
        </a:p>
      </dgm:t>
    </dgm:pt>
    <dgm:pt modelId="{DF88E836-3047-4B7A-8B74-9DA24D08E0F8}">
      <dgm:prSet/>
      <dgm:spPr/>
      <dgm:t>
        <a:bodyPr/>
        <a:lstStyle/>
        <a:p>
          <a:r>
            <a:rPr lang="es-ES"/>
            <a:t>Largo plazo: Tiende a ser positiva</a:t>
          </a:r>
          <a:endParaRPr lang="en-US"/>
        </a:p>
      </dgm:t>
    </dgm:pt>
    <dgm:pt modelId="{13D96415-0A9E-4A00-BF2B-FF2CE5DF7DAC}" type="parTrans" cxnId="{0B167267-3154-4FD4-8B92-2708A25C9FFB}">
      <dgm:prSet/>
      <dgm:spPr/>
      <dgm:t>
        <a:bodyPr/>
        <a:lstStyle/>
        <a:p>
          <a:endParaRPr lang="en-US"/>
        </a:p>
      </dgm:t>
    </dgm:pt>
    <dgm:pt modelId="{088391C2-6CA2-4EC7-B888-0F778068D10F}" type="sibTrans" cxnId="{0B167267-3154-4FD4-8B92-2708A25C9FFB}">
      <dgm:prSet/>
      <dgm:spPr/>
      <dgm:t>
        <a:bodyPr/>
        <a:lstStyle/>
        <a:p>
          <a:endParaRPr lang="en-US"/>
        </a:p>
      </dgm:t>
    </dgm:pt>
    <dgm:pt modelId="{18BED041-ADFC-41F8-8B4C-32C328A6DB52}">
      <dgm:prSet/>
      <dgm:spPr/>
      <dgm:t>
        <a:bodyPr/>
        <a:lstStyle/>
        <a:p>
          <a:r>
            <a:rPr lang="es-ES"/>
            <a:t>Aumentos de productividad generan nuevas actividades económicas</a:t>
          </a:r>
          <a:endParaRPr lang="en-US"/>
        </a:p>
      </dgm:t>
    </dgm:pt>
    <dgm:pt modelId="{C39E597A-FED3-4EB3-B2C5-9D04BFA2F271}" type="parTrans" cxnId="{FD01952B-C6A3-424E-BBD4-6723BC3FD827}">
      <dgm:prSet/>
      <dgm:spPr/>
      <dgm:t>
        <a:bodyPr/>
        <a:lstStyle/>
        <a:p>
          <a:endParaRPr lang="en-US"/>
        </a:p>
      </dgm:t>
    </dgm:pt>
    <dgm:pt modelId="{3B07C366-EB2C-40B4-A606-04526B51F85F}" type="sibTrans" cxnId="{FD01952B-C6A3-424E-BBD4-6723BC3FD827}">
      <dgm:prSet/>
      <dgm:spPr/>
      <dgm:t>
        <a:bodyPr/>
        <a:lstStyle/>
        <a:p>
          <a:endParaRPr lang="en-US"/>
        </a:p>
      </dgm:t>
    </dgm:pt>
    <dgm:pt modelId="{D9BB7949-BE0A-4E47-8361-ADA7D2322379}">
      <dgm:prSet/>
      <dgm:spPr/>
      <dgm:t>
        <a:bodyPr/>
        <a:lstStyle/>
        <a:p>
          <a:r>
            <a:rPr lang="es-ES"/>
            <a:t>Ejemplo: la automatización elimina algunos empleos, pero crea otros en diseño y mantenimiento</a:t>
          </a:r>
          <a:endParaRPr lang="en-US"/>
        </a:p>
      </dgm:t>
    </dgm:pt>
    <dgm:pt modelId="{8E0B9768-F51D-4C11-9F5E-B76A03A87187}" type="parTrans" cxnId="{D5A45F1C-D809-44E5-8401-A34642FB5E53}">
      <dgm:prSet/>
      <dgm:spPr/>
      <dgm:t>
        <a:bodyPr/>
        <a:lstStyle/>
        <a:p>
          <a:endParaRPr lang="en-US"/>
        </a:p>
      </dgm:t>
    </dgm:pt>
    <dgm:pt modelId="{5EF1A5B5-BECE-4D88-ACE2-FABFA64952F4}" type="sibTrans" cxnId="{D5A45F1C-D809-44E5-8401-A34642FB5E53}">
      <dgm:prSet/>
      <dgm:spPr/>
      <dgm:t>
        <a:bodyPr/>
        <a:lstStyle/>
        <a:p>
          <a:endParaRPr lang="en-US"/>
        </a:p>
      </dgm:t>
    </dgm:pt>
    <dgm:pt modelId="{352D9D27-014B-409F-A2C2-92A116D22592}">
      <dgm:prSet/>
      <dgm:spPr/>
      <dgm:t>
        <a:bodyPr/>
        <a:lstStyle/>
        <a:p>
          <a:r>
            <a:rPr lang="es-ES"/>
            <a:t>La productividad puede reducir precios, estimulando la demanda y creando más empleos</a:t>
          </a:r>
          <a:endParaRPr lang="en-US"/>
        </a:p>
      </dgm:t>
    </dgm:pt>
    <dgm:pt modelId="{F117CD58-4F8C-42FB-B64E-DD56A82D4AFB}" type="parTrans" cxnId="{2955247E-EA44-48EB-A9FC-065A6B102A18}">
      <dgm:prSet/>
      <dgm:spPr/>
      <dgm:t>
        <a:bodyPr/>
        <a:lstStyle/>
        <a:p>
          <a:endParaRPr lang="en-US"/>
        </a:p>
      </dgm:t>
    </dgm:pt>
    <dgm:pt modelId="{B951A69D-F130-4A38-BB3B-B713DA1B4762}" type="sibTrans" cxnId="{2955247E-EA44-48EB-A9FC-065A6B102A18}">
      <dgm:prSet/>
      <dgm:spPr/>
      <dgm:t>
        <a:bodyPr/>
        <a:lstStyle/>
        <a:p>
          <a:endParaRPr lang="en-US"/>
        </a:p>
      </dgm:t>
    </dgm:pt>
    <dgm:pt modelId="{2F6C2AE0-F6F1-4B6F-823E-927923F52323}">
      <dgm:prSet/>
      <dgm:spPr/>
      <dgm:t>
        <a:bodyPr/>
        <a:lstStyle/>
        <a:p>
          <a:r>
            <a:rPr lang="es-ES"/>
            <a:t>Se requieren políticas para facilitar la transición y adaptación de la fuerza laboral</a:t>
          </a:r>
          <a:endParaRPr lang="en-US"/>
        </a:p>
      </dgm:t>
    </dgm:pt>
    <dgm:pt modelId="{94E2A9A9-0BFB-4F0C-9558-14975A442051}" type="parTrans" cxnId="{AB84C967-0A07-448D-80B8-15735EC22E69}">
      <dgm:prSet/>
      <dgm:spPr/>
      <dgm:t>
        <a:bodyPr/>
        <a:lstStyle/>
        <a:p>
          <a:endParaRPr lang="en-US"/>
        </a:p>
      </dgm:t>
    </dgm:pt>
    <dgm:pt modelId="{41F94BBD-2AE8-4D21-A642-D1A256DDF796}" type="sibTrans" cxnId="{AB84C967-0A07-448D-80B8-15735EC22E69}">
      <dgm:prSet/>
      <dgm:spPr/>
      <dgm:t>
        <a:bodyPr/>
        <a:lstStyle/>
        <a:p>
          <a:endParaRPr lang="en-US"/>
        </a:p>
      </dgm:t>
    </dgm:pt>
    <dgm:pt modelId="{D85921FB-3859-4854-8F7B-A500D3C362AD}" type="pres">
      <dgm:prSet presAssocID="{E9DC211B-7B2B-4E47-8F83-C6CC75A7635F}" presName="root" presStyleCnt="0">
        <dgm:presLayoutVars>
          <dgm:dir/>
          <dgm:resizeHandles val="exact"/>
        </dgm:presLayoutVars>
      </dgm:prSet>
      <dgm:spPr/>
    </dgm:pt>
    <dgm:pt modelId="{F6489933-4556-42EC-9C12-51DB788BD93F}" type="pres">
      <dgm:prSet presAssocID="{E79437F5-7B75-4AAE-BAB0-74852E0EC8AF}" presName="compNode" presStyleCnt="0"/>
      <dgm:spPr/>
    </dgm:pt>
    <dgm:pt modelId="{41099AD7-7086-4D33-B2B1-63676E83E7E4}" type="pres">
      <dgm:prSet presAssocID="{E79437F5-7B75-4AAE-BAB0-74852E0EC8AF}" presName="bgRect" presStyleLbl="bgShp" presStyleIdx="0" presStyleCnt="7"/>
      <dgm:spPr/>
    </dgm:pt>
    <dgm:pt modelId="{AA09E18A-4F92-4F12-9155-75EF2F3FC62E}" type="pres">
      <dgm:prSet presAssocID="{E79437F5-7B75-4AAE-BAB0-74852E0EC8A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6A29DBD5-A15E-4110-8C9C-9D561C440EAE}" type="pres">
      <dgm:prSet presAssocID="{E79437F5-7B75-4AAE-BAB0-74852E0EC8AF}" presName="spaceRect" presStyleCnt="0"/>
      <dgm:spPr/>
    </dgm:pt>
    <dgm:pt modelId="{E9D1D190-DB40-46D9-848F-33374852707A}" type="pres">
      <dgm:prSet presAssocID="{E79437F5-7B75-4AAE-BAB0-74852E0EC8AF}" presName="parTx" presStyleLbl="revTx" presStyleIdx="0" presStyleCnt="7">
        <dgm:presLayoutVars>
          <dgm:chMax val="0"/>
          <dgm:chPref val="0"/>
        </dgm:presLayoutVars>
      </dgm:prSet>
      <dgm:spPr/>
    </dgm:pt>
    <dgm:pt modelId="{DEB53223-22E3-4153-A2D3-CC7033AB5A06}" type="pres">
      <dgm:prSet presAssocID="{E3B3E65F-5D93-4182-A600-8545F1A30FD1}" presName="sibTrans" presStyleCnt="0"/>
      <dgm:spPr/>
    </dgm:pt>
    <dgm:pt modelId="{478AC016-45D5-4D41-9208-61659CC39D8B}" type="pres">
      <dgm:prSet presAssocID="{4FC5D929-3DE7-4A29-899E-474AF534A609}" presName="compNode" presStyleCnt="0"/>
      <dgm:spPr/>
    </dgm:pt>
    <dgm:pt modelId="{F1D9893C-340C-4D34-AC2C-B47433678193}" type="pres">
      <dgm:prSet presAssocID="{4FC5D929-3DE7-4A29-899E-474AF534A609}" presName="bgRect" presStyleLbl="bgShp" presStyleIdx="1" presStyleCnt="7"/>
      <dgm:spPr/>
    </dgm:pt>
    <dgm:pt modelId="{3A490DB6-6635-482A-AE43-4EB5774B88F6}" type="pres">
      <dgm:prSet presAssocID="{4FC5D929-3DE7-4A29-899E-474AF534A60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B7BDD423-187D-4CF1-BCD1-A9E8FB9BEE50}" type="pres">
      <dgm:prSet presAssocID="{4FC5D929-3DE7-4A29-899E-474AF534A609}" presName="spaceRect" presStyleCnt="0"/>
      <dgm:spPr/>
    </dgm:pt>
    <dgm:pt modelId="{58F160C0-45CC-4230-9BD5-AE758A8D6721}" type="pres">
      <dgm:prSet presAssocID="{4FC5D929-3DE7-4A29-899E-474AF534A609}" presName="parTx" presStyleLbl="revTx" presStyleIdx="1" presStyleCnt="7">
        <dgm:presLayoutVars>
          <dgm:chMax val="0"/>
          <dgm:chPref val="0"/>
        </dgm:presLayoutVars>
      </dgm:prSet>
      <dgm:spPr/>
    </dgm:pt>
    <dgm:pt modelId="{FDB3FA7E-008C-4CDB-9712-3E9D1A53FFE1}" type="pres">
      <dgm:prSet presAssocID="{510D185E-C52C-4E02-9D23-46D8C3219915}" presName="sibTrans" presStyleCnt="0"/>
      <dgm:spPr/>
    </dgm:pt>
    <dgm:pt modelId="{D4DDBD10-6E19-40C7-AD28-87DE21676C92}" type="pres">
      <dgm:prSet presAssocID="{DF88E836-3047-4B7A-8B74-9DA24D08E0F8}" presName="compNode" presStyleCnt="0"/>
      <dgm:spPr/>
    </dgm:pt>
    <dgm:pt modelId="{DDF77F18-D511-4AC1-A08D-15896F8FD64D}" type="pres">
      <dgm:prSet presAssocID="{DF88E836-3047-4B7A-8B74-9DA24D08E0F8}" presName="bgRect" presStyleLbl="bgShp" presStyleIdx="2" presStyleCnt="7"/>
      <dgm:spPr/>
    </dgm:pt>
    <dgm:pt modelId="{D6B11E9F-8144-4796-891B-5BC897FC783B}" type="pres">
      <dgm:prSet presAssocID="{DF88E836-3047-4B7A-8B74-9DA24D08E0F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F6A651AB-93ED-4988-816F-FE9383D8605B}" type="pres">
      <dgm:prSet presAssocID="{DF88E836-3047-4B7A-8B74-9DA24D08E0F8}" presName="spaceRect" presStyleCnt="0"/>
      <dgm:spPr/>
    </dgm:pt>
    <dgm:pt modelId="{A47A6309-B3E1-4E5E-8DD2-18DCDA98698E}" type="pres">
      <dgm:prSet presAssocID="{DF88E836-3047-4B7A-8B74-9DA24D08E0F8}" presName="parTx" presStyleLbl="revTx" presStyleIdx="2" presStyleCnt="7">
        <dgm:presLayoutVars>
          <dgm:chMax val="0"/>
          <dgm:chPref val="0"/>
        </dgm:presLayoutVars>
      </dgm:prSet>
      <dgm:spPr/>
    </dgm:pt>
    <dgm:pt modelId="{588EB9AE-5D04-4E3C-8B07-0D415B63F747}" type="pres">
      <dgm:prSet presAssocID="{088391C2-6CA2-4EC7-B888-0F778068D10F}" presName="sibTrans" presStyleCnt="0"/>
      <dgm:spPr/>
    </dgm:pt>
    <dgm:pt modelId="{08B85135-7C9F-48BE-8F51-96CF8B41547A}" type="pres">
      <dgm:prSet presAssocID="{18BED041-ADFC-41F8-8B4C-32C328A6DB52}" presName="compNode" presStyleCnt="0"/>
      <dgm:spPr/>
    </dgm:pt>
    <dgm:pt modelId="{932D0F57-982A-4AB0-B31D-2CCB7156880A}" type="pres">
      <dgm:prSet presAssocID="{18BED041-ADFC-41F8-8B4C-32C328A6DB52}" presName="bgRect" presStyleLbl="bgShp" presStyleIdx="3" presStyleCnt="7"/>
      <dgm:spPr/>
    </dgm:pt>
    <dgm:pt modelId="{68E47ECE-FC59-4A03-9205-03DEBC912B8E}" type="pres">
      <dgm:prSet presAssocID="{18BED041-ADFC-41F8-8B4C-32C328A6DB5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353724D-FEBD-4922-BB7B-D0F4ED6A3607}" type="pres">
      <dgm:prSet presAssocID="{18BED041-ADFC-41F8-8B4C-32C328A6DB52}" presName="spaceRect" presStyleCnt="0"/>
      <dgm:spPr/>
    </dgm:pt>
    <dgm:pt modelId="{4ACC45B2-AD42-4601-9B74-98E170230918}" type="pres">
      <dgm:prSet presAssocID="{18BED041-ADFC-41F8-8B4C-32C328A6DB52}" presName="parTx" presStyleLbl="revTx" presStyleIdx="3" presStyleCnt="7">
        <dgm:presLayoutVars>
          <dgm:chMax val="0"/>
          <dgm:chPref val="0"/>
        </dgm:presLayoutVars>
      </dgm:prSet>
      <dgm:spPr/>
    </dgm:pt>
    <dgm:pt modelId="{6ADE16C6-AD1F-4EA4-9333-6A0F05A2226C}" type="pres">
      <dgm:prSet presAssocID="{3B07C366-EB2C-40B4-A606-04526B51F85F}" presName="sibTrans" presStyleCnt="0"/>
      <dgm:spPr/>
    </dgm:pt>
    <dgm:pt modelId="{75B86FDC-347A-485C-9C3E-88F3545895AD}" type="pres">
      <dgm:prSet presAssocID="{D9BB7949-BE0A-4E47-8361-ADA7D2322379}" presName="compNode" presStyleCnt="0"/>
      <dgm:spPr/>
    </dgm:pt>
    <dgm:pt modelId="{770014B4-94F0-4131-9BEA-5DF6EF8D06EC}" type="pres">
      <dgm:prSet presAssocID="{D9BB7949-BE0A-4E47-8361-ADA7D2322379}" presName="bgRect" presStyleLbl="bgShp" presStyleIdx="4" presStyleCnt="7"/>
      <dgm:spPr/>
    </dgm:pt>
    <dgm:pt modelId="{E1F8052D-66AC-420F-8CF6-B0C86176AA00}" type="pres">
      <dgm:prSet presAssocID="{D9BB7949-BE0A-4E47-8361-ADA7D232237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6C15AADB-2C58-411F-B9EE-19BCB3A36994}" type="pres">
      <dgm:prSet presAssocID="{D9BB7949-BE0A-4E47-8361-ADA7D2322379}" presName="spaceRect" presStyleCnt="0"/>
      <dgm:spPr/>
    </dgm:pt>
    <dgm:pt modelId="{E0DF3FD6-76AF-4356-8D38-7E75E9497228}" type="pres">
      <dgm:prSet presAssocID="{D9BB7949-BE0A-4E47-8361-ADA7D2322379}" presName="parTx" presStyleLbl="revTx" presStyleIdx="4" presStyleCnt="7">
        <dgm:presLayoutVars>
          <dgm:chMax val="0"/>
          <dgm:chPref val="0"/>
        </dgm:presLayoutVars>
      </dgm:prSet>
      <dgm:spPr/>
    </dgm:pt>
    <dgm:pt modelId="{50BBC45C-BA9A-478E-9AF1-098AC28BE5D6}" type="pres">
      <dgm:prSet presAssocID="{5EF1A5B5-BECE-4D88-ACE2-FABFA64952F4}" presName="sibTrans" presStyleCnt="0"/>
      <dgm:spPr/>
    </dgm:pt>
    <dgm:pt modelId="{B351E21B-9618-42B0-8707-2BAA7AFCA33A}" type="pres">
      <dgm:prSet presAssocID="{352D9D27-014B-409F-A2C2-92A116D22592}" presName="compNode" presStyleCnt="0"/>
      <dgm:spPr/>
    </dgm:pt>
    <dgm:pt modelId="{4F06E805-6BAC-4955-A739-DC731E1C26FA}" type="pres">
      <dgm:prSet presAssocID="{352D9D27-014B-409F-A2C2-92A116D22592}" presName="bgRect" presStyleLbl="bgShp" presStyleIdx="5" presStyleCnt="7"/>
      <dgm:spPr/>
    </dgm:pt>
    <dgm:pt modelId="{B019AC0F-1191-4382-B21E-713486AA2DDC}" type="pres">
      <dgm:prSet presAssocID="{352D9D27-014B-409F-A2C2-92A116D2259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C72F2F62-25B2-4EB2-9C08-B3FADCED6170}" type="pres">
      <dgm:prSet presAssocID="{352D9D27-014B-409F-A2C2-92A116D22592}" presName="spaceRect" presStyleCnt="0"/>
      <dgm:spPr/>
    </dgm:pt>
    <dgm:pt modelId="{C969163A-6D6E-4D34-857E-A642044D7164}" type="pres">
      <dgm:prSet presAssocID="{352D9D27-014B-409F-A2C2-92A116D22592}" presName="parTx" presStyleLbl="revTx" presStyleIdx="5" presStyleCnt="7">
        <dgm:presLayoutVars>
          <dgm:chMax val="0"/>
          <dgm:chPref val="0"/>
        </dgm:presLayoutVars>
      </dgm:prSet>
      <dgm:spPr/>
    </dgm:pt>
    <dgm:pt modelId="{397A881A-BB30-4914-AC08-C02CE3E4B5FD}" type="pres">
      <dgm:prSet presAssocID="{B951A69D-F130-4A38-BB3B-B713DA1B4762}" presName="sibTrans" presStyleCnt="0"/>
      <dgm:spPr/>
    </dgm:pt>
    <dgm:pt modelId="{DB74CE2A-8CD6-4C29-8C01-EE88656EB5B8}" type="pres">
      <dgm:prSet presAssocID="{2F6C2AE0-F6F1-4B6F-823E-927923F52323}" presName="compNode" presStyleCnt="0"/>
      <dgm:spPr/>
    </dgm:pt>
    <dgm:pt modelId="{73CEC0C6-E400-4DE1-86B9-841E1EBEEBE7}" type="pres">
      <dgm:prSet presAssocID="{2F6C2AE0-F6F1-4B6F-823E-927923F52323}" presName="bgRect" presStyleLbl="bgShp" presStyleIdx="6" presStyleCnt="7"/>
      <dgm:spPr/>
    </dgm:pt>
    <dgm:pt modelId="{87AAB909-BFAC-40F6-BB7E-11A77939C70E}" type="pres">
      <dgm:prSet presAssocID="{2F6C2AE0-F6F1-4B6F-823E-927923F5232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715160-3B04-4BC2-835C-36246DF28100}" type="pres">
      <dgm:prSet presAssocID="{2F6C2AE0-F6F1-4B6F-823E-927923F52323}" presName="spaceRect" presStyleCnt="0"/>
      <dgm:spPr/>
    </dgm:pt>
    <dgm:pt modelId="{B9C26AD1-1842-4480-B904-E7B07A5407D2}" type="pres">
      <dgm:prSet presAssocID="{2F6C2AE0-F6F1-4B6F-823E-927923F5232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09A3F01-C2E1-4C70-966D-27E010302359}" type="presOf" srcId="{2F6C2AE0-F6F1-4B6F-823E-927923F52323}" destId="{B9C26AD1-1842-4480-B904-E7B07A5407D2}" srcOrd="0" destOrd="0" presId="urn:microsoft.com/office/officeart/2018/2/layout/IconVerticalSolidList"/>
    <dgm:cxn modelId="{D5A45F1C-D809-44E5-8401-A34642FB5E53}" srcId="{E9DC211B-7B2B-4E47-8F83-C6CC75A7635F}" destId="{D9BB7949-BE0A-4E47-8361-ADA7D2322379}" srcOrd="4" destOrd="0" parTransId="{8E0B9768-F51D-4C11-9F5E-B76A03A87187}" sibTransId="{5EF1A5B5-BECE-4D88-ACE2-FABFA64952F4}"/>
    <dgm:cxn modelId="{8FD72625-0A9B-4372-B447-5D8EE22368D5}" type="presOf" srcId="{E9DC211B-7B2B-4E47-8F83-C6CC75A7635F}" destId="{D85921FB-3859-4854-8F7B-A500D3C362AD}" srcOrd="0" destOrd="0" presId="urn:microsoft.com/office/officeart/2018/2/layout/IconVerticalSolidList"/>
    <dgm:cxn modelId="{FD01952B-C6A3-424E-BBD4-6723BC3FD827}" srcId="{E9DC211B-7B2B-4E47-8F83-C6CC75A7635F}" destId="{18BED041-ADFC-41F8-8B4C-32C328A6DB52}" srcOrd="3" destOrd="0" parTransId="{C39E597A-FED3-4EB3-B2C5-9D04BFA2F271}" sibTransId="{3B07C366-EB2C-40B4-A606-04526B51F85F}"/>
    <dgm:cxn modelId="{DBC6B463-F8E1-4628-990D-9D9C2B8CFC8D}" type="presOf" srcId="{E79437F5-7B75-4AAE-BAB0-74852E0EC8AF}" destId="{E9D1D190-DB40-46D9-848F-33374852707A}" srcOrd="0" destOrd="0" presId="urn:microsoft.com/office/officeart/2018/2/layout/IconVerticalSolidList"/>
    <dgm:cxn modelId="{0B167267-3154-4FD4-8B92-2708A25C9FFB}" srcId="{E9DC211B-7B2B-4E47-8F83-C6CC75A7635F}" destId="{DF88E836-3047-4B7A-8B74-9DA24D08E0F8}" srcOrd="2" destOrd="0" parTransId="{13D96415-0A9E-4A00-BF2B-FF2CE5DF7DAC}" sibTransId="{088391C2-6CA2-4EC7-B888-0F778068D10F}"/>
    <dgm:cxn modelId="{AB84C967-0A07-448D-80B8-15735EC22E69}" srcId="{E9DC211B-7B2B-4E47-8F83-C6CC75A7635F}" destId="{2F6C2AE0-F6F1-4B6F-823E-927923F52323}" srcOrd="6" destOrd="0" parTransId="{94E2A9A9-0BFB-4F0C-9558-14975A442051}" sibTransId="{41F94BBD-2AE8-4D21-A642-D1A256DDF796}"/>
    <dgm:cxn modelId="{FC303548-6858-440C-A30C-2DFFBB24418D}" type="presOf" srcId="{4FC5D929-3DE7-4A29-899E-474AF534A609}" destId="{58F160C0-45CC-4230-9BD5-AE758A8D6721}" srcOrd="0" destOrd="0" presId="urn:microsoft.com/office/officeart/2018/2/layout/IconVerticalSolidList"/>
    <dgm:cxn modelId="{BCFA1D4E-F561-4A89-9D61-F7AE2E0F2DFB}" type="presOf" srcId="{352D9D27-014B-409F-A2C2-92A116D22592}" destId="{C969163A-6D6E-4D34-857E-A642044D7164}" srcOrd="0" destOrd="0" presId="urn:microsoft.com/office/officeart/2018/2/layout/IconVerticalSolidList"/>
    <dgm:cxn modelId="{2955247E-EA44-48EB-A9FC-065A6B102A18}" srcId="{E9DC211B-7B2B-4E47-8F83-C6CC75A7635F}" destId="{352D9D27-014B-409F-A2C2-92A116D22592}" srcOrd="5" destOrd="0" parTransId="{F117CD58-4F8C-42FB-B64E-DD56A82D4AFB}" sibTransId="{B951A69D-F130-4A38-BB3B-B713DA1B4762}"/>
    <dgm:cxn modelId="{8EA0D890-6F67-404C-8D9A-D087DE6AFF75}" type="presOf" srcId="{DF88E836-3047-4B7A-8B74-9DA24D08E0F8}" destId="{A47A6309-B3E1-4E5E-8DD2-18DCDA98698E}" srcOrd="0" destOrd="0" presId="urn:microsoft.com/office/officeart/2018/2/layout/IconVerticalSolidList"/>
    <dgm:cxn modelId="{BF7F4594-8BC8-4BC6-AF33-4FB200BAFD19}" type="presOf" srcId="{18BED041-ADFC-41F8-8B4C-32C328A6DB52}" destId="{4ACC45B2-AD42-4601-9B74-98E170230918}" srcOrd="0" destOrd="0" presId="urn:microsoft.com/office/officeart/2018/2/layout/IconVerticalSolidList"/>
    <dgm:cxn modelId="{C7BDAD97-E737-4B8F-B0C9-1E78D95828C9}" srcId="{E9DC211B-7B2B-4E47-8F83-C6CC75A7635F}" destId="{4FC5D929-3DE7-4A29-899E-474AF534A609}" srcOrd="1" destOrd="0" parTransId="{069A0BFD-796C-4716-BD2D-00116758AAD4}" sibTransId="{510D185E-C52C-4E02-9D23-46D8C3219915}"/>
    <dgm:cxn modelId="{8849C4D0-ACCE-49AB-B880-0D1CDF28A8F7}" srcId="{E9DC211B-7B2B-4E47-8F83-C6CC75A7635F}" destId="{E79437F5-7B75-4AAE-BAB0-74852E0EC8AF}" srcOrd="0" destOrd="0" parTransId="{C61516CA-73B3-4C23-975D-8B7033EA8B0C}" sibTransId="{E3B3E65F-5D93-4182-A600-8545F1A30FD1}"/>
    <dgm:cxn modelId="{5CB348EB-9383-46AB-9900-72164EC2FACF}" type="presOf" srcId="{D9BB7949-BE0A-4E47-8361-ADA7D2322379}" destId="{E0DF3FD6-76AF-4356-8D38-7E75E9497228}" srcOrd="0" destOrd="0" presId="urn:microsoft.com/office/officeart/2018/2/layout/IconVerticalSolidList"/>
    <dgm:cxn modelId="{54FC561A-9D54-46D4-AB22-F9EB4B24D9B3}" type="presParOf" srcId="{D85921FB-3859-4854-8F7B-A500D3C362AD}" destId="{F6489933-4556-42EC-9C12-51DB788BD93F}" srcOrd="0" destOrd="0" presId="urn:microsoft.com/office/officeart/2018/2/layout/IconVerticalSolidList"/>
    <dgm:cxn modelId="{2C3E8CE8-B6E6-4A08-83EE-81569CBD4E92}" type="presParOf" srcId="{F6489933-4556-42EC-9C12-51DB788BD93F}" destId="{41099AD7-7086-4D33-B2B1-63676E83E7E4}" srcOrd="0" destOrd="0" presId="urn:microsoft.com/office/officeart/2018/2/layout/IconVerticalSolidList"/>
    <dgm:cxn modelId="{A63A53B2-EE7C-4C18-A128-29D8528CEBD9}" type="presParOf" srcId="{F6489933-4556-42EC-9C12-51DB788BD93F}" destId="{AA09E18A-4F92-4F12-9155-75EF2F3FC62E}" srcOrd="1" destOrd="0" presId="urn:microsoft.com/office/officeart/2018/2/layout/IconVerticalSolidList"/>
    <dgm:cxn modelId="{8BE513B7-03CA-4DB7-9FC6-4DC5BD4B7D68}" type="presParOf" srcId="{F6489933-4556-42EC-9C12-51DB788BD93F}" destId="{6A29DBD5-A15E-4110-8C9C-9D561C440EAE}" srcOrd="2" destOrd="0" presId="urn:microsoft.com/office/officeart/2018/2/layout/IconVerticalSolidList"/>
    <dgm:cxn modelId="{A3D69935-F320-44C3-98FE-7299DE11D77F}" type="presParOf" srcId="{F6489933-4556-42EC-9C12-51DB788BD93F}" destId="{E9D1D190-DB40-46D9-848F-33374852707A}" srcOrd="3" destOrd="0" presId="urn:microsoft.com/office/officeart/2018/2/layout/IconVerticalSolidList"/>
    <dgm:cxn modelId="{134286B8-4EDE-4EEF-8CB5-620EE13A5186}" type="presParOf" srcId="{D85921FB-3859-4854-8F7B-A500D3C362AD}" destId="{DEB53223-22E3-4153-A2D3-CC7033AB5A06}" srcOrd="1" destOrd="0" presId="urn:microsoft.com/office/officeart/2018/2/layout/IconVerticalSolidList"/>
    <dgm:cxn modelId="{CAB4BFDC-38EC-4084-91EC-F6F006058581}" type="presParOf" srcId="{D85921FB-3859-4854-8F7B-A500D3C362AD}" destId="{478AC016-45D5-4D41-9208-61659CC39D8B}" srcOrd="2" destOrd="0" presId="urn:microsoft.com/office/officeart/2018/2/layout/IconVerticalSolidList"/>
    <dgm:cxn modelId="{2959353C-7C9C-4230-86CA-E1B400E3EC9B}" type="presParOf" srcId="{478AC016-45D5-4D41-9208-61659CC39D8B}" destId="{F1D9893C-340C-4D34-AC2C-B47433678193}" srcOrd="0" destOrd="0" presId="urn:microsoft.com/office/officeart/2018/2/layout/IconVerticalSolidList"/>
    <dgm:cxn modelId="{29D7ACE6-8AB3-4A1C-93A6-797C3BBA72FA}" type="presParOf" srcId="{478AC016-45D5-4D41-9208-61659CC39D8B}" destId="{3A490DB6-6635-482A-AE43-4EB5774B88F6}" srcOrd="1" destOrd="0" presId="urn:microsoft.com/office/officeart/2018/2/layout/IconVerticalSolidList"/>
    <dgm:cxn modelId="{8B0B05DD-CF7B-4C3D-94AE-F41C7501AC10}" type="presParOf" srcId="{478AC016-45D5-4D41-9208-61659CC39D8B}" destId="{B7BDD423-187D-4CF1-BCD1-A9E8FB9BEE50}" srcOrd="2" destOrd="0" presId="urn:microsoft.com/office/officeart/2018/2/layout/IconVerticalSolidList"/>
    <dgm:cxn modelId="{956C573F-0FCE-4CE3-9D52-C11120AD7A97}" type="presParOf" srcId="{478AC016-45D5-4D41-9208-61659CC39D8B}" destId="{58F160C0-45CC-4230-9BD5-AE758A8D6721}" srcOrd="3" destOrd="0" presId="urn:microsoft.com/office/officeart/2018/2/layout/IconVerticalSolidList"/>
    <dgm:cxn modelId="{2F493C3A-E86D-4E03-B4AF-616C0A5737BB}" type="presParOf" srcId="{D85921FB-3859-4854-8F7B-A500D3C362AD}" destId="{FDB3FA7E-008C-4CDB-9712-3E9D1A53FFE1}" srcOrd="3" destOrd="0" presId="urn:microsoft.com/office/officeart/2018/2/layout/IconVerticalSolidList"/>
    <dgm:cxn modelId="{6D48EB31-2A8F-49F4-B382-D04431BEF545}" type="presParOf" srcId="{D85921FB-3859-4854-8F7B-A500D3C362AD}" destId="{D4DDBD10-6E19-40C7-AD28-87DE21676C92}" srcOrd="4" destOrd="0" presId="urn:microsoft.com/office/officeart/2018/2/layout/IconVerticalSolidList"/>
    <dgm:cxn modelId="{0C7B06C6-C2B5-4734-B216-024C702817A0}" type="presParOf" srcId="{D4DDBD10-6E19-40C7-AD28-87DE21676C92}" destId="{DDF77F18-D511-4AC1-A08D-15896F8FD64D}" srcOrd="0" destOrd="0" presId="urn:microsoft.com/office/officeart/2018/2/layout/IconVerticalSolidList"/>
    <dgm:cxn modelId="{BAAF1B43-D92B-420E-8A36-6F2A8566D2EF}" type="presParOf" srcId="{D4DDBD10-6E19-40C7-AD28-87DE21676C92}" destId="{D6B11E9F-8144-4796-891B-5BC897FC783B}" srcOrd="1" destOrd="0" presId="urn:microsoft.com/office/officeart/2018/2/layout/IconVerticalSolidList"/>
    <dgm:cxn modelId="{1D3EBA04-9C91-491D-8BDB-BF7399097246}" type="presParOf" srcId="{D4DDBD10-6E19-40C7-AD28-87DE21676C92}" destId="{F6A651AB-93ED-4988-816F-FE9383D8605B}" srcOrd="2" destOrd="0" presId="urn:microsoft.com/office/officeart/2018/2/layout/IconVerticalSolidList"/>
    <dgm:cxn modelId="{752C4FC1-4719-4299-B1D1-5C8717D90242}" type="presParOf" srcId="{D4DDBD10-6E19-40C7-AD28-87DE21676C92}" destId="{A47A6309-B3E1-4E5E-8DD2-18DCDA98698E}" srcOrd="3" destOrd="0" presId="urn:microsoft.com/office/officeart/2018/2/layout/IconVerticalSolidList"/>
    <dgm:cxn modelId="{FC46CC9B-D467-4B5A-AB34-0D39A679E8E7}" type="presParOf" srcId="{D85921FB-3859-4854-8F7B-A500D3C362AD}" destId="{588EB9AE-5D04-4E3C-8B07-0D415B63F747}" srcOrd="5" destOrd="0" presId="urn:microsoft.com/office/officeart/2018/2/layout/IconVerticalSolidList"/>
    <dgm:cxn modelId="{C1CD9BC2-010F-45E1-8A8A-CC44786CE047}" type="presParOf" srcId="{D85921FB-3859-4854-8F7B-A500D3C362AD}" destId="{08B85135-7C9F-48BE-8F51-96CF8B41547A}" srcOrd="6" destOrd="0" presId="urn:microsoft.com/office/officeart/2018/2/layout/IconVerticalSolidList"/>
    <dgm:cxn modelId="{B70CCF3A-86DD-45E6-8DD9-6ABFB025035A}" type="presParOf" srcId="{08B85135-7C9F-48BE-8F51-96CF8B41547A}" destId="{932D0F57-982A-4AB0-B31D-2CCB7156880A}" srcOrd="0" destOrd="0" presId="urn:microsoft.com/office/officeart/2018/2/layout/IconVerticalSolidList"/>
    <dgm:cxn modelId="{404F7733-2F62-43B7-9159-6B31AB588113}" type="presParOf" srcId="{08B85135-7C9F-48BE-8F51-96CF8B41547A}" destId="{68E47ECE-FC59-4A03-9205-03DEBC912B8E}" srcOrd="1" destOrd="0" presId="urn:microsoft.com/office/officeart/2018/2/layout/IconVerticalSolidList"/>
    <dgm:cxn modelId="{38D99234-3B68-41B1-A340-E259115346C1}" type="presParOf" srcId="{08B85135-7C9F-48BE-8F51-96CF8B41547A}" destId="{C353724D-FEBD-4922-BB7B-D0F4ED6A3607}" srcOrd="2" destOrd="0" presId="urn:microsoft.com/office/officeart/2018/2/layout/IconVerticalSolidList"/>
    <dgm:cxn modelId="{0DB68EF3-757F-49EB-9EFD-BF81209A81B2}" type="presParOf" srcId="{08B85135-7C9F-48BE-8F51-96CF8B41547A}" destId="{4ACC45B2-AD42-4601-9B74-98E170230918}" srcOrd="3" destOrd="0" presId="urn:microsoft.com/office/officeart/2018/2/layout/IconVerticalSolidList"/>
    <dgm:cxn modelId="{7FDF0A9C-274D-4290-BF0D-5FC7A3B4968D}" type="presParOf" srcId="{D85921FB-3859-4854-8F7B-A500D3C362AD}" destId="{6ADE16C6-AD1F-4EA4-9333-6A0F05A2226C}" srcOrd="7" destOrd="0" presId="urn:microsoft.com/office/officeart/2018/2/layout/IconVerticalSolidList"/>
    <dgm:cxn modelId="{4DC1BE42-4841-447D-AB90-BD1A1DC1A531}" type="presParOf" srcId="{D85921FB-3859-4854-8F7B-A500D3C362AD}" destId="{75B86FDC-347A-485C-9C3E-88F3545895AD}" srcOrd="8" destOrd="0" presId="urn:microsoft.com/office/officeart/2018/2/layout/IconVerticalSolidList"/>
    <dgm:cxn modelId="{9A0C8A67-3CBD-47ED-9E26-EB51E0B2533F}" type="presParOf" srcId="{75B86FDC-347A-485C-9C3E-88F3545895AD}" destId="{770014B4-94F0-4131-9BEA-5DF6EF8D06EC}" srcOrd="0" destOrd="0" presId="urn:microsoft.com/office/officeart/2018/2/layout/IconVerticalSolidList"/>
    <dgm:cxn modelId="{018120BB-7911-4123-826B-76D88E244521}" type="presParOf" srcId="{75B86FDC-347A-485C-9C3E-88F3545895AD}" destId="{E1F8052D-66AC-420F-8CF6-B0C86176AA00}" srcOrd="1" destOrd="0" presId="urn:microsoft.com/office/officeart/2018/2/layout/IconVerticalSolidList"/>
    <dgm:cxn modelId="{982B86F1-771A-4373-A7E9-3DC1440C5CA8}" type="presParOf" srcId="{75B86FDC-347A-485C-9C3E-88F3545895AD}" destId="{6C15AADB-2C58-411F-B9EE-19BCB3A36994}" srcOrd="2" destOrd="0" presId="urn:microsoft.com/office/officeart/2018/2/layout/IconVerticalSolidList"/>
    <dgm:cxn modelId="{0785B191-3A67-489A-8B45-003420D8B6B7}" type="presParOf" srcId="{75B86FDC-347A-485C-9C3E-88F3545895AD}" destId="{E0DF3FD6-76AF-4356-8D38-7E75E9497228}" srcOrd="3" destOrd="0" presId="urn:microsoft.com/office/officeart/2018/2/layout/IconVerticalSolidList"/>
    <dgm:cxn modelId="{343BAB80-FFBA-4A71-855F-A518205385BA}" type="presParOf" srcId="{D85921FB-3859-4854-8F7B-A500D3C362AD}" destId="{50BBC45C-BA9A-478E-9AF1-098AC28BE5D6}" srcOrd="9" destOrd="0" presId="urn:microsoft.com/office/officeart/2018/2/layout/IconVerticalSolidList"/>
    <dgm:cxn modelId="{E5724CA0-E6CF-4B73-B09B-80104D9415D5}" type="presParOf" srcId="{D85921FB-3859-4854-8F7B-A500D3C362AD}" destId="{B351E21B-9618-42B0-8707-2BAA7AFCA33A}" srcOrd="10" destOrd="0" presId="urn:microsoft.com/office/officeart/2018/2/layout/IconVerticalSolidList"/>
    <dgm:cxn modelId="{3E062922-2822-4283-A8AA-B15047DF0017}" type="presParOf" srcId="{B351E21B-9618-42B0-8707-2BAA7AFCA33A}" destId="{4F06E805-6BAC-4955-A739-DC731E1C26FA}" srcOrd="0" destOrd="0" presId="urn:microsoft.com/office/officeart/2018/2/layout/IconVerticalSolidList"/>
    <dgm:cxn modelId="{1A4369E4-0EB3-4B07-9EC6-E1F5B7066165}" type="presParOf" srcId="{B351E21B-9618-42B0-8707-2BAA7AFCA33A}" destId="{B019AC0F-1191-4382-B21E-713486AA2DDC}" srcOrd="1" destOrd="0" presId="urn:microsoft.com/office/officeart/2018/2/layout/IconVerticalSolidList"/>
    <dgm:cxn modelId="{2C510391-DFC7-4668-9F80-E0744ED220D9}" type="presParOf" srcId="{B351E21B-9618-42B0-8707-2BAA7AFCA33A}" destId="{C72F2F62-25B2-4EB2-9C08-B3FADCED6170}" srcOrd="2" destOrd="0" presId="urn:microsoft.com/office/officeart/2018/2/layout/IconVerticalSolidList"/>
    <dgm:cxn modelId="{BC539FE1-26E7-4747-9FBA-4FDE88FDAE3C}" type="presParOf" srcId="{B351E21B-9618-42B0-8707-2BAA7AFCA33A}" destId="{C969163A-6D6E-4D34-857E-A642044D7164}" srcOrd="3" destOrd="0" presId="urn:microsoft.com/office/officeart/2018/2/layout/IconVerticalSolidList"/>
    <dgm:cxn modelId="{F4EC3D97-F617-4C6B-AEEE-066B720E5466}" type="presParOf" srcId="{D85921FB-3859-4854-8F7B-A500D3C362AD}" destId="{397A881A-BB30-4914-AC08-C02CE3E4B5FD}" srcOrd="11" destOrd="0" presId="urn:microsoft.com/office/officeart/2018/2/layout/IconVerticalSolidList"/>
    <dgm:cxn modelId="{9C6130D3-70AD-41C9-B2D5-A757233F6C0A}" type="presParOf" srcId="{D85921FB-3859-4854-8F7B-A500D3C362AD}" destId="{DB74CE2A-8CD6-4C29-8C01-EE88656EB5B8}" srcOrd="12" destOrd="0" presId="urn:microsoft.com/office/officeart/2018/2/layout/IconVerticalSolidList"/>
    <dgm:cxn modelId="{56E89017-50AB-4F58-9073-2A2C260FEC91}" type="presParOf" srcId="{DB74CE2A-8CD6-4C29-8C01-EE88656EB5B8}" destId="{73CEC0C6-E400-4DE1-86B9-841E1EBEEBE7}" srcOrd="0" destOrd="0" presId="urn:microsoft.com/office/officeart/2018/2/layout/IconVerticalSolidList"/>
    <dgm:cxn modelId="{E8A733AA-8A1B-43A3-AE7B-A33FF688816E}" type="presParOf" srcId="{DB74CE2A-8CD6-4C29-8C01-EE88656EB5B8}" destId="{87AAB909-BFAC-40F6-BB7E-11A77939C70E}" srcOrd="1" destOrd="0" presId="urn:microsoft.com/office/officeart/2018/2/layout/IconVerticalSolidList"/>
    <dgm:cxn modelId="{35FE54EA-D4C7-4969-82A5-5C60BAD4632E}" type="presParOf" srcId="{DB74CE2A-8CD6-4C29-8C01-EE88656EB5B8}" destId="{7E715160-3B04-4BC2-835C-36246DF28100}" srcOrd="2" destOrd="0" presId="urn:microsoft.com/office/officeart/2018/2/layout/IconVerticalSolidList"/>
    <dgm:cxn modelId="{1486BA3E-4E6D-4073-AED5-7BCD36FE7D12}" type="presParOf" srcId="{DB74CE2A-8CD6-4C29-8C01-EE88656EB5B8}" destId="{B9C26AD1-1842-4480-B904-E7B07A5407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CCACCB9-650A-4173-870D-D75D939951B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2F1578-DD3C-4E1E-9020-938F6BCE55C5}">
      <dgm:prSet/>
      <dgm:spPr/>
      <dgm:t>
        <a:bodyPr/>
        <a:lstStyle/>
        <a:p>
          <a:r>
            <a:rPr lang="es-ES"/>
            <a:t>Principio económico: a largo plazo, los salarios reales no pueden crecer más rápido que la productividad de manera sostenida</a:t>
          </a:r>
          <a:endParaRPr lang="en-US"/>
        </a:p>
      </dgm:t>
    </dgm:pt>
    <dgm:pt modelId="{FE4427A9-AEBE-454D-BFD8-3E38051E79CA}" type="parTrans" cxnId="{5CB4FF7B-9F96-4783-9351-730B5639FD76}">
      <dgm:prSet/>
      <dgm:spPr/>
      <dgm:t>
        <a:bodyPr/>
        <a:lstStyle/>
        <a:p>
          <a:endParaRPr lang="en-US"/>
        </a:p>
      </dgm:t>
    </dgm:pt>
    <dgm:pt modelId="{4E82FDE6-E7A8-4886-9C9E-0ACC220210D3}" type="sibTrans" cxnId="{5CB4FF7B-9F96-4783-9351-730B5639FD76}">
      <dgm:prSet/>
      <dgm:spPr/>
      <dgm:t>
        <a:bodyPr/>
        <a:lstStyle/>
        <a:p>
          <a:endParaRPr lang="en-US"/>
        </a:p>
      </dgm:t>
    </dgm:pt>
    <dgm:pt modelId="{5A10D1AB-AF45-4C73-920A-04DAB6EB72D7}">
      <dgm:prSet/>
      <dgm:spPr/>
      <dgm:t>
        <a:bodyPr/>
        <a:lstStyle/>
        <a:p>
          <a:r>
            <a:rPr lang="es-ES"/>
            <a:t>Mayor productividad permite mayor crecimiento salarial sin generar inflación</a:t>
          </a:r>
          <a:endParaRPr lang="en-US"/>
        </a:p>
      </dgm:t>
    </dgm:pt>
    <dgm:pt modelId="{0574F7BD-5470-4689-8183-CAA47827DC76}" type="parTrans" cxnId="{EBC4A25E-BE5F-4045-BF43-216CD9E976E3}">
      <dgm:prSet/>
      <dgm:spPr/>
      <dgm:t>
        <a:bodyPr/>
        <a:lstStyle/>
        <a:p>
          <a:endParaRPr lang="en-US"/>
        </a:p>
      </dgm:t>
    </dgm:pt>
    <dgm:pt modelId="{51A00EEB-F0E7-43B6-B591-669595425ED0}" type="sibTrans" cxnId="{EBC4A25E-BE5F-4045-BF43-216CD9E976E3}">
      <dgm:prSet/>
      <dgm:spPr/>
      <dgm:t>
        <a:bodyPr/>
        <a:lstStyle/>
        <a:p>
          <a:endParaRPr lang="en-US"/>
        </a:p>
      </dgm:t>
    </dgm:pt>
    <dgm:pt modelId="{F3B10804-0B91-4D1C-AB96-F79A139CA842}">
      <dgm:prSet/>
      <dgm:spPr/>
      <dgm:t>
        <a:bodyPr/>
        <a:lstStyle/>
        <a:p>
          <a:r>
            <a:rPr lang="es-ES"/>
            <a:t>Si un trabajador produce más valor, la empresa puede pagar más sin aumentar precios</a:t>
          </a:r>
          <a:endParaRPr lang="en-US"/>
        </a:p>
      </dgm:t>
    </dgm:pt>
    <dgm:pt modelId="{0BF1B898-0AE8-430F-B420-6B06F51F9F89}" type="parTrans" cxnId="{44BAF157-54BA-4574-9F92-96F2B8C27051}">
      <dgm:prSet/>
      <dgm:spPr/>
      <dgm:t>
        <a:bodyPr/>
        <a:lstStyle/>
        <a:p>
          <a:endParaRPr lang="en-US"/>
        </a:p>
      </dgm:t>
    </dgm:pt>
    <dgm:pt modelId="{C187ACFF-2031-4451-8861-35D217D1C152}" type="sibTrans" cxnId="{44BAF157-54BA-4574-9F92-96F2B8C27051}">
      <dgm:prSet/>
      <dgm:spPr/>
      <dgm:t>
        <a:bodyPr/>
        <a:lstStyle/>
        <a:p>
          <a:endParaRPr lang="en-US"/>
        </a:p>
      </dgm:t>
    </dgm:pt>
    <dgm:pt modelId="{80C66431-9158-4B79-8E6D-AFAF60AD1962}">
      <dgm:prSet/>
      <dgm:spPr/>
      <dgm:t>
        <a:bodyPr/>
        <a:lstStyle/>
        <a:p>
          <a:r>
            <a:rPr lang="es-ES"/>
            <a:t>Crecimientos salariales sostenibles deben ir acompañados de ganancias de productividad</a:t>
          </a:r>
          <a:endParaRPr lang="en-US"/>
        </a:p>
      </dgm:t>
    </dgm:pt>
    <dgm:pt modelId="{5EC80F22-F3D5-4C3C-A782-B1E9A22F0288}" type="parTrans" cxnId="{89029BA4-AD32-4361-9F75-2942619D7C63}">
      <dgm:prSet/>
      <dgm:spPr/>
      <dgm:t>
        <a:bodyPr/>
        <a:lstStyle/>
        <a:p>
          <a:endParaRPr lang="en-US"/>
        </a:p>
      </dgm:t>
    </dgm:pt>
    <dgm:pt modelId="{21B4B267-4266-45CC-BE89-38C3F876905F}" type="sibTrans" cxnId="{89029BA4-AD32-4361-9F75-2942619D7C63}">
      <dgm:prSet/>
      <dgm:spPr/>
      <dgm:t>
        <a:bodyPr/>
        <a:lstStyle/>
        <a:p>
          <a:endParaRPr lang="en-US"/>
        </a:p>
      </dgm:t>
    </dgm:pt>
    <dgm:pt modelId="{C81DC187-40AF-40D9-90DB-910C918876E2}">
      <dgm:prSet/>
      <dgm:spPr/>
      <dgm:t>
        <a:bodyPr/>
        <a:lstStyle/>
        <a:p>
          <a:r>
            <a:rPr lang="es-ES"/>
            <a:t>Las políticas que fomentan la productividad son cruciales para el bienestar económico a largo plazo</a:t>
          </a:r>
          <a:endParaRPr lang="en-US"/>
        </a:p>
      </dgm:t>
    </dgm:pt>
    <dgm:pt modelId="{A632E6A2-983B-4BD1-A6C1-C99DCDC437DE}" type="parTrans" cxnId="{3BA230FF-8EFE-4F4E-A280-300E92E952F6}">
      <dgm:prSet/>
      <dgm:spPr/>
      <dgm:t>
        <a:bodyPr/>
        <a:lstStyle/>
        <a:p>
          <a:endParaRPr lang="en-US"/>
        </a:p>
      </dgm:t>
    </dgm:pt>
    <dgm:pt modelId="{81B7A7BA-BC15-4E1B-A83A-CB731D8522F5}" type="sibTrans" cxnId="{3BA230FF-8EFE-4F4E-A280-300E92E952F6}">
      <dgm:prSet/>
      <dgm:spPr/>
      <dgm:t>
        <a:bodyPr/>
        <a:lstStyle/>
        <a:p>
          <a:endParaRPr lang="en-US"/>
        </a:p>
      </dgm:t>
    </dgm:pt>
    <dgm:pt modelId="{8A100F67-14AD-4654-B0D9-B1FD3ABD171D}" type="pres">
      <dgm:prSet presAssocID="{FCCACCB9-650A-4173-870D-D75D939951B3}" presName="linear" presStyleCnt="0">
        <dgm:presLayoutVars>
          <dgm:animLvl val="lvl"/>
          <dgm:resizeHandles val="exact"/>
        </dgm:presLayoutVars>
      </dgm:prSet>
      <dgm:spPr/>
    </dgm:pt>
    <dgm:pt modelId="{52F6B833-97FA-4FC0-A77D-A32303F2F9EB}" type="pres">
      <dgm:prSet presAssocID="{EC2F1578-DD3C-4E1E-9020-938F6BCE55C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06CFE67-E331-4C72-8523-3C9510EC8AFA}" type="pres">
      <dgm:prSet presAssocID="{4E82FDE6-E7A8-4886-9C9E-0ACC220210D3}" presName="spacer" presStyleCnt="0"/>
      <dgm:spPr/>
    </dgm:pt>
    <dgm:pt modelId="{6CF08A26-8129-448E-94E3-1EBE413C7B24}" type="pres">
      <dgm:prSet presAssocID="{5A10D1AB-AF45-4C73-920A-04DAB6EB72D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48D1AE3-AA74-48E4-915F-89406F29EE7F}" type="pres">
      <dgm:prSet presAssocID="{51A00EEB-F0E7-43B6-B591-669595425ED0}" presName="spacer" presStyleCnt="0"/>
      <dgm:spPr/>
    </dgm:pt>
    <dgm:pt modelId="{258C9ABC-3972-4436-BF16-01BEABDE5C4C}" type="pres">
      <dgm:prSet presAssocID="{F3B10804-0B91-4D1C-AB96-F79A139CA84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284B404-6B2C-47F1-87E6-1ADEC70E8225}" type="pres">
      <dgm:prSet presAssocID="{C187ACFF-2031-4451-8861-35D217D1C152}" presName="spacer" presStyleCnt="0"/>
      <dgm:spPr/>
    </dgm:pt>
    <dgm:pt modelId="{E3A5D0CF-9FEC-4792-B123-56DA66675A73}" type="pres">
      <dgm:prSet presAssocID="{80C66431-9158-4B79-8E6D-AFAF60AD196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E5DDA93-C3A8-45C0-A13C-9FAEC64BF78A}" type="pres">
      <dgm:prSet presAssocID="{21B4B267-4266-45CC-BE89-38C3F876905F}" presName="spacer" presStyleCnt="0"/>
      <dgm:spPr/>
    </dgm:pt>
    <dgm:pt modelId="{A712D52D-6911-4A5F-9ECF-5A72495A7F84}" type="pres">
      <dgm:prSet presAssocID="{C81DC187-40AF-40D9-90DB-910C918876E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21DF409-CBC6-48AA-860F-6E057773DBCD}" type="presOf" srcId="{C81DC187-40AF-40D9-90DB-910C918876E2}" destId="{A712D52D-6911-4A5F-9ECF-5A72495A7F84}" srcOrd="0" destOrd="0" presId="urn:microsoft.com/office/officeart/2005/8/layout/vList2"/>
    <dgm:cxn modelId="{2B8B1F0B-D2F1-4D84-9006-158073772B8E}" type="presOf" srcId="{80C66431-9158-4B79-8E6D-AFAF60AD1962}" destId="{E3A5D0CF-9FEC-4792-B123-56DA66675A73}" srcOrd="0" destOrd="0" presId="urn:microsoft.com/office/officeart/2005/8/layout/vList2"/>
    <dgm:cxn modelId="{AB9E3E23-B27C-4D15-9BB5-296B07130A56}" type="presOf" srcId="{5A10D1AB-AF45-4C73-920A-04DAB6EB72D7}" destId="{6CF08A26-8129-448E-94E3-1EBE413C7B24}" srcOrd="0" destOrd="0" presId="urn:microsoft.com/office/officeart/2005/8/layout/vList2"/>
    <dgm:cxn modelId="{44700D2C-826B-46FB-A715-BF1568D1E0AD}" type="presOf" srcId="{F3B10804-0B91-4D1C-AB96-F79A139CA842}" destId="{258C9ABC-3972-4436-BF16-01BEABDE5C4C}" srcOrd="0" destOrd="0" presId="urn:microsoft.com/office/officeart/2005/8/layout/vList2"/>
    <dgm:cxn modelId="{EBC4A25E-BE5F-4045-BF43-216CD9E976E3}" srcId="{FCCACCB9-650A-4173-870D-D75D939951B3}" destId="{5A10D1AB-AF45-4C73-920A-04DAB6EB72D7}" srcOrd="1" destOrd="0" parTransId="{0574F7BD-5470-4689-8183-CAA47827DC76}" sibTransId="{51A00EEB-F0E7-43B6-B591-669595425ED0}"/>
    <dgm:cxn modelId="{44BAF157-54BA-4574-9F92-96F2B8C27051}" srcId="{FCCACCB9-650A-4173-870D-D75D939951B3}" destId="{F3B10804-0B91-4D1C-AB96-F79A139CA842}" srcOrd="2" destOrd="0" parTransId="{0BF1B898-0AE8-430F-B420-6B06F51F9F89}" sibTransId="{C187ACFF-2031-4451-8861-35D217D1C152}"/>
    <dgm:cxn modelId="{5CB4FF7B-9F96-4783-9351-730B5639FD76}" srcId="{FCCACCB9-650A-4173-870D-D75D939951B3}" destId="{EC2F1578-DD3C-4E1E-9020-938F6BCE55C5}" srcOrd="0" destOrd="0" parTransId="{FE4427A9-AEBE-454D-BFD8-3E38051E79CA}" sibTransId="{4E82FDE6-E7A8-4886-9C9E-0ACC220210D3}"/>
    <dgm:cxn modelId="{6D74BE93-BE3C-481A-820D-4C0073772BF2}" type="presOf" srcId="{EC2F1578-DD3C-4E1E-9020-938F6BCE55C5}" destId="{52F6B833-97FA-4FC0-A77D-A32303F2F9EB}" srcOrd="0" destOrd="0" presId="urn:microsoft.com/office/officeart/2005/8/layout/vList2"/>
    <dgm:cxn modelId="{89029BA4-AD32-4361-9F75-2942619D7C63}" srcId="{FCCACCB9-650A-4173-870D-D75D939951B3}" destId="{80C66431-9158-4B79-8E6D-AFAF60AD1962}" srcOrd="3" destOrd="0" parTransId="{5EC80F22-F3D5-4C3C-A782-B1E9A22F0288}" sibTransId="{21B4B267-4266-45CC-BE89-38C3F876905F}"/>
    <dgm:cxn modelId="{27058DFA-1939-4415-B838-35B71A78BF75}" type="presOf" srcId="{FCCACCB9-650A-4173-870D-D75D939951B3}" destId="{8A100F67-14AD-4654-B0D9-B1FD3ABD171D}" srcOrd="0" destOrd="0" presId="urn:microsoft.com/office/officeart/2005/8/layout/vList2"/>
    <dgm:cxn modelId="{3BA230FF-8EFE-4F4E-A280-300E92E952F6}" srcId="{FCCACCB9-650A-4173-870D-D75D939951B3}" destId="{C81DC187-40AF-40D9-90DB-910C918876E2}" srcOrd="4" destOrd="0" parTransId="{A632E6A2-983B-4BD1-A6C1-C99DCDC437DE}" sibTransId="{81B7A7BA-BC15-4E1B-A83A-CB731D8522F5}"/>
    <dgm:cxn modelId="{5A65DC3C-E7C4-4A44-BC42-D20925268817}" type="presParOf" srcId="{8A100F67-14AD-4654-B0D9-B1FD3ABD171D}" destId="{52F6B833-97FA-4FC0-A77D-A32303F2F9EB}" srcOrd="0" destOrd="0" presId="urn:microsoft.com/office/officeart/2005/8/layout/vList2"/>
    <dgm:cxn modelId="{EF41110D-6AF4-42EF-8684-6D034A823F1F}" type="presParOf" srcId="{8A100F67-14AD-4654-B0D9-B1FD3ABD171D}" destId="{106CFE67-E331-4C72-8523-3C9510EC8AFA}" srcOrd="1" destOrd="0" presId="urn:microsoft.com/office/officeart/2005/8/layout/vList2"/>
    <dgm:cxn modelId="{42FE4F00-C0E7-4138-A8C3-55FABDC6A0E5}" type="presParOf" srcId="{8A100F67-14AD-4654-B0D9-B1FD3ABD171D}" destId="{6CF08A26-8129-448E-94E3-1EBE413C7B24}" srcOrd="2" destOrd="0" presId="urn:microsoft.com/office/officeart/2005/8/layout/vList2"/>
    <dgm:cxn modelId="{D1E295A2-6A75-4497-955D-A8A5F095CD4E}" type="presParOf" srcId="{8A100F67-14AD-4654-B0D9-B1FD3ABD171D}" destId="{448D1AE3-AA74-48E4-915F-89406F29EE7F}" srcOrd="3" destOrd="0" presId="urn:microsoft.com/office/officeart/2005/8/layout/vList2"/>
    <dgm:cxn modelId="{38A5D46D-A0CD-4086-A488-17DCFF8017F1}" type="presParOf" srcId="{8A100F67-14AD-4654-B0D9-B1FD3ABD171D}" destId="{258C9ABC-3972-4436-BF16-01BEABDE5C4C}" srcOrd="4" destOrd="0" presId="urn:microsoft.com/office/officeart/2005/8/layout/vList2"/>
    <dgm:cxn modelId="{059C2B1C-EEAC-4F93-B1F6-470A2E76CBAE}" type="presParOf" srcId="{8A100F67-14AD-4654-B0D9-B1FD3ABD171D}" destId="{7284B404-6B2C-47F1-87E6-1ADEC70E8225}" srcOrd="5" destOrd="0" presId="urn:microsoft.com/office/officeart/2005/8/layout/vList2"/>
    <dgm:cxn modelId="{5798920A-9E57-4DF4-9A69-0050DC9EA3AC}" type="presParOf" srcId="{8A100F67-14AD-4654-B0D9-B1FD3ABD171D}" destId="{E3A5D0CF-9FEC-4792-B123-56DA66675A73}" srcOrd="6" destOrd="0" presId="urn:microsoft.com/office/officeart/2005/8/layout/vList2"/>
    <dgm:cxn modelId="{CE6650BF-0B42-4765-A78E-408B727540B4}" type="presParOf" srcId="{8A100F67-14AD-4654-B0D9-B1FD3ABD171D}" destId="{EE5DDA93-C3A8-45C0-A13C-9FAEC64BF78A}" srcOrd="7" destOrd="0" presId="urn:microsoft.com/office/officeart/2005/8/layout/vList2"/>
    <dgm:cxn modelId="{6FD9C4E2-B75E-456B-9460-5EF37365B1CE}" type="presParOf" srcId="{8A100F67-14AD-4654-B0D9-B1FD3ABD171D}" destId="{A712D52D-6911-4A5F-9ECF-5A72495A7F8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09D737F-E25E-48E2-B2C8-CC77DA824AC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F54388-1519-499C-BD4B-979CE416DCA4}">
      <dgm:prSet/>
      <dgm:spPr/>
      <dgm:t>
        <a:bodyPr/>
        <a:lstStyle/>
        <a:p>
          <a:r>
            <a:rPr lang="es-ES"/>
            <a:t>La relación entre productividad y salarios no es automática</a:t>
          </a:r>
          <a:endParaRPr lang="en-US"/>
        </a:p>
      </dgm:t>
    </dgm:pt>
    <dgm:pt modelId="{5D62000F-F3A9-4264-AEE5-F47A20F24F2C}" type="parTrans" cxnId="{1B782CBF-FE57-4D43-AE49-F13901C8B476}">
      <dgm:prSet/>
      <dgm:spPr/>
      <dgm:t>
        <a:bodyPr/>
        <a:lstStyle/>
        <a:p>
          <a:endParaRPr lang="en-US"/>
        </a:p>
      </dgm:t>
    </dgm:pt>
    <dgm:pt modelId="{2D966277-DFF8-418D-856D-C8E91AFA927A}" type="sibTrans" cxnId="{1B782CBF-FE57-4D43-AE49-F13901C8B476}">
      <dgm:prSet/>
      <dgm:spPr/>
      <dgm:t>
        <a:bodyPr/>
        <a:lstStyle/>
        <a:p>
          <a:endParaRPr lang="en-US"/>
        </a:p>
      </dgm:t>
    </dgm:pt>
    <dgm:pt modelId="{E5CD34CD-A89A-47F1-A5CF-EC71A969B286}">
      <dgm:prSet/>
      <dgm:spPr/>
      <dgm:t>
        <a:bodyPr/>
        <a:lstStyle/>
        <a:p>
          <a:r>
            <a:rPr lang="es-ES"/>
            <a:t>Factores influyentes:</a:t>
          </a:r>
          <a:endParaRPr lang="en-US"/>
        </a:p>
      </dgm:t>
    </dgm:pt>
    <dgm:pt modelId="{D44956BA-62CD-4D3D-B502-1DDC9870DFA2}" type="parTrans" cxnId="{5EE26271-0E6C-4BA8-92D4-0718BFD3A79C}">
      <dgm:prSet/>
      <dgm:spPr/>
      <dgm:t>
        <a:bodyPr/>
        <a:lstStyle/>
        <a:p>
          <a:endParaRPr lang="en-US"/>
        </a:p>
      </dgm:t>
    </dgm:pt>
    <dgm:pt modelId="{7DA0DF9E-8286-4D72-A58B-4E758C01896C}" type="sibTrans" cxnId="{5EE26271-0E6C-4BA8-92D4-0718BFD3A79C}">
      <dgm:prSet/>
      <dgm:spPr/>
      <dgm:t>
        <a:bodyPr/>
        <a:lstStyle/>
        <a:p>
          <a:endParaRPr lang="en-US"/>
        </a:p>
      </dgm:t>
    </dgm:pt>
    <dgm:pt modelId="{05882603-2C23-4B94-A307-688BCDB0C202}">
      <dgm:prSet/>
      <dgm:spPr/>
      <dgm:t>
        <a:bodyPr/>
        <a:lstStyle/>
        <a:p>
          <a:r>
            <a:rPr lang="es-ES"/>
            <a:t>Poder de negociación de los trabajadores</a:t>
          </a:r>
          <a:endParaRPr lang="en-US"/>
        </a:p>
      </dgm:t>
    </dgm:pt>
    <dgm:pt modelId="{D8DF0B2C-4041-4F8E-A5AD-55F9AC11B221}" type="parTrans" cxnId="{18A2ACF4-6384-4F7C-9EA8-280466BA12ED}">
      <dgm:prSet/>
      <dgm:spPr/>
      <dgm:t>
        <a:bodyPr/>
        <a:lstStyle/>
        <a:p>
          <a:endParaRPr lang="en-US"/>
        </a:p>
      </dgm:t>
    </dgm:pt>
    <dgm:pt modelId="{2475F9EF-1454-4AFC-B629-3D3659500307}" type="sibTrans" cxnId="{18A2ACF4-6384-4F7C-9EA8-280466BA12ED}">
      <dgm:prSet/>
      <dgm:spPr/>
      <dgm:t>
        <a:bodyPr/>
        <a:lstStyle/>
        <a:p>
          <a:endParaRPr lang="en-US"/>
        </a:p>
      </dgm:t>
    </dgm:pt>
    <dgm:pt modelId="{B9EB65B1-AA6C-48DA-AF67-761B946CACA9}">
      <dgm:prSet/>
      <dgm:spPr/>
      <dgm:t>
        <a:bodyPr/>
        <a:lstStyle/>
        <a:p>
          <a:r>
            <a:rPr lang="es-ES"/>
            <a:t>Estructura del mercado laboral</a:t>
          </a:r>
          <a:endParaRPr lang="en-US"/>
        </a:p>
      </dgm:t>
    </dgm:pt>
    <dgm:pt modelId="{3F8A1956-E1CE-4339-A70B-C9960E154F10}" type="parTrans" cxnId="{4FAC7A55-D671-4AE1-B49B-2847ACEDDD10}">
      <dgm:prSet/>
      <dgm:spPr/>
      <dgm:t>
        <a:bodyPr/>
        <a:lstStyle/>
        <a:p>
          <a:endParaRPr lang="en-US"/>
        </a:p>
      </dgm:t>
    </dgm:pt>
    <dgm:pt modelId="{4B81F6CD-3A21-400F-9235-617FD0B39987}" type="sibTrans" cxnId="{4FAC7A55-D671-4AE1-B49B-2847ACEDDD10}">
      <dgm:prSet/>
      <dgm:spPr/>
      <dgm:t>
        <a:bodyPr/>
        <a:lstStyle/>
        <a:p>
          <a:endParaRPr lang="en-US"/>
        </a:p>
      </dgm:t>
    </dgm:pt>
    <dgm:pt modelId="{22221DA1-48F3-4E4D-8A84-BA6A55F9F0DD}">
      <dgm:prSet/>
      <dgm:spPr/>
      <dgm:t>
        <a:bodyPr/>
        <a:lstStyle/>
        <a:p>
          <a:r>
            <a:rPr lang="es-ES"/>
            <a:t>Políticas gubernamentales</a:t>
          </a:r>
          <a:endParaRPr lang="en-US"/>
        </a:p>
      </dgm:t>
    </dgm:pt>
    <dgm:pt modelId="{A3495C7A-94AE-4C77-9BB4-3AE1FF8144DA}" type="parTrans" cxnId="{91AA0504-859B-4969-8F25-8CE2DBA2AF08}">
      <dgm:prSet/>
      <dgm:spPr/>
      <dgm:t>
        <a:bodyPr/>
        <a:lstStyle/>
        <a:p>
          <a:endParaRPr lang="en-US"/>
        </a:p>
      </dgm:t>
    </dgm:pt>
    <dgm:pt modelId="{5C6D3CF1-C48D-43BD-8AC8-EB0CF35A608E}" type="sibTrans" cxnId="{91AA0504-859B-4969-8F25-8CE2DBA2AF08}">
      <dgm:prSet/>
      <dgm:spPr/>
      <dgm:t>
        <a:bodyPr/>
        <a:lstStyle/>
        <a:p>
          <a:endParaRPr lang="en-US"/>
        </a:p>
      </dgm:t>
    </dgm:pt>
    <dgm:pt modelId="{1A6EE224-21A9-4F29-95C9-E570967CC4C7}">
      <dgm:prSet/>
      <dgm:spPr/>
      <dgm:t>
        <a:bodyPr/>
        <a:lstStyle/>
        <a:p>
          <a:r>
            <a:rPr lang="es-ES"/>
            <a:t>En economías avanzadas, se observa una divergencia entre el crecimiento de la productividad y los salarios medios</a:t>
          </a:r>
          <a:endParaRPr lang="en-US"/>
        </a:p>
      </dgm:t>
    </dgm:pt>
    <dgm:pt modelId="{DAF02DD7-CD42-4852-9D12-BC543CB858EC}" type="parTrans" cxnId="{16D2D6F3-47FA-486E-A3C2-C3EFF3682004}">
      <dgm:prSet/>
      <dgm:spPr/>
      <dgm:t>
        <a:bodyPr/>
        <a:lstStyle/>
        <a:p>
          <a:endParaRPr lang="en-US"/>
        </a:p>
      </dgm:t>
    </dgm:pt>
    <dgm:pt modelId="{6EE425A6-9FF2-4EAB-B775-2708ECFF24A2}" type="sibTrans" cxnId="{16D2D6F3-47FA-486E-A3C2-C3EFF3682004}">
      <dgm:prSet/>
      <dgm:spPr/>
      <dgm:t>
        <a:bodyPr/>
        <a:lstStyle/>
        <a:p>
          <a:endParaRPr lang="en-US"/>
        </a:p>
      </dgm:t>
    </dgm:pt>
    <dgm:pt modelId="{954CCF5B-7956-45AD-9204-D11A40DC7A7D}">
      <dgm:prSet/>
      <dgm:spPr/>
      <dgm:t>
        <a:bodyPr/>
        <a:lstStyle/>
        <a:p>
          <a:r>
            <a:rPr lang="es-ES"/>
            <a:t>Debate sobre la necesidad de políticas para una distribución más equitativa de los beneficios del crecimiento económico</a:t>
          </a:r>
          <a:endParaRPr lang="en-US"/>
        </a:p>
      </dgm:t>
    </dgm:pt>
    <dgm:pt modelId="{B6D1EF99-F21F-4B2D-BA7F-05878E604E85}" type="parTrans" cxnId="{195EF349-CFA4-4EA3-9166-206A6AD2CCA8}">
      <dgm:prSet/>
      <dgm:spPr/>
      <dgm:t>
        <a:bodyPr/>
        <a:lstStyle/>
        <a:p>
          <a:endParaRPr lang="en-US"/>
        </a:p>
      </dgm:t>
    </dgm:pt>
    <dgm:pt modelId="{E206E98D-3144-4C5E-86E7-4C93F2E919BD}" type="sibTrans" cxnId="{195EF349-CFA4-4EA3-9166-206A6AD2CCA8}">
      <dgm:prSet/>
      <dgm:spPr/>
      <dgm:t>
        <a:bodyPr/>
        <a:lstStyle/>
        <a:p>
          <a:endParaRPr lang="en-US"/>
        </a:p>
      </dgm:t>
    </dgm:pt>
    <dgm:pt modelId="{157602AB-3E99-49B8-AA24-B6C498F9702C}" type="pres">
      <dgm:prSet presAssocID="{F09D737F-E25E-48E2-B2C8-CC77DA824ACC}" presName="linear" presStyleCnt="0">
        <dgm:presLayoutVars>
          <dgm:animLvl val="lvl"/>
          <dgm:resizeHandles val="exact"/>
        </dgm:presLayoutVars>
      </dgm:prSet>
      <dgm:spPr/>
    </dgm:pt>
    <dgm:pt modelId="{21C32EDA-B60D-4816-B199-48009E816C12}" type="pres">
      <dgm:prSet presAssocID="{1AF54388-1519-499C-BD4B-979CE416DC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A04E70-BC6E-4D41-86BE-322108E4AA64}" type="pres">
      <dgm:prSet presAssocID="{2D966277-DFF8-418D-856D-C8E91AFA927A}" presName="spacer" presStyleCnt="0"/>
      <dgm:spPr/>
    </dgm:pt>
    <dgm:pt modelId="{4EEC211D-81DD-45EF-9100-DB42C91E7F83}" type="pres">
      <dgm:prSet presAssocID="{E5CD34CD-A89A-47F1-A5CF-EC71A969B2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12C877-0BAA-48A9-B597-DD39B0041D4C}" type="pres">
      <dgm:prSet presAssocID="{E5CD34CD-A89A-47F1-A5CF-EC71A969B286}" presName="childText" presStyleLbl="revTx" presStyleIdx="0" presStyleCnt="1">
        <dgm:presLayoutVars>
          <dgm:bulletEnabled val="1"/>
        </dgm:presLayoutVars>
      </dgm:prSet>
      <dgm:spPr/>
    </dgm:pt>
    <dgm:pt modelId="{81E06B22-4916-4E4C-B187-DD7267128DD8}" type="pres">
      <dgm:prSet presAssocID="{1A6EE224-21A9-4F29-95C9-E570967CC4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336DCD-6930-4C5D-9E82-E524AB5CC737}" type="pres">
      <dgm:prSet presAssocID="{6EE425A6-9FF2-4EAB-B775-2708ECFF24A2}" presName="spacer" presStyleCnt="0"/>
      <dgm:spPr/>
    </dgm:pt>
    <dgm:pt modelId="{576A497D-F67D-4DCD-B9D1-98CC155EC063}" type="pres">
      <dgm:prSet presAssocID="{954CCF5B-7956-45AD-9204-D11A40DC7A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AA0504-859B-4969-8F25-8CE2DBA2AF08}" srcId="{E5CD34CD-A89A-47F1-A5CF-EC71A969B286}" destId="{22221DA1-48F3-4E4D-8A84-BA6A55F9F0DD}" srcOrd="2" destOrd="0" parTransId="{A3495C7A-94AE-4C77-9BB4-3AE1FF8144DA}" sibTransId="{5C6D3CF1-C48D-43BD-8AC8-EB0CF35A608E}"/>
    <dgm:cxn modelId="{2AFFB530-BA68-4AA4-A57C-F0B859F5245A}" type="presOf" srcId="{F09D737F-E25E-48E2-B2C8-CC77DA824ACC}" destId="{157602AB-3E99-49B8-AA24-B6C498F9702C}" srcOrd="0" destOrd="0" presId="urn:microsoft.com/office/officeart/2005/8/layout/vList2"/>
    <dgm:cxn modelId="{195EF349-CFA4-4EA3-9166-206A6AD2CCA8}" srcId="{F09D737F-E25E-48E2-B2C8-CC77DA824ACC}" destId="{954CCF5B-7956-45AD-9204-D11A40DC7A7D}" srcOrd="3" destOrd="0" parTransId="{B6D1EF99-F21F-4B2D-BA7F-05878E604E85}" sibTransId="{E206E98D-3144-4C5E-86E7-4C93F2E919BD}"/>
    <dgm:cxn modelId="{C2B3D26C-ECBF-4E1A-A27D-95B10D9EF193}" type="presOf" srcId="{954CCF5B-7956-45AD-9204-D11A40DC7A7D}" destId="{576A497D-F67D-4DCD-B9D1-98CC155EC063}" srcOrd="0" destOrd="0" presId="urn:microsoft.com/office/officeart/2005/8/layout/vList2"/>
    <dgm:cxn modelId="{B79C916F-1E4D-4BE2-B30A-7AA0BA348F93}" type="presOf" srcId="{1AF54388-1519-499C-BD4B-979CE416DCA4}" destId="{21C32EDA-B60D-4816-B199-48009E816C12}" srcOrd="0" destOrd="0" presId="urn:microsoft.com/office/officeart/2005/8/layout/vList2"/>
    <dgm:cxn modelId="{9A1A9970-102E-43C4-8128-7F039F024918}" type="presOf" srcId="{22221DA1-48F3-4E4D-8A84-BA6A55F9F0DD}" destId="{4112C877-0BAA-48A9-B597-DD39B0041D4C}" srcOrd="0" destOrd="2" presId="urn:microsoft.com/office/officeart/2005/8/layout/vList2"/>
    <dgm:cxn modelId="{5EE26271-0E6C-4BA8-92D4-0718BFD3A79C}" srcId="{F09D737F-E25E-48E2-B2C8-CC77DA824ACC}" destId="{E5CD34CD-A89A-47F1-A5CF-EC71A969B286}" srcOrd="1" destOrd="0" parTransId="{D44956BA-62CD-4D3D-B502-1DDC9870DFA2}" sibTransId="{7DA0DF9E-8286-4D72-A58B-4E758C01896C}"/>
    <dgm:cxn modelId="{8C985452-907E-4960-81B7-35C130A329A0}" type="presOf" srcId="{E5CD34CD-A89A-47F1-A5CF-EC71A969B286}" destId="{4EEC211D-81DD-45EF-9100-DB42C91E7F83}" srcOrd="0" destOrd="0" presId="urn:microsoft.com/office/officeart/2005/8/layout/vList2"/>
    <dgm:cxn modelId="{4FAC7A55-D671-4AE1-B49B-2847ACEDDD10}" srcId="{E5CD34CD-A89A-47F1-A5CF-EC71A969B286}" destId="{B9EB65B1-AA6C-48DA-AF67-761B946CACA9}" srcOrd="1" destOrd="0" parTransId="{3F8A1956-E1CE-4339-A70B-C9960E154F10}" sibTransId="{4B81F6CD-3A21-400F-9235-617FD0B39987}"/>
    <dgm:cxn modelId="{F65ECEA9-45D3-4FEB-A5CE-F70455623718}" type="presOf" srcId="{1A6EE224-21A9-4F29-95C9-E570967CC4C7}" destId="{81E06B22-4916-4E4C-B187-DD7267128DD8}" srcOrd="0" destOrd="0" presId="urn:microsoft.com/office/officeart/2005/8/layout/vList2"/>
    <dgm:cxn modelId="{1B782CBF-FE57-4D43-AE49-F13901C8B476}" srcId="{F09D737F-E25E-48E2-B2C8-CC77DA824ACC}" destId="{1AF54388-1519-499C-BD4B-979CE416DCA4}" srcOrd="0" destOrd="0" parTransId="{5D62000F-F3A9-4264-AEE5-F47A20F24F2C}" sibTransId="{2D966277-DFF8-418D-856D-C8E91AFA927A}"/>
    <dgm:cxn modelId="{E26FE5CF-9FF5-402F-B21C-57ABF97157AA}" type="presOf" srcId="{B9EB65B1-AA6C-48DA-AF67-761B946CACA9}" destId="{4112C877-0BAA-48A9-B597-DD39B0041D4C}" srcOrd="0" destOrd="1" presId="urn:microsoft.com/office/officeart/2005/8/layout/vList2"/>
    <dgm:cxn modelId="{CF2C08EC-39BD-46DA-877A-82ED3A8B826E}" type="presOf" srcId="{05882603-2C23-4B94-A307-688BCDB0C202}" destId="{4112C877-0BAA-48A9-B597-DD39B0041D4C}" srcOrd="0" destOrd="0" presId="urn:microsoft.com/office/officeart/2005/8/layout/vList2"/>
    <dgm:cxn modelId="{16D2D6F3-47FA-486E-A3C2-C3EFF3682004}" srcId="{F09D737F-E25E-48E2-B2C8-CC77DA824ACC}" destId="{1A6EE224-21A9-4F29-95C9-E570967CC4C7}" srcOrd="2" destOrd="0" parTransId="{DAF02DD7-CD42-4852-9D12-BC543CB858EC}" sibTransId="{6EE425A6-9FF2-4EAB-B775-2708ECFF24A2}"/>
    <dgm:cxn modelId="{18A2ACF4-6384-4F7C-9EA8-280466BA12ED}" srcId="{E5CD34CD-A89A-47F1-A5CF-EC71A969B286}" destId="{05882603-2C23-4B94-A307-688BCDB0C202}" srcOrd="0" destOrd="0" parTransId="{D8DF0B2C-4041-4F8E-A5AD-55F9AC11B221}" sibTransId="{2475F9EF-1454-4AFC-B629-3D3659500307}"/>
    <dgm:cxn modelId="{BF51F599-AA70-4223-BFE0-E7773073E638}" type="presParOf" srcId="{157602AB-3E99-49B8-AA24-B6C498F9702C}" destId="{21C32EDA-B60D-4816-B199-48009E816C12}" srcOrd="0" destOrd="0" presId="urn:microsoft.com/office/officeart/2005/8/layout/vList2"/>
    <dgm:cxn modelId="{B9D52DD6-9540-4C0E-AFBB-CB3F10A54977}" type="presParOf" srcId="{157602AB-3E99-49B8-AA24-B6C498F9702C}" destId="{43A04E70-BC6E-4D41-86BE-322108E4AA64}" srcOrd="1" destOrd="0" presId="urn:microsoft.com/office/officeart/2005/8/layout/vList2"/>
    <dgm:cxn modelId="{4236B909-8392-4ACC-AA7C-5FF28F4B56D8}" type="presParOf" srcId="{157602AB-3E99-49B8-AA24-B6C498F9702C}" destId="{4EEC211D-81DD-45EF-9100-DB42C91E7F83}" srcOrd="2" destOrd="0" presId="urn:microsoft.com/office/officeart/2005/8/layout/vList2"/>
    <dgm:cxn modelId="{2816E0CA-F4C6-421F-9606-AA9495B240D4}" type="presParOf" srcId="{157602AB-3E99-49B8-AA24-B6C498F9702C}" destId="{4112C877-0BAA-48A9-B597-DD39B0041D4C}" srcOrd="3" destOrd="0" presId="urn:microsoft.com/office/officeart/2005/8/layout/vList2"/>
    <dgm:cxn modelId="{C35812ED-2C86-4EF6-A96A-9512464CEE54}" type="presParOf" srcId="{157602AB-3E99-49B8-AA24-B6C498F9702C}" destId="{81E06B22-4916-4E4C-B187-DD7267128DD8}" srcOrd="4" destOrd="0" presId="urn:microsoft.com/office/officeart/2005/8/layout/vList2"/>
    <dgm:cxn modelId="{5D98E3B1-90D7-43B3-80A5-92C6CC2DC886}" type="presParOf" srcId="{157602AB-3E99-49B8-AA24-B6C498F9702C}" destId="{7D336DCD-6930-4C5D-9E82-E524AB5CC737}" srcOrd="5" destOrd="0" presId="urn:microsoft.com/office/officeart/2005/8/layout/vList2"/>
    <dgm:cxn modelId="{C8C13975-6E02-4055-A403-FACAACB5F468}" type="presParOf" srcId="{157602AB-3E99-49B8-AA24-B6C498F9702C}" destId="{576A497D-F67D-4DCD-B9D1-98CC155EC0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5C5D2B-3F7F-4EBE-BBA5-2FDFF2F5F2E6}">
      <dsp:nvSpPr>
        <dsp:cNvPr id="0" name=""/>
        <dsp:cNvSpPr/>
      </dsp:nvSpPr>
      <dsp:spPr>
        <a:xfrm>
          <a:off x="0" y="99391"/>
          <a:ext cx="626364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Espacio económico donde confluyen oferta y demanda de trabajo.</a:t>
          </a:r>
          <a:endParaRPr lang="en-US" sz="2700" kern="1200"/>
        </a:p>
      </dsp:txBody>
      <dsp:txXfrm>
        <a:off x="52431" y="151822"/>
        <a:ext cx="6158778" cy="969198"/>
      </dsp:txXfrm>
    </dsp:sp>
    <dsp:sp modelId="{5852DCF2-235C-4DE7-8C0F-B9CFAB70A08B}">
      <dsp:nvSpPr>
        <dsp:cNvPr id="0" name=""/>
        <dsp:cNvSpPr/>
      </dsp:nvSpPr>
      <dsp:spPr>
        <a:xfrm>
          <a:off x="0" y="1173451"/>
          <a:ext cx="6263640" cy="1313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Oferta: Trabajadores que ofrecen su fuerza laboral.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Demanda: Empresas y organizaciones que requieren fuerza laboral.</a:t>
          </a:r>
          <a:endParaRPr lang="en-US" sz="2100" kern="1200"/>
        </a:p>
      </dsp:txBody>
      <dsp:txXfrm>
        <a:off x="0" y="1173451"/>
        <a:ext cx="6263640" cy="1313414"/>
      </dsp:txXfrm>
    </dsp:sp>
    <dsp:sp modelId="{F25491B2-C663-4F6D-A84F-25402EEB0328}">
      <dsp:nvSpPr>
        <dsp:cNvPr id="0" name=""/>
        <dsp:cNvSpPr/>
      </dsp:nvSpPr>
      <dsp:spPr>
        <a:xfrm>
          <a:off x="0" y="2486866"/>
          <a:ext cx="626364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Características distintivas:</a:t>
          </a:r>
          <a:endParaRPr lang="en-US" sz="2700" kern="1200"/>
        </a:p>
      </dsp:txBody>
      <dsp:txXfrm>
        <a:off x="52431" y="2539297"/>
        <a:ext cx="6158778" cy="969198"/>
      </dsp:txXfrm>
    </dsp:sp>
    <dsp:sp modelId="{C621E671-18C5-4561-A406-7E5360FA9E97}">
      <dsp:nvSpPr>
        <dsp:cNvPr id="0" name=""/>
        <dsp:cNvSpPr/>
      </dsp:nvSpPr>
      <dsp:spPr>
        <a:xfrm>
          <a:off x="0" y="3560926"/>
          <a:ext cx="6263640" cy="1844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Heterogeneidad del trabajo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Información imperfecta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Extensa regulación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Factores no monetarios influyentes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kern="1200"/>
            <a:t>Rigidez en ajustes</a:t>
          </a:r>
          <a:endParaRPr lang="en-US" sz="2100" kern="1200"/>
        </a:p>
      </dsp:txBody>
      <dsp:txXfrm>
        <a:off x="0" y="3560926"/>
        <a:ext cx="6263640" cy="1844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7B61A-DAE7-4A53-A036-B02CD2CDA582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DA9AE-BD69-4028-BE39-D9669A59B7C8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Motor económico: Clave en la producción de bienes y servicios.</a:t>
          </a:r>
          <a:endParaRPr lang="en-US" sz="2500" kern="1200"/>
        </a:p>
      </dsp:txBody>
      <dsp:txXfrm>
        <a:off x="0" y="2703"/>
        <a:ext cx="6900512" cy="921789"/>
      </dsp:txXfrm>
    </dsp:sp>
    <dsp:sp modelId="{D5A78E13-6868-429B-A426-F4E5086FC135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20A26-7C4C-40E1-A34F-10217C66CC56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Principal fuente de ingresos: ~70% de ingresos familiares.</a:t>
          </a:r>
          <a:endParaRPr lang="en-US" sz="2500" kern="1200"/>
        </a:p>
      </dsp:txBody>
      <dsp:txXfrm>
        <a:off x="0" y="924492"/>
        <a:ext cx="6900512" cy="921789"/>
      </dsp:txXfrm>
    </dsp:sp>
    <dsp:sp modelId="{5AE1695F-B870-47AF-A16D-7A9206EACCD6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4FF5E-A06B-4CEE-8A3A-CA05D86A7F7C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Indicador económico: Refleja la salud de la economía.</a:t>
          </a:r>
          <a:endParaRPr lang="en-US" sz="2500" kern="1200"/>
        </a:p>
      </dsp:txBody>
      <dsp:txXfrm>
        <a:off x="0" y="1846281"/>
        <a:ext cx="6900512" cy="921789"/>
      </dsp:txXfrm>
    </dsp:sp>
    <dsp:sp modelId="{90EDBB53-542E-4EA9-8004-296F8D1852AD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D9FE5-4D00-4022-B0A5-CAB9D35A75CA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Desarrollo social: Proporciona estatus, identidad y oportunidades.</a:t>
          </a:r>
          <a:endParaRPr lang="en-US" sz="2500" kern="1200"/>
        </a:p>
      </dsp:txBody>
      <dsp:txXfrm>
        <a:off x="0" y="2768070"/>
        <a:ext cx="6900512" cy="921789"/>
      </dsp:txXfrm>
    </dsp:sp>
    <dsp:sp modelId="{32896AB4-EF95-4BAD-986C-4F6C3CA79143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9BE85-BA30-4917-ABD1-5D883986F223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Influencia en políticas: Guía decisiones económicas y sociales.</a:t>
          </a:r>
          <a:endParaRPr lang="en-US" sz="2500" kern="1200"/>
        </a:p>
      </dsp:txBody>
      <dsp:txXfrm>
        <a:off x="0" y="3689859"/>
        <a:ext cx="6900512" cy="921789"/>
      </dsp:txXfrm>
    </dsp:sp>
    <dsp:sp modelId="{2F86C521-EDD8-45E2-AEB5-5CFBAF3E484B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18CC2-AA68-4812-AB34-3ED56BD1EECB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0" i="0" kern="1200"/>
            <a:t>Impacto vital: Afecta el bienestar económico, social y psicológico.</a:t>
          </a:r>
          <a:endParaRPr lang="en-US" sz="2500" kern="1200"/>
        </a:p>
      </dsp:txBody>
      <dsp:txXfrm>
        <a:off x="0" y="4611648"/>
        <a:ext cx="6900512" cy="921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D5EAC-4D16-43FF-8005-0F8CCD548D68}">
      <dsp:nvSpPr>
        <dsp:cNvPr id="0" name=""/>
        <dsp:cNvSpPr/>
      </dsp:nvSpPr>
      <dsp:spPr>
        <a:xfrm>
          <a:off x="0" y="45639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1. Tasa de Actividad:</a:t>
          </a:r>
          <a:endParaRPr lang="en-US" sz="2300" kern="1200"/>
        </a:p>
      </dsp:txBody>
      <dsp:txXfrm>
        <a:off x="27586" y="73225"/>
        <a:ext cx="10460428" cy="509938"/>
      </dsp:txXfrm>
    </dsp:sp>
    <dsp:sp modelId="{5FE12745-ACF2-43A2-A43A-FA9B5158995F}">
      <dsp:nvSpPr>
        <dsp:cNvPr id="0" name=""/>
        <dsp:cNvSpPr/>
      </dsp:nvSpPr>
      <dsp:spPr>
        <a:xfrm>
          <a:off x="0" y="610749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Mide la oferta de trabajo disponible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(Población Activa / Población en Edad de Trabajar) x 100</a:t>
          </a:r>
          <a:endParaRPr lang="en-US" sz="1800" kern="1200"/>
        </a:p>
      </dsp:txBody>
      <dsp:txXfrm>
        <a:off x="0" y="610749"/>
        <a:ext cx="10515600" cy="618930"/>
      </dsp:txXfrm>
    </dsp:sp>
    <dsp:sp modelId="{3FD9C40F-835D-44E2-8D1F-9B31D289BB85}">
      <dsp:nvSpPr>
        <dsp:cNvPr id="0" name=""/>
        <dsp:cNvSpPr/>
      </dsp:nvSpPr>
      <dsp:spPr>
        <a:xfrm>
          <a:off x="0" y="1229679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2. Tasa de Desempleo:</a:t>
          </a:r>
          <a:endParaRPr lang="en-US" sz="2300" kern="1200"/>
        </a:p>
      </dsp:txBody>
      <dsp:txXfrm>
        <a:off x="27586" y="1257265"/>
        <a:ext cx="10460428" cy="509938"/>
      </dsp:txXfrm>
    </dsp:sp>
    <dsp:sp modelId="{ECC50BA6-B69A-4E09-83B8-975C7702D88A}">
      <dsp:nvSpPr>
        <dsp:cNvPr id="0" name=""/>
        <dsp:cNvSpPr/>
      </dsp:nvSpPr>
      <dsp:spPr>
        <a:xfrm>
          <a:off x="0" y="1794789"/>
          <a:ext cx="105156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Mide la proporción de población activa sin trabajo</a:t>
          </a:r>
          <a:endParaRPr lang="en-US" sz="1800" kern="1200"/>
        </a:p>
      </dsp:txBody>
      <dsp:txXfrm>
        <a:off x="0" y="1794789"/>
        <a:ext cx="10515600" cy="380880"/>
      </dsp:txXfrm>
    </dsp:sp>
    <dsp:sp modelId="{A35E331C-6F58-491E-A571-348140A8D9FD}">
      <dsp:nvSpPr>
        <dsp:cNvPr id="0" name=""/>
        <dsp:cNvSpPr/>
      </dsp:nvSpPr>
      <dsp:spPr>
        <a:xfrm>
          <a:off x="0" y="2175669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3. Tasa de Empleo:</a:t>
          </a:r>
          <a:endParaRPr lang="en-US" sz="2300" kern="1200"/>
        </a:p>
      </dsp:txBody>
      <dsp:txXfrm>
        <a:off x="27586" y="2203255"/>
        <a:ext cx="10460428" cy="509938"/>
      </dsp:txXfrm>
    </dsp:sp>
    <dsp:sp modelId="{393DF805-7C44-413B-9217-DF54F0157D86}">
      <dsp:nvSpPr>
        <dsp:cNvPr id="0" name=""/>
        <dsp:cNvSpPr/>
      </dsp:nvSpPr>
      <dsp:spPr>
        <a:xfrm>
          <a:off x="0" y="2740779"/>
          <a:ext cx="10515600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Porcentaje de población en edad de trabajar que está empleada</a:t>
          </a:r>
          <a:endParaRPr lang="en-US" sz="1800" kern="1200"/>
        </a:p>
      </dsp:txBody>
      <dsp:txXfrm>
        <a:off x="0" y="2740779"/>
        <a:ext cx="10515600" cy="380880"/>
      </dsp:txXfrm>
    </dsp:sp>
    <dsp:sp modelId="{80D4B76D-8F13-423A-AC11-1BA2D9A40DA7}">
      <dsp:nvSpPr>
        <dsp:cNvPr id="0" name=""/>
        <dsp:cNvSpPr/>
      </dsp:nvSpPr>
      <dsp:spPr>
        <a:xfrm>
          <a:off x="0" y="3121659"/>
          <a:ext cx="10515600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0" i="0" kern="1200"/>
            <a:t>4. Salarios:</a:t>
          </a:r>
          <a:endParaRPr lang="en-US" sz="2300" kern="1200"/>
        </a:p>
      </dsp:txBody>
      <dsp:txXfrm>
        <a:off x="27586" y="3149245"/>
        <a:ext cx="10460428" cy="509938"/>
      </dsp:txXfrm>
    </dsp:sp>
    <dsp:sp modelId="{5772228C-FB45-4598-9CDB-78E8F7D0CFF4}">
      <dsp:nvSpPr>
        <dsp:cNvPr id="0" name=""/>
        <dsp:cNvSpPr/>
      </dsp:nvSpPr>
      <dsp:spPr>
        <a:xfrm>
          <a:off x="0" y="3686769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Reflejan el precio del trabajo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b="0" i="0" kern="1200"/>
            <a:t>Impactan en bienestar y competitividad</a:t>
          </a:r>
          <a:endParaRPr lang="en-US" sz="1800" kern="1200"/>
        </a:p>
      </dsp:txBody>
      <dsp:txXfrm>
        <a:off x="0" y="3686769"/>
        <a:ext cx="10515600" cy="618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CA5B2-C782-4CD5-89C5-DBEE239602D7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71A6B-5BFA-476F-9E9F-4CF5E7D15760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B18C0-D03D-47DD-8731-693AF910B8CC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Indica la oferta de trabajo disponible en una economía, representando la proporción de personas dispuestas y en condiciones de participar en el mercado laboral.</a:t>
          </a:r>
          <a:endParaRPr lang="en-US" sz="2400" kern="1200"/>
        </a:p>
      </dsp:txBody>
      <dsp:txXfrm>
        <a:off x="1509882" y="708097"/>
        <a:ext cx="9005717" cy="1307257"/>
      </dsp:txXfrm>
    </dsp:sp>
    <dsp:sp modelId="{A7A7E16B-A8D9-4D68-A719-2403D23E008E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50E5C-1B48-4766-8D30-32CFA98F7DDA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DFE33-5035-44D8-AFA0-D66DB6E63E76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Mide la participación en el mercado laboral, considerando tanto a quienes trabajan como a quienes buscan empleo activamente.</a:t>
          </a:r>
          <a:endParaRPr lang="en-US" sz="2400" kern="1200"/>
        </a:p>
      </dsp:txBody>
      <dsp:txXfrm>
        <a:off x="1509882" y="2342169"/>
        <a:ext cx="9005717" cy="13072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5E6B4-EF5C-4175-8257-CA1F2205CBC2}">
      <dsp:nvSpPr>
        <dsp:cNvPr id="0" name=""/>
        <dsp:cNvSpPr/>
      </dsp:nvSpPr>
      <dsp:spPr>
        <a:xfrm>
          <a:off x="0" y="26435"/>
          <a:ext cx="10515600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Dinámica demográfica. Los cambios demográficos influyen.</a:t>
          </a:r>
          <a:endParaRPr lang="en-US" sz="1800" kern="1200"/>
        </a:p>
      </dsp:txBody>
      <dsp:txXfrm>
        <a:off x="35083" y="61518"/>
        <a:ext cx="10445434" cy="648506"/>
      </dsp:txXfrm>
    </dsp:sp>
    <dsp:sp modelId="{B23C9A89-474A-4A60-BBB6-6470C8BE54EB}">
      <dsp:nvSpPr>
        <dsp:cNvPr id="0" name=""/>
        <dsp:cNvSpPr/>
      </dsp:nvSpPr>
      <dsp:spPr>
        <a:xfrm>
          <a:off x="0" y="745107"/>
          <a:ext cx="10515600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Crecimiento vegetativo (diferencia entre nacimientos y defunciones)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movimientos migratorios.</a:t>
          </a:r>
          <a:endParaRPr lang="en-US" sz="1400" kern="1200"/>
        </a:p>
      </dsp:txBody>
      <dsp:txXfrm>
        <a:off x="0" y="745107"/>
        <a:ext cx="10515600" cy="484380"/>
      </dsp:txXfrm>
    </dsp:sp>
    <dsp:sp modelId="{19C2E650-CC6B-4C4F-93DB-A9283A7FE02E}">
      <dsp:nvSpPr>
        <dsp:cNvPr id="0" name=""/>
        <dsp:cNvSpPr/>
      </dsp:nvSpPr>
      <dsp:spPr>
        <a:xfrm>
          <a:off x="0" y="1229487"/>
          <a:ext cx="10515600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Los factores sociales y culturales son elementos clave que influyen en la evolución de la tasa de actividad de una economía a largo plazo.  </a:t>
          </a:r>
          <a:endParaRPr lang="en-US" sz="1800" kern="1200"/>
        </a:p>
      </dsp:txBody>
      <dsp:txXfrm>
        <a:off x="35083" y="1264570"/>
        <a:ext cx="10445434" cy="648506"/>
      </dsp:txXfrm>
    </dsp:sp>
    <dsp:sp modelId="{02E4368E-E24E-417B-8E67-8258BF0A433C}">
      <dsp:nvSpPr>
        <dsp:cNvPr id="0" name=""/>
        <dsp:cNvSpPr/>
      </dsp:nvSpPr>
      <dsp:spPr>
        <a:xfrm>
          <a:off x="0" y="1948160"/>
          <a:ext cx="10515600" cy="931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tienden a ser estables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reflejan tendencias estructurales que se desarrollan lentamente.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Entre los principales factores de este tipo se encuentran las costumbres, las diferencias de sexo, edad, y el nivel educativo de la población. </a:t>
          </a:r>
          <a:endParaRPr lang="en-US" sz="1400" kern="1200"/>
        </a:p>
      </dsp:txBody>
      <dsp:txXfrm>
        <a:off x="0" y="1948160"/>
        <a:ext cx="10515600" cy="931500"/>
      </dsp:txXfrm>
    </dsp:sp>
    <dsp:sp modelId="{9671E921-8800-4AE4-9CCE-97EDEB5077DA}">
      <dsp:nvSpPr>
        <dsp:cNvPr id="0" name=""/>
        <dsp:cNvSpPr/>
      </dsp:nvSpPr>
      <dsp:spPr>
        <a:xfrm>
          <a:off x="0" y="2879660"/>
          <a:ext cx="10515600" cy="7186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El comportamiento cíclico de la tasa de actividad está profundamente influenciado por la situación económica y las condiciones del mercado de trabajo. </a:t>
          </a:r>
          <a:endParaRPr lang="en-US" sz="1800" kern="1200"/>
        </a:p>
      </dsp:txBody>
      <dsp:txXfrm>
        <a:off x="35083" y="2914743"/>
        <a:ext cx="10445434" cy="648506"/>
      </dsp:txXfrm>
    </dsp:sp>
    <dsp:sp modelId="{A05D08FF-D5E0-4735-A1DA-34A644CDB70E}">
      <dsp:nvSpPr>
        <dsp:cNvPr id="0" name=""/>
        <dsp:cNvSpPr/>
      </dsp:nvSpPr>
      <dsp:spPr>
        <a:xfrm>
          <a:off x="0" y="3598332"/>
          <a:ext cx="1051560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Efecto del trabajador desanimado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Efecto del trabajador añadido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400" kern="1200"/>
            <a:t>Efecto llamada (subida de salarios eleva oferta de empleo)</a:t>
          </a:r>
          <a:endParaRPr lang="en-US" sz="1400" kern="1200"/>
        </a:p>
      </dsp:txBody>
      <dsp:txXfrm>
        <a:off x="0" y="3598332"/>
        <a:ext cx="10515600" cy="7265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F7EFF-2E28-456D-A94C-F0F5B76C42DB}">
      <dsp:nvSpPr>
        <dsp:cNvPr id="0" name=""/>
        <dsp:cNvSpPr/>
      </dsp:nvSpPr>
      <dsp:spPr>
        <a:xfrm>
          <a:off x="0" y="284652"/>
          <a:ext cx="6666833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Problema económico grave en sociedades desarrolladas.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Consecuencias personales y familiares.</a:t>
          </a:r>
          <a:endParaRPr lang="en-US" sz="1900" kern="1200"/>
        </a:p>
      </dsp:txBody>
      <dsp:txXfrm>
        <a:off x="0" y="284652"/>
        <a:ext cx="6666833" cy="1376550"/>
      </dsp:txXfrm>
    </dsp:sp>
    <dsp:sp modelId="{0480403C-9EB4-4308-8C87-32606088E268}">
      <dsp:nvSpPr>
        <dsp:cNvPr id="0" name=""/>
        <dsp:cNvSpPr/>
      </dsp:nvSpPr>
      <dsp:spPr>
        <a:xfrm>
          <a:off x="333341" y="421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El desempleo:</a:t>
          </a:r>
          <a:endParaRPr lang="en-US" sz="1900" kern="1200"/>
        </a:p>
      </dsp:txBody>
      <dsp:txXfrm>
        <a:off x="360721" y="31592"/>
        <a:ext cx="4612023" cy="506120"/>
      </dsp:txXfrm>
    </dsp:sp>
    <dsp:sp modelId="{E85C76AB-7582-4233-B699-74C22E35CADA}">
      <dsp:nvSpPr>
        <dsp:cNvPr id="0" name=""/>
        <dsp:cNvSpPr/>
      </dsp:nvSpPr>
      <dsp:spPr>
        <a:xfrm>
          <a:off x="0" y="2044242"/>
          <a:ext cx="6666833" cy="1645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Desempleo = uso ineficiente de recursos productivos.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Impide aprovechar el potencial económico de un país.</a:t>
          </a:r>
          <a:endParaRPr lang="en-US" sz="1900" kern="1200"/>
        </a:p>
      </dsp:txBody>
      <dsp:txXfrm>
        <a:off x="0" y="2044242"/>
        <a:ext cx="6666833" cy="1645875"/>
      </dsp:txXfrm>
    </dsp:sp>
    <dsp:sp modelId="{93311CDF-DBFE-4B3D-BF68-C4A3AA5E730E}">
      <dsp:nvSpPr>
        <dsp:cNvPr id="0" name=""/>
        <dsp:cNvSpPr/>
      </dsp:nvSpPr>
      <dsp:spPr>
        <a:xfrm>
          <a:off x="333341" y="1763802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Eficiencia:</a:t>
          </a:r>
          <a:endParaRPr lang="en-US" sz="1900" kern="1200"/>
        </a:p>
      </dsp:txBody>
      <dsp:txXfrm>
        <a:off x="360721" y="1791182"/>
        <a:ext cx="4612023" cy="506120"/>
      </dsp:txXfrm>
    </dsp:sp>
    <dsp:sp modelId="{14EC36D2-CF2A-4168-9474-643A4F1488A7}">
      <dsp:nvSpPr>
        <dsp:cNvPr id="0" name=""/>
        <dsp:cNvSpPr/>
      </dsp:nvSpPr>
      <dsp:spPr>
        <a:xfrm>
          <a:off x="0" y="4073157"/>
          <a:ext cx="6666833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95732" rIns="51742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Desempleo incrementa la desigualdad.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Efectos negativos en ingresos y bienestar psicológico y social.</a:t>
          </a:r>
          <a:endParaRPr lang="en-US" sz="1900" kern="1200"/>
        </a:p>
      </dsp:txBody>
      <dsp:txXfrm>
        <a:off x="0" y="4073157"/>
        <a:ext cx="6666833" cy="1376550"/>
      </dsp:txXfrm>
    </dsp:sp>
    <dsp:sp modelId="{BA990B6F-D002-4C7B-95D5-CB4FA10717D1}">
      <dsp:nvSpPr>
        <dsp:cNvPr id="0" name=""/>
        <dsp:cNvSpPr/>
      </dsp:nvSpPr>
      <dsp:spPr>
        <a:xfrm>
          <a:off x="333341" y="3792717"/>
          <a:ext cx="4666783" cy="5608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Equidad:</a:t>
          </a:r>
          <a:endParaRPr lang="en-US" sz="1900" kern="1200"/>
        </a:p>
      </dsp:txBody>
      <dsp:txXfrm>
        <a:off x="360721" y="3820097"/>
        <a:ext cx="4612023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7493C-D65D-4F70-A3EF-A1B0EBCB33DF}">
      <dsp:nvSpPr>
        <dsp:cNvPr id="0" name=""/>
        <dsp:cNvSpPr/>
      </dsp:nvSpPr>
      <dsp:spPr>
        <a:xfrm>
          <a:off x="2083" y="899715"/>
          <a:ext cx="2031300" cy="80530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Definición de desempleo:</a:t>
          </a:r>
          <a:endParaRPr lang="en-US" sz="1600" kern="1200"/>
        </a:p>
      </dsp:txBody>
      <dsp:txXfrm>
        <a:off x="2083" y="899715"/>
        <a:ext cx="2031300" cy="805307"/>
      </dsp:txXfrm>
    </dsp:sp>
    <dsp:sp modelId="{0E857AB1-F8BC-4B61-BBFC-F7DE67231254}">
      <dsp:nvSpPr>
        <dsp:cNvPr id="0" name=""/>
        <dsp:cNvSpPr/>
      </dsp:nvSpPr>
      <dsp:spPr>
        <a:xfrm>
          <a:off x="2083" y="1705022"/>
          <a:ext cx="2031300" cy="28491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Personas que desean trabajar, pero no encuentran empleo.</a:t>
          </a:r>
          <a:endParaRPr lang="en-US" sz="1600" kern="1200"/>
        </a:p>
      </dsp:txBody>
      <dsp:txXfrm>
        <a:off x="2083" y="1705022"/>
        <a:ext cx="2031300" cy="2849181"/>
      </dsp:txXfrm>
    </dsp:sp>
    <dsp:sp modelId="{62FE2FBB-0702-413B-9013-0A7D82A3AD6A}">
      <dsp:nvSpPr>
        <dsp:cNvPr id="0" name=""/>
        <dsp:cNvSpPr/>
      </dsp:nvSpPr>
      <dsp:spPr>
        <a:xfrm>
          <a:off x="2317766" y="899715"/>
          <a:ext cx="2031300" cy="805307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Tasa de paro:</a:t>
          </a:r>
          <a:endParaRPr lang="en-US" sz="1600" kern="1200"/>
        </a:p>
      </dsp:txBody>
      <dsp:txXfrm>
        <a:off x="2317766" y="899715"/>
        <a:ext cx="2031300" cy="805307"/>
      </dsp:txXfrm>
    </dsp:sp>
    <dsp:sp modelId="{7201DD53-5BD2-483E-A6B8-2E2B778BDFB8}">
      <dsp:nvSpPr>
        <dsp:cNvPr id="0" name=""/>
        <dsp:cNvSpPr/>
      </dsp:nvSpPr>
      <dsp:spPr>
        <a:xfrm>
          <a:off x="2317766" y="1705022"/>
          <a:ext cx="2031300" cy="2849181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Porcentaje de personas que buscan empleo y no lo encuentran sobre el total de personas que desean trabajar.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Refleja la dificultad para encontrar empleo en la economía.</a:t>
          </a:r>
          <a:endParaRPr lang="en-US" sz="1600" kern="1200"/>
        </a:p>
      </dsp:txBody>
      <dsp:txXfrm>
        <a:off x="2317766" y="1705022"/>
        <a:ext cx="2031300" cy="2849181"/>
      </dsp:txXfrm>
    </dsp:sp>
    <dsp:sp modelId="{0B1691BC-EE72-4888-A205-F1A6351A572D}">
      <dsp:nvSpPr>
        <dsp:cNvPr id="0" name=""/>
        <dsp:cNvSpPr/>
      </dsp:nvSpPr>
      <dsp:spPr>
        <a:xfrm>
          <a:off x="4633448" y="899715"/>
          <a:ext cx="2031300" cy="805307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Criterios internacionales (OIT, Eurostat):</a:t>
          </a:r>
          <a:endParaRPr lang="en-US" sz="1600" kern="1200"/>
        </a:p>
      </dsp:txBody>
      <dsp:txXfrm>
        <a:off x="4633448" y="899715"/>
        <a:ext cx="2031300" cy="805307"/>
      </dsp:txXfrm>
    </dsp:sp>
    <dsp:sp modelId="{07FBBD4B-083C-4F3C-8463-881D10CECABC}">
      <dsp:nvSpPr>
        <dsp:cNvPr id="0" name=""/>
        <dsp:cNvSpPr/>
      </dsp:nvSpPr>
      <dsp:spPr>
        <a:xfrm>
          <a:off x="4633448" y="1705022"/>
          <a:ext cx="2031300" cy="284918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Sin trabajo.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Buscando activamente empleo.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Disponibilidad inmediata para trabajar.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Personas que ya han encontrado empleo, pero aún no lo comienzan.</a:t>
          </a:r>
          <a:endParaRPr lang="en-US" sz="1600" kern="1200"/>
        </a:p>
      </dsp:txBody>
      <dsp:txXfrm>
        <a:off x="4633448" y="1705022"/>
        <a:ext cx="2031300" cy="28491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71DEA-0265-4D93-A984-DEB8ACC33BA6}">
      <dsp:nvSpPr>
        <dsp:cNvPr id="0" name=""/>
        <dsp:cNvSpPr/>
      </dsp:nvSpPr>
      <dsp:spPr>
        <a:xfrm>
          <a:off x="0" y="39312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Históricamente alta en comparación con la UE.</a:t>
          </a:r>
          <a:endParaRPr lang="en-US" sz="2900" kern="1200"/>
        </a:p>
      </dsp:txBody>
      <dsp:txXfrm>
        <a:off x="56315" y="95627"/>
        <a:ext cx="6554203" cy="1040990"/>
      </dsp:txXfrm>
    </dsp:sp>
    <dsp:sp modelId="{F87985CD-37EE-4AF5-86AE-ECFAC73C64B8}">
      <dsp:nvSpPr>
        <dsp:cNvPr id="0" name=""/>
        <dsp:cNvSpPr/>
      </dsp:nvSpPr>
      <dsp:spPr>
        <a:xfrm>
          <a:off x="0" y="1276452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Fuerte variabilidad cíclica (2007-2013).2006-2007: </a:t>
          </a:r>
          <a:endParaRPr lang="en-US" sz="2900" kern="1200"/>
        </a:p>
      </dsp:txBody>
      <dsp:txXfrm>
        <a:off x="56315" y="1332767"/>
        <a:ext cx="6554203" cy="1040990"/>
      </dsp:txXfrm>
    </dsp:sp>
    <dsp:sp modelId="{CA119B2F-4C56-439E-ACEF-1297C0DDFCF4}">
      <dsp:nvSpPr>
        <dsp:cNvPr id="0" name=""/>
        <dsp:cNvSpPr/>
      </dsp:nvSpPr>
      <dsp:spPr>
        <a:xfrm>
          <a:off x="0" y="2430072"/>
          <a:ext cx="6666833" cy="111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Reducción al 8%-9% durante el crecimiento económico.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2012: Aumento al 25% tras la crisis.</a:t>
          </a:r>
          <a:endParaRPr lang="en-US" sz="2300" kern="1200"/>
        </a:p>
      </dsp:txBody>
      <dsp:txXfrm>
        <a:off x="0" y="2430072"/>
        <a:ext cx="6666833" cy="1110554"/>
      </dsp:txXfrm>
    </dsp:sp>
    <dsp:sp modelId="{14E40141-32B7-4E49-B2D0-A3BFFFCCEF42}">
      <dsp:nvSpPr>
        <dsp:cNvPr id="0" name=""/>
        <dsp:cNvSpPr/>
      </dsp:nvSpPr>
      <dsp:spPr>
        <a:xfrm>
          <a:off x="0" y="3540627"/>
          <a:ext cx="6666833" cy="11536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Problema estructural desde los años 80:</a:t>
          </a:r>
          <a:endParaRPr lang="en-US" sz="2900" kern="1200"/>
        </a:p>
      </dsp:txBody>
      <dsp:txXfrm>
        <a:off x="56315" y="3596942"/>
        <a:ext cx="6554203" cy="1040990"/>
      </dsp:txXfrm>
    </dsp:sp>
    <dsp:sp modelId="{A1D07084-1B78-4AD7-B1E4-15A727755077}">
      <dsp:nvSpPr>
        <dsp:cNvPr id="0" name=""/>
        <dsp:cNvSpPr/>
      </dsp:nvSpPr>
      <dsp:spPr>
        <a:xfrm>
          <a:off x="0" y="4694247"/>
          <a:ext cx="6666833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Tasa de paro consistentemente superior a la media europea.</a:t>
          </a:r>
          <a:endParaRPr lang="en-US" sz="2300" kern="1200"/>
        </a:p>
      </dsp:txBody>
      <dsp:txXfrm>
        <a:off x="0" y="4694247"/>
        <a:ext cx="6666833" cy="7203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ABF6B9-1485-49D3-A21E-D7E15F8C9A2F}">
      <dsp:nvSpPr>
        <dsp:cNvPr id="0" name=""/>
        <dsp:cNvSpPr/>
      </dsp:nvSpPr>
      <dsp:spPr>
        <a:xfrm>
          <a:off x="0" y="18184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/>
            <a:t>Causas del desempleo en España</a:t>
          </a:r>
          <a:r>
            <a:rPr lang="es-ES" sz="3000" kern="1200"/>
            <a:t>:</a:t>
          </a:r>
          <a:endParaRPr lang="en-US" sz="3000" kern="1200"/>
        </a:p>
      </dsp:txBody>
      <dsp:txXfrm>
        <a:off x="35982" y="54166"/>
        <a:ext cx="6594869" cy="665135"/>
      </dsp:txXfrm>
    </dsp:sp>
    <dsp:sp modelId="{658CAADD-D906-40BA-B468-98D8A342588E}">
      <dsp:nvSpPr>
        <dsp:cNvPr id="0" name=""/>
        <dsp:cNvSpPr/>
      </dsp:nvSpPr>
      <dsp:spPr>
        <a:xfrm>
          <a:off x="0" y="755284"/>
          <a:ext cx="6666833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Estructura productiva de bajo valor añadido.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Déficit en la balanza por cuenta corriente.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Instituciones del mercado laboral (salarios de reserva, etc.).</a:t>
          </a:r>
          <a:endParaRPr lang="en-US" sz="2300" kern="1200"/>
        </a:p>
      </dsp:txBody>
      <dsp:txXfrm>
        <a:off x="0" y="755284"/>
        <a:ext cx="6666833" cy="1521450"/>
      </dsp:txXfrm>
    </dsp:sp>
    <dsp:sp modelId="{C253A0D5-EBDE-403F-B1D6-9D9DD23FA0A4}">
      <dsp:nvSpPr>
        <dsp:cNvPr id="0" name=""/>
        <dsp:cNvSpPr/>
      </dsp:nvSpPr>
      <dsp:spPr>
        <a:xfrm>
          <a:off x="0" y="2276734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/>
            <a:t>Reformas necesarias</a:t>
          </a:r>
          <a:r>
            <a:rPr lang="es-ES" sz="3000" kern="1200"/>
            <a:t>:</a:t>
          </a:r>
          <a:endParaRPr lang="en-US" sz="3000" kern="1200"/>
        </a:p>
      </dsp:txBody>
      <dsp:txXfrm>
        <a:off x="35982" y="2312716"/>
        <a:ext cx="6594869" cy="665135"/>
      </dsp:txXfrm>
    </dsp:sp>
    <dsp:sp modelId="{4B68ADEF-16DF-4EC9-BD7C-8653C934A888}">
      <dsp:nvSpPr>
        <dsp:cNvPr id="0" name=""/>
        <dsp:cNvSpPr/>
      </dsp:nvSpPr>
      <dsp:spPr>
        <a:xfrm>
          <a:off x="0" y="3013834"/>
          <a:ext cx="6666833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Negociación colectiva ineficiente.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Rigidez salarial e indexación a la inflación.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Dualidad en indemnizaciones.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Fiscalidad desfavorable al empleo.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Desajuste de capital humano.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kern="1200"/>
            <a:t>Políticas activas y pasivas mal integradas.</a:t>
          </a:r>
          <a:endParaRPr lang="en-US" sz="2300" kern="1200"/>
        </a:p>
      </dsp:txBody>
      <dsp:txXfrm>
        <a:off x="0" y="3013834"/>
        <a:ext cx="6666833" cy="24219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7A09A-6EBA-4077-84B1-3C5399BD4793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B0A21-8EED-4D98-82AF-067E64C85155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Mide el grado de participación de la fuerza laboral en la producción</a:t>
          </a:r>
          <a:endParaRPr lang="en-US" sz="2400" kern="1200"/>
        </a:p>
      </dsp:txBody>
      <dsp:txXfrm>
        <a:off x="0" y="531"/>
        <a:ext cx="10515600" cy="870055"/>
      </dsp:txXfrm>
    </dsp:sp>
    <dsp:sp modelId="{9FF153EF-8488-46AD-AA7C-6F08EFC7A621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BA427-DE9F-475B-A99F-E1ABD23E1E89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Se calcula como el porcentaje de empleados sobre la población en edad de trabajar</a:t>
          </a:r>
          <a:endParaRPr lang="en-US" sz="2400" kern="1200"/>
        </a:p>
      </dsp:txBody>
      <dsp:txXfrm>
        <a:off x="0" y="870586"/>
        <a:ext cx="10515600" cy="870055"/>
      </dsp:txXfrm>
    </dsp:sp>
    <dsp:sp modelId="{A2CFC459-FF5A-468A-80DE-B80787D74295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9FEBC-7D3E-47EE-ACD9-0239ADFBE0A1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Rango típico: 50% - 80%</a:t>
          </a:r>
          <a:endParaRPr lang="en-US" sz="2400" kern="1200"/>
        </a:p>
      </dsp:txBody>
      <dsp:txXfrm>
        <a:off x="0" y="1740641"/>
        <a:ext cx="10515600" cy="870055"/>
      </dsp:txXfrm>
    </dsp:sp>
    <dsp:sp modelId="{61DAF7C6-6DDF-4D66-AA4E-7601C9CA164B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ACFED-A46A-4691-9862-B41819933E9A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Objetivo de políticas de empleo (ej. Estrategia de Lisboa: 70%)</a:t>
          </a:r>
          <a:endParaRPr lang="en-US" sz="2400" kern="1200"/>
        </a:p>
      </dsp:txBody>
      <dsp:txXfrm>
        <a:off x="0" y="2610696"/>
        <a:ext cx="10515600" cy="870055"/>
      </dsp:txXfrm>
    </dsp:sp>
    <dsp:sp modelId="{9DFE0EAF-6125-4ECA-944C-0978983A42D6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D6576-0032-4431-A682-E02C9A0A4081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Impacta en PIB potencial, bienestar social y cohesión</a:t>
          </a:r>
          <a:endParaRPr lang="en-US" sz="2400" kern="1200"/>
        </a:p>
      </dsp:txBody>
      <dsp:txXfrm>
        <a:off x="0" y="3480751"/>
        <a:ext cx="10515600" cy="8700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7EFE2-EBA1-4835-8400-8E025B8956AE}">
      <dsp:nvSpPr>
        <dsp:cNvPr id="0" name=""/>
        <dsp:cNvSpPr/>
      </dsp:nvSpPr>
      <dsp:spPr>
        <a:xfrm>
          <a:off x="0" y="42097"/>
          <a:ext cx="4828172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Considera toda la población en edad de trabajar</a:t>
          </a:r>
          <a:endParaRPr lang="en-US" sz="2200" kern="1200"/>
        </a:p>
      </dsp:txBody>
      <dsp:txXfrm>
        <a:off x="42722" y="84819"/>
        <a:ext cx="4742728" cy="789716"/>
      </dsp:txXfrm>
    </dsp:sp>
    <dsp:sp modelId="{40648F1D-AEB8-48E3-B437-A88FF33D37A4}">
      <dsp:nvSpPr>
        <dsp:cNvPr id="0" name=""/>
        <dsp:cNvSpPr/>
      </dsp:nvSpPr>
      <dsp:spPr>
        <a:xfrm>
          <a:off x="0" y="980617"/>
          <a:ext cx="4828172" cy="87516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Refleja cambios en la participación laboral</a:t>
          </a:r>
          <a:endParaRPr lang="en-US" sz="2200" kern="1200"/>
        </a:p>
      </dsp:txBody>
      <dsp:txXfrm>
        <a:off x="42722" y="1023339"/>
        <a:ext cx="4742728" cy="789716"/>
      </dsp:txXfrm>
    </dsp:sp>
    <dsp:sp modelId="{F68AED35-E7E1-42EB-8F0E-30AC10C584BB}">
      <dsp:nvSpPr>
        <dsp:cNvPr id="0" name=""/>
        <dsp:cNvSpPr/>
      </dsp:nvSpPr>
      <dsp:spPr>
        <a:xfrm>
          <a:off x="0" y="1919137"/>
          <a:ext cx="4828172" cy="87516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Detecta el fenómeno de 'trabajadores desanimados'</a:t>
          </a:r>
          <a:endParaRPr lang="en-US" sz="2200" kern="1200"/>
        </a:p>
      </dsp:txBody>
      <dsp:txXfrm>
        <a:off x="42722" y="1961859"/>
        <a:ext cx="4742728" cy="789716"/>
      </dsp:txXfrm>
    </dsp:sp>
    <dsp:sp modelId="{BAA0D1E5-61E1-4321-9D76-F1B66B3B34F9}">
      <dsp:nvSpPr>
        <dsp:cNvPr id="0" name=""/>
        <dsp:cNvSpPr/>
      </dsp:nvSpPr>
      <dsp:spPr>
        <a:xfrm>
          <a:off x="0" y="2857657"/>
          <a:ext cx="4828172" cy="87516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Facilita comparaciones internacionales</a:t>
          </a:r>
          <a:endParaRPr lang="en-US" sz="2200" kern="1200"/>
        </a:p>
      </dsp:txBody>
      <dsp:txXfrm>
        <a:off x="42722" y="2900379"/>
        <a:ext cx="4742728" cy="789716"/>
      </dsp:txXfrm>
    </dsp:sp>
    <dsp:sp modelId="{3C61D9CE-88DC-44B6-81D9-0CA50DA6085A}">
      <dsp:nvSpPr>
        <dsp:cNvPr id="0" name=""/>
        <dsp:cNvSpPr/>
      </dsp:nvSpPr>
      <dsp:spPr>
        <a:xfrm>
          <a:off x="0" y="3796177"/>
          <a:ext cx="4828172" cy="87516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Es un indicador más estable a largo plazo</a:t>
          </a:r>
          <a:endParaRPr lang="en-US" sz="2200" kern="1200"/>
        </a:p>
      </dsp:txBody>
      <dsp:txXfrm>
        <a:off x="42722" y="3838899"/>
        <a:ext cx="4742728" cy="789716"/>
      </dsp:txXfrm>
    </dsp:sp>
    <dsp:sp modelId="{CD66C9EF-CCA8-4DD8-9B2F-9B427AE4AE0F}">
      <dsp:nvSpPr>
        <dsp:cNvPr id="0" name=""/>
        <dsp:cNvSpPr/>
      </dsp:nvSpPr>
      <dsp:spPr>
        <a:xfrm>
          <a:off x="0" y="4734697"/>
          <a:ext cx="4828172" cy="8751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0" i="0" kern="1200"/>
            <a:t>Refleja mejor la capacidad de generar empleo de una economía</a:t>
          </a:r>
          <a:endParaRPr lang="en-US" sz="2200" kern="1200"/>
        </a:p>
      </dsp:txBody>
      <dsp:txXfrm>
        <a:off x="42722" y="4777419"/>
        <a:ext cx="4742728" cy="78971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31AA8-A54C-4A89-8848-FCD6402DE83D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i="0" kern="1200"/>
            <a:t>No captura el subempleo</a:t>
          </a:r>
          <a:endParaRPr lang="en-US" sz="1500" kern="1200"/>
        </a:p>
      </dsp:txBody>
      <dsp:txXfrm>
        <a:off x="3405805" y="42725"/>
        <a:ext cx="3703990" cy="754434"/>
      </dsp:txXfrm>
    </dsp:sp>
    <dsp:sp modelId="{9C73A33F-79C2-4C3B-9FBB-6A5D370BB193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i="0" kern="1200"/>
            <a:t>No mide la calidad del empleo</a:t>
          </a:r>
          <a:endParaRPr lang="en-US" sz="1500" kern="1200"/>
        </a:p>
      </dsp:txBody>
      <dsp:txXfrm>
        <a:off x="3405805" y="920588"/>
        <a:ext cx="3703990" cy="754434"/>
      </dsp:txXfrm>
    </dsp:sp>
    <dsp:sp modelId="{71B3E257-CD63-4A68-9503-2BAF54ED32E2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i="0" kern="1200"/>
            <a:t>No considera la distribución del empleo</a:t>
          </a:r>
          <a:endParaRPr lang="en-US" sz="1500" kern="1200"/>
        </a:p>
      </dsp:txBody>
      <dsp:txXfrm>
        <a:off x="3405805" y="1798451"/>
        <a:ext cx="3703990" cy="754434"/>
      </dsp:txXfrm>
    </dsp:sp>
    <dsp:sp modelId="{44E0A577-DAB8-416D-A7E7-B08A3BB59E73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i="0" kern="1200"/>
            <a:t>No refleja la productividad</a:t>
          </a:r>
          <a:endParaRPr lang="en-US" sz="1500" kern="1200"/>
        </a:p>
      </dsp:txBody>
      <dsp:txXfrm>
        <a:off x="3405805" y="2676315"/>
        <a:ext cx="3703990" cy="754434"/>
      </dsp:txXfrm>
    </dsp:sp>
    <dsp:sp modelId="{2C9EAC47-A10F-41DF-A25A-8ACE78E36488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0" i="0" kern="1200"/>
            <a:t>Indicadores complementarios: tasa de subempleo, calidad del empleo, distribución sectorial, productividad laboral</a:t>
          </a:r>
          <a:endParaRPr lang="en-US" sz="1500" kern="1200"/>
        </a:p>
      </dsp:txBody>
      <dsp:txXfrm>
        <a:off x="3405805" y="3554178"/>
        <a:ext cx="3703990" cy="7544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96C9B-B3D2-4BE5-946C-A5CEC4EE11B0}">
      <dsp:nvSpPr>
        <dsp:cNvPr id="0" name=""/>
        <dsp:cNvSpPr/>
      </dsp:nvSpPr>
      <dsp:spPr>
        <a:xfrm>
          <a:off x="-310936" y="10350"/>
          <a:ext cx="6364224" cy="11564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349D1-B3A9-49D2-A904-A4F27C1D5CCA}">
      <dsp:nvSpPr>
        <dsp:cNvPr id="0" name=""/>
        <dsp:cNvSpPr/>
      </dsp:nvSpPr>
      <dsp:spPr>
        <a:xfrm>
          <a:off x="38888" y="270551"/>
          <a:ext cx="636046" cy="636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8BBA4-9F63-4F3F-A093-2B3A93A90341}">
      <dsp:nvSpPr>
        <dsp:cNvPr id="0" name=""/>
        <dsp:cNvSpPr/>
      </dsp:nvSpPr>
      <dsp:spPr>
        <a:xfrm>
          <a:off x="1024761" y="10350"/>
          <a:ext cx="5025913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La productividad mide la eficiencia en el uso de recursos para producir bienes y servicios</a:t>
          </a:r>
          <a:endParaRPr lang="en-US" sz="2100" kern="1200"/>
        </a:p>
      </dsp:txBody>
      <dsp:txXfrm>
        <a:off x="1024761" y="10350"/>
        <a:ext cx="5025913" cy="1156448"/>
      </dsp:txXfrm>
    </dsp:sp>
    <dsp:sp modelId="{85D47EF9-F982-447A-AC3C-97E8149CA54A}">
      <dsp:nvSpPr>
        <dsp:cNvPr id="0" name=""/>
        <dsp:cNvSpPr/>
      </dsp:nvSpPr>
      <dsp:spPr>
        <a:xfrm>
          <a:off x="-310936" y="1455911"/>
          <a:ext cx="6364224" cy="11564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B9B857-C934-4AF2-BF8E-F76C54DE65D5}">
      <dsp:nvSpPr>
        <dsp:cNvPr id="0" name=""/>
        <dsp:cNvSpPr/>
      </dsp:nvSpPr>
      <dsp:spPr>
        <a:xfrm>
          <a:off x="38888" y="1716112"/>
          <a:ext cx="636046" cy="636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092BB-5011-489F-B5A8-2959B1FB6DB0}">
      <dsp:nvSpPr>
        <dsp:cNvPr id="0" name=""/>
        <dsp:cNvSpPr/>
      </dsp:nvSpPr>
      <dsp:spPr>
        <a:xfrm>
          <a:off x="1024761" y="1455911"/>
          <a:ext cx="5025913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Es crucial para el crecimiento económico y la competitividad</a:t>
          </a:r>
          <a:endParaRPr lang="en-US" sz="2100" kern="1200"/>
        </a:p>
      </dsp:txBody>
      <dsp:txXfrm>
        <a:off x="1024761" y="1455911"/>
        <a:ext cx="5025913" cy="1156448"/>
      </dsp:txXfrm>
    </dsp:sp>
    <dsp:sp modelId="{46DE840B-5CD0-47D4-8F58-5505314FC4A0}">
      <dsp:nvSpPr>
        <dsp:cNvPr id="0" name=""/>
        <dsp:cNvSpPr/>
      </dsp:nvSpPr>
      <dsp:spPr>
        <a:xfrm>
          <a:off x="-310936" y="2901472"/>
          <a:ext cx="6364224" cy="11564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1DAB7-32EF-4EB9-A31D-D7390CB52B89}">
      <dsp:nvSpPr>
        <dsp:cNvPr id="0" name=""/>
        <dsp:cNvSpPr/>
      </dsp:nvSpPr>
      <dsp:spPr>
        <a:xfrm>
          <a:off x="38888" y="3161672"/>
          <a:ext cx="636046" cy="636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65EB9-8865-4862-ACBD-65C736FE1381}">
      <dsp:nvSpPr>
        <dsp:cNvPr id="0" name=""/>
        <dsp:cNvSpPr/>
      </dsp:nvSpPr>
      <dsp:spPr>
        <a:xfrm>
          <a:off x="1024761" y="2901472"/>
          <a:ext cx="2863900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Factores clave:</a:t>
          </a:r>
          <a:endParaRPr lang="en-US" sz="2100" kern="1200"/>
        </a:p>
      </dsp:txBody>
      <dsp:txXfrm>
        <a:off x="1024761" y="2901472"/>
        <a:ext cx="2863900" cy="1156448"/>
      </dsp:txXfrm>
    </dsp:sp>
    <dsp:sp modelId="{05345977-BF84-41B3-B48E-81F5A381A006}">
      <dsp:nvSpPr>
        <dsp:cNvPr id="0" name=""/>
        <dsp:cNvSpPr/>
      </dsp:nvSpPr>
      <dsp:spPr>
        <a:xfrm>
          <a:off x="2939700" y="2901472"/>
          <a:ext cx="3410985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/>
            <a:t>1. Cambios tecnológicos: permiten producir más con menos recursos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/>
            <a:t>2. Capital humano: formación, experiencia y habilidades de los trabajadores</a:t>
          </a:r>
          <a:endParaRPr lang="en-US" sz="1200" kern="1200"/>
        </a:p>
      </dsp:txBody>
      <dsp:txXfrm>
        <a:off x="2939700" y="2901472"/>
        <a:ext cx="3410985" cy="1156448"/>
      </dsp:txXfrm>
    </dsp:sp>
    <dsp:sp modelId="{44B8B4C0-55E6-48B8-A92F-B498CEE60F0A}">
      <dsp:nvSpPr>
        <dsp:cNvPr id="0" name=""/>
        <dsp:cNvSpPr/>
      </dsp:nvSpPr>
      <dsp:spPr>
        <a:xfrm>
          <a:off x="-310936" y="4347032"/>
          <a:ext cx="6364224" cy="11564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8F4EC-99EB-4FD5-85EF-7811D15EAD92}">
      <dsp:nvSpPr>
        <dsp:cNvPr id="0" name=""/>
        <dsp:cNvSpPr/>
      </dsp:nvSpPr>
      <dsp:spPr>
        <a:xfrm>
          <a:off x="38888" y="4607233"/>
          <a:ext cx="636046" cy="636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3FD27-F7F7-496C-91C0-F871F2A31919}">
      <dsp:nvSpPr>
        <dsp:cNvPr id="0" name=""/>
        <dsp:cNvSpPr/>
      </dsp:nvSpPr>
      <dsp:spPr>
        <a:xfrm>
          <a:off x="1024761" y="4347032"/>
          <a:ext cx="5025913" cy="1156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91" tIns="122391" rIns="122391" bIns="12239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0" i="0" kern="1200"/>
            <a:t>Habilidades blandas como creatividad y adaptabilidad son cada vez más importantes</a:t>
          </a:r>
          <a:endParaRPr lang="en-US" sz="2100" kern="1200"/>
        </a:p>
      </dsp:txBody>
      <dsp:txXfrm>
        <a:off x="1024761" y="4347032"/>
        <a:ext cx="5025913" cy="115644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099AD7-7086-4D33-B2B1-63676E83E7E4}">
      <dsp:nvSpPr>
        <dsp:cNvPr id="0" name=""/>
        <dsp:cNvSpPr/>
      </dsp:nvSpPr>
      <dsp:spPr>
        <a:xfrm>
          <a:off x="0" y="470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9E18A-4F92-4F12-9155-75EF2F3FC62E}">
      <dsp:nvSpPr>
        <dsp:cNvPr id="0" name=""/>
        <dsp:cNvSpPr/>
      </dsp:nvSpPr>
      <dsp:spPr>
        <a:xfrm>
          <a:off x="195868" y="146157"/>
          <a:ext cx="356124" cy="356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1D190-DB40-46D9-848F-33374852707A}">
      <dsp:nvSpPr>
        <dsp:cNvPr id="0" name=""/>
        <dsp:cNvSpPr/>
      </dsp:nvSpPr>
      <dsp:spPr>
        <a:xfrm>
          <a:off x="747862" y="470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 relación es compleja y varía según el plazo:</a:t>
          </a:r>
          <a:endParaRPr lang="en-US" sz="1600" kern="1200"/>
        </a:p>
      </dsp:txBody>
      <dsp:txXfrm>
        <a:off x="747862" y="470"/>
        <a:ext cx="5515777" cy="647499"/>
      </dsp:txXfrm>
    </dsp:sp>
    <dsp:sp modelId="{F1D9893C-340C-4D34-AC2C-B47433678193}">
      <dsp:nvSpPr>
        <dsp:cNvPr id="0" name=""/>
        <dsp:cNvSpPr/>
      </dsp:nvSpPr>
      <dsp:spPr>
        <a:xfrm>
          <a:off x="0" y="809844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90DB6-6635-482A-AE43-4EB5774B88F6}">
      <dsp:nvSpPr>
        <dsp:cNvPr id="0" name=""/>
        <dsp:cNvSpPr/>
      </dsp:nvSpPr>
      <dsp:spPr>
        <a:xfrm>
          <a:off x="195868" y="955532"/>
          <a:ext cx="356124" cy="356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160C0-45CC-4230-9BD5-AE758A8D6721}">
      <dsp:nvSpPr>
        <dsp:cNvPr id="0" name=""/>
        <dsp:cNvSpPr/>
      </dsp:nvSpPr>
      <dsp:spPr>
        <a:xfrm>
          <a:off x="747862" y="809844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Corto plazo: Puede ser negativa (más productividad, menos empleos en sectores específicos)</a:t>
          </a:r>
          <a:endParaRPr lang="en-US" sz="1600" kern="1200"/>
        </a:p>
      </dsp:txBody>
      <dsp:txXfrm>
        <a:off x="747862" y="809844"/>
        <a:ext cx="5515777" cy="647499"/>
      </dsp:txXfrm>
    </dsp:sp>
    <dsp:sp modelId="{DDF77F18-D511-4AC1-A08D-15896F8FD64D}">
      <dsp:nvSpPr>
        <dsp:cNvPr id="0" name=""/>
        <dsp:cNvSpPr/>
      </dsp:nvSpPr>
      <dsp:spPr>
        <a:xfrm>
          <a:off x="0" y="1619219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B11E9F-8144-4796-891B-5BC897FC783B}">
      <dsp:nvSpPr>
        <dsp:cNvPr id="0" name=""/>
        <dsp:cNvSpPr/>
      </dsp:nvSpPr>
      <dsp:spPr>
        <a:xfrm>
          <a:off x="195868" y="1764906"/>
          <a:ext cx="356124" cy="356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A6309-B3E1-4E5E-8DD2-18DCDA98698E}">
      <dsp:nvSpPr>
        <dsp:cNvPr id="0" name=""/>
        <dsp:cNvSpPr/>
      </dsp:nvSpPr>
      <dsp:spPr>
        <a:xfrm>
          <a:off x="747862" y="1619219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Largo plazo: Tiende a ser positiva</a:t>
          </a:r>
          <a:endParaRPr lang="en-US" sz="1600" kern="1200"/>
        </a:p>
      </dsp:txBody>
      <dsp:txXfrm>
        <a:off x="747862" y="1619219"/>
        <a:ext cx="5515777" cy="647499"/>
      </dsp:txXfrm>
    </dsp:sp>
    <dsp:sp modelId="{932D0F57-982A-4AB0-B31D-2CCB7156880A}">
      <dsp:nvSpPr>
        <dsp:cNvPr id="0" name=""/>
        <dsp:cNvSpPr/>
      </dsp:nvSpPr>
      <dsp:spPr>
        <a:xfrm>
          <a:off x="0" y="2428594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47ECE-FC59-4A03-9205-03DEBC912B8E}">
      <dsp:nvSpPr>
        <dsp:cNvPr id="0" name=""/>
        <dsp:cNvSpPr/>
      </dsp:nvSpPr>
      <dsp:spPr>
        <a:xfrm>
          <a:off x="195868" y="2574281"/>
          <a:ext cx="356124" cy="356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C45B2-AD42-4601-9B74-98E170230918}">
      <dsp:nvSpPr>
        <dsp:cNvPr id="0" name=""/>
        <dsp:cNvSpPr/>
      </dsp:nvSpPr>
      <dsp:spPr>
        <a:xfrm>
          <a:off x="747862" y="2428594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Aumentos de productividad generan nuevas actividades económicas</a:t>
          </a:r>
          <a:endParaRPr lang="en-US" sz="1600" kern="1200"/>
        </a:p>
      </dsp:txBody>
      <dsp:txXfrm>
        <a:off x="747862" y="2428594"/>
        <a:ext cx="5515777" cy="647499"/>
      </dsp:txXfrm>
    </dsp:sp>
    <dsp:sp modelId="{770014B4-94F0-4131-9BEA-5DF6EF8D06EC}">
      <dsp:nvSpPr>
        <dsp:cNvPr id="0" name=""/>
        <dsp:cNvSpPr/>
      </dsp:nvSpPr>
      <dsp:spPr>
        <a:xfrm>
          <a:off x="0" y="3237968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F8052D-66AC-420F-8CF6-B0C86176AA00}">
      <dsp:nvSpPr>
        <dsp:cNvPr id="0" name=""/>
        <dsp:cNvSpPr/>
      </dsp:nvSpPr>
      <dsp:spPr>
        <a:xfrm>
          <a:off x="195868" y="3383656"/>
          <a:ext cx="356124" cy="356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F3FD6-76AF-4356-8D38-7E75E9497228}">
      <dsp:nvSpPr>
        <dsp:cNvPr id="0" name=""/>
        <dsp:cNvSpPr/>
      </dsp:nvSpPr>
      <dsp:spPr>
        <a:xfrm>
          <a:off x="747862" y="3237968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Ejemplo: la automatización elimina algunos empleos, pero crea otros en diseño y mantenimiento</a:t>
          </a:r>
          <a:endParaRPr lang="en-US" sz="1600" kern="1200"/>
        </a:p>
      </dsp:txBody>
      <dsp:txXfrm>
        <a:off x="747862" y="3237968"/>
        <a:ext cx="5515777" cy="647499"/>
      </dsp:txXfrm>
    </dsp:sp>
    <dsp:sp modelId="{4F06E805-6BAC-4955-A739-DC731E1C26FA}">
      <dsp:nvSpPr>
        <dsp:cNvPr id="0" name=""/>
        <dsp:cNvSpPr/>
      </dsp:nvSpPr>
      <dsp:spPr>
        <a:xfrm>
          <a:off x="0" y="4047343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9AC0F-1191-4382-B21E-713486AA2DDC}">
      <dsp:nvSpPr>
        <dsp:cNvPr id="0" name=""/>
        <dsp:cNvSpPr/>
      </dsp:nvSpPr>
      <dsp:spPr>
        <a:xfrm>
          <a:off x="195868" y="4193030"/>
          <a:ext cx="356124" cy="3561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9163A-6D6E-4D34-857E-A642044D7164}">
      <dsp:nvSpPr>
        <dsp:cNvPr id="0" name=""/>
        <dsp:cNvSpPr/>
      </dsp:nvSpPr>
      <dsp:spPr>
        <a:xfrm>
          <a:off x="747862" y="4047343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 productividad puede reducir precios, estimulando la demanda y creando más empleos</a:t>
          </a:r>
          <a:endParaRPr lang="en-US" sz="1600" kern="1200"/>
        </a:p>
      </dsp:txBody>
      <dsp:txXfrm>
        <a:off x="747862" y="4047343"/>
        <a:ext cx="5515777" cy="647499"/>
      </dsp:txXfrm>
    </dsp:sp>
    <dsp:sp modelId="{73CEC0C6-E400-4DE1-86B9-841E1EBEEBE7}">
      <dsp:nvSpPr>
        <dsp:cNvPr id="0" name=""/>
        <dsp:cNvSpPr/>
      </dsp:nvSpPr>
      <dsp:spPr>
        <a:xfrm>
          <a:off x="0" y="4856717"/>
          <a:ext cx="6263640" cy="6474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AB909-BFAC-40F6-BB7E-11A77939C70E}">
      <dsp:nvSpPr>
        <dsp:cNvPr id="0" name=""/>
        <dsp:cNvSpPr/>
      </dsp:nvSpPr>
      <dsp:spPr>
        <a:xfrm>
          <a:off x="195868" y="5002405"/>
          <a:ext cx="356124" cy="35612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26AD1-1842-4480-B904-E7B07A5407D2}">
      <dsp:nvSpPr>
        <dsp:cNvPr id="0" name=""/>
        <dsp:cNvSpPr/>
      </dsp:nvSpPr>
      <dsp:spPr>
        <a:xfrm>
          <a:off x="747862" y="4856717"/>
          <a:ext cx="551577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Se requieren políticas para facilitar la transición y adaptación de la fuerza laboral</a:t>
          </a:r>
          <a:endParaRPr lang="en-US" sz="1600" kern="1200"/>
        </a:p>
      </dsp:txBody>
      <dsp:txXfrm>
        <a:off x="747862" y="4856717"/>
        <a:ext cx="5515777" cy="64749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6B833-97FA-4FC0-A77D-A32303F2F9EB}">
      <dsp:nvSpPr>
        <dsp:cNvPr id="0" name=""/>
        <dsp:cNvSpPr/>
      </dsp:nvSpPr>
      <dsp:spPr>
        <a:xfrm>
          <a:off x="0" y="30878"/>
          <a:ext cx="6263640" cy="10448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Principio económico: a largo plazo, los salarios reales no pueden crecer más rápido que la productividad de manera sostenida</a:t>
          </a:r>
          <a:endParaRPr lang="en-US" sz="1900" kern="1200"/>
        </a:p>
      </dsp:txBody>
      <dsp:txXfrm>
        <a:off x="51003" y="81881"/>
        <a:ext cx="6161634" cy="942803"/>
      </dsp:txXfrm>
    </dsp:sp>
    <dsp:sp modelId="{6CF08A26-8129-448E-94E3-1EBE413C7B24}">
      <dsp:nvSpPr>
        <dsp:cNvPr id="0" name=""/>
        <dsp:cNvSpPr/>
      </dsp:nvSpPr>
      <dsp:spPr>
        <a:xfrm>
          <a:off x="0" y="1130408"/>
          <a:ext cx="6263640" cy="104480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Mayor productividad permite mayor crecimiento salarial sin generar inflación</a:t>
          </a:r>
          <a:endParaRPr lang="en-US" sz="1900" kern="1200"/>
        </a:p>
      </dsp:txBody>
      <dsp:txXfrm>
        <a:off x="51003" y="1181411"/>
        <a:ext cx="6161634" cy="942803"/>
      </dsp:txXfrm>
    </dsp:sp>
    <dsp:sp modelId="{258C9ABC-3972-4436-BF16-01BEABDE5C4C}">
      <dsp:nvSpPr>
        <dsp:cNvPr id="0" name=""/>
        <dsp:cNvSpPr/>
      </dsp:nvSpPr>
      <dsp:spPr>
        <a:xfrm>
          <a:off x="0" y="2229939"/>
          <a:ext cx="6263640" cy="104480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Si un trabajador produce más valor, la empresa puede pagar más sin aumentar precios</a:t>
          </a:r>
          <a:endParaRPr lang="en-US" sz="1900" kern="1200"/>
        </a:p>
      </dsp:txBody>
      <dsp:txXfrm>
        <a:off x="51003" y="2280942"/>
        <a:ext cx="6161634" cy="942803"/>
      </dsp:txXfrm>
    </dsp:sp>
    <dsp:sp modelId="{E3A5D0CF-9FEC-4792-B123-56DA66675A73}">
      <dsp:nvSpPr>
        <dsp:cNvPr id="0" name=""/>
        <dsp:cNvSpPr/>
      </dsp:nvSpPr>
      <dsp:spPr>
        <a:xfrm>
          <a:off x="0" y="3329468"/>
          <a:ext cx="6263640" cy="104480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Crecimientos salariales sostenibles deben ir acompañados de ganancias de productividad</a:t>
          </a:r>
          <a:endParaRPr lang="en-US" sz="1900" kern="1200"/>
        </a:p>
      </dsp:txBody>
      <dsp:txXfrm>
        <a:off x="51003" y="3380471"/>
        <a:ext cx="6161634" cy="942803"/>
      </dsp:txXfrm>
    </dsp:sp>
    <dsp:sp modelId="{A712D52D-6911-4A5F-9ECF-5A72495A7F84}">
      <dsp:nvSpPr>
        <dsp:cNvPr id="0" name=""/>
        <dsp:cNvSpPr/>
      </dsp:nvSpPr>
      <dsp:spPr>
        <a:xfrm>
          <a:off x="0" y="4428998"/>
          <a:ext cx="6263640" cy="104480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Las políticas que fomentan la productividad son cruciales para el bienestar económico a largo plazo</a:t>
          </a:r>
          <a:endParaRPr lang="en-US" sz="1900" kern="1200"/>
        </a:p>
      </dsp:txBody>
      <dsp:txXfrm>
        <a:off x="51003" y="4480001"/>
        <a:ext cx="6161634" cy="94280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32EDA-B60D-4816-B199-48009E816C12}">
      <dsp:nvSpPr>
        <dsp:cNvPr id="0" name=""/>
        <dsp:cNvSpPr/>
      </dsp:nvSpPr>
      <dsp:spPr>
        <a:xfrm>
          <a:off x="0" y="47690"/>
          <a:ext cx="6364224" cy="11188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La relación entre productividad y salarios no es automática</a:t>
          </a:r>
          <a:endParaRPr lang="en-US" sz="2000" kern="1200"/>
        </a:p>
      </dsp:txBody>
      <dsp:txXfrm>
        <a:off x="54616" y="102306"/>
        <a:ext cx="6254992" cy="1009580"/>
      </dsp:txXfrm>
    </dsp:sp>
    <dsp:sp modelId="{4EEC211D-81DD-45EF-9100-DB42C91E7F83}">
      <dsp:nvSpPr>
        <dsp:cNvPr id="0" name=""/>
        <dsp:cNvSpPr/>
      </dsp:nvSpPr>
      <dsp:spPr>
        <a:xfrm>
          <a:off x="0" y="1224103"/>
          <a:ext cx="6364224" cy="1118812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Factores influyentes:</a:t>
          </a:r>
          <a:endParaRPr lang="en-US" sz="2000" kern="1200"/>
        </a:p>
      </dsp:txBody>
      <dsp:txXfrm>
        <a:off x="54616" y="1278719"/>
        <a:ext cx="6254992" cy="1009580"/>
      </dsp:txXfrm>
    </dsp:sp>
    <dsp:sp modelId="{4112C877-0BAA-48A9-B597-DD39B0041D4C}">
      <dsp:nvSpPr>
        <dsp:cNvPr id="0" name=""/>
        <dsp:cNvSpPr/>
      </dsp:nvSpPr>
      <dsp:spPr>
        <a:xfrm>
          <a:off x="0" y="2342916"/>
          <a:ext cx="6364224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/>
            <a:t>Poder de negociación de los trabajadores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/>
            <a:t>Estructura del mercado laboral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/>
            <a:t>Políticas gubernamentales</a:t>
          </a:r>
          <a:endParaRPr lang="en-US" sz="1600" kern="1200"/>
        </a:p>
      </dsp:txBody>
      <dsp:txXfrm>
        <a:off x="0" y="2342916"/>
        <a:ext cx="6364224" cy="828000"/>
      </dsp:txXfrm>
    </dsp:sp>
    <dsp:sp modelId="{81E06B22-4916-4E4C-B187-DD7267128DD8}">
      <dsp:nvSpPr>
        <dsp:cNvPr id="0" name=""/>
        <dsp:cNvSpPr/>
      </dsp:nvSpPr>
      <dsp:spPr>
        <a:xfrm>
          <a:off x="0" y="3170916"/>
          <a:ext cx="6364224" cy="1118812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En economías avanzadas, se observa una divergencia entre el crecimiento de la productividad y los salarios medios</a:t>
          </a:r>
          <a:endParaRPr lang="en-US" sz="2000" kern="1200"/>
        </a:p>
      </dsp:txBody>
      <dsp:txXfrm>
        <a:off x="54616" y="3225532"/>
        <a:ext cx="6254992" cy="1009580"/>
      </dsp:txXfrm>
    </dsp:sp>
    <dsp:sp modelId="{576A497D-F67D-4DCD-B9D1-98CC155EC063}">
      <dsp:nvSpPr>
        <dsp:cNvPr id="0" name=""/>
        <dsp:cNvSpPr/>
      </dsp:nvSpPr>
      <dsp:spPr>
        <a:xfrm>
          <a:off x="0" y="4347328"/>
          <a:ext cx="6364224" cy="111881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Debate sobre la necesidad de políticas para una distribución más equitativa de los beneficios del crecimiento económico</a:t>
          </a:r>
          <a:endParaRPr lang="en-US" sz="2000" kern="1200"/>
        </a:p>
      </dsp:txBody>
      <dsp:txXfrm>
        <a:off x="54616" y="4401944"/>
        <a:ext cx="6254992" cy="1009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BC706-44D1-08B3-4FE9-28ADDF2DC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31351A-CDE1-27CC-CB05-036315F0B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9F6312-B5F7-4CE1-E913-087DAA6B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EDDE13-D6D3-6D13-D1B4-761E9769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04CC6-ACD8-119E-BBEF-8DBCBC2B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2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99866-7029-2C02-7149-87B38638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54B8BA-7C8B-F4A1-6815-C6D48397A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CA268F-DBE6-3F99-274D-EDFAEEE3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73360D-7CC6-69A1-43A6-556A74F4E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3BD708-DEAE-1CBA-44F8-F137BBB4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36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B0D44-C588-BB31-783E-867FB30B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A32D27-C512-F888-3DF4-4DF53952A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16958F-AA34-EB16-43F7-11061E89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FF616-C174-EE47-31E0-63E468E6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37022-8030-ACD2-3F3E-58BD1A7E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94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AF202-448B-1FD0-C9C7-8B41F101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AC912-84E8-1D46-DD72-000BD351F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A82B9E-C0D2-D480-0192-EE2ADE84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25CE17-CD72-4264-3272-400964D4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2B0062-1E32-B4E9-FF9A-C6C23D34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B2F7E0-1A49-B2B6-4231-A15C3F20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8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5054A-3C02-2F77-6775-A1B853D2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724FB1-9F12-08D3-DAFD-6371D9CBE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43D968-9AD8-3812-A381-5BCE51ED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3BC5D5-162A-0350-DE94-08AC97583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640DA5-5F8D-0B73-DEF7-C752D614F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A4AC13-7D65-9485-064C-1FF02AD1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F58A48-429C-C6B9-1370-A587171C0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8C92A7-D5F3-1F83-7F10-A775BA48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89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E731-BEE4-B1A2-5714-78814FBE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0847F6-0F90-1BF1-44D0-EB854FD3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9B2469-2D91-371B-6478-4A8D5251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1F17EB-389B-139D-0041-990B60AD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17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7D06EC-FE6B-14D3-9A07-395B4F2B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E155F4-5BEE-A5C9-0094-E3916984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8A6097-7E33-F725-C0BC-5F887D69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29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5E761-B526-E548-E0CC-071958CB0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91D10-B4ED-AD5B-1801-53EC7DE64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EC70E6-BA38-F432-BFF9-CF1AB03F2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2DA8EB-B0CE-45A1-01BD-81218E70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89D660-5027-0C5E-C28B-C27B3502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2D9AE5-F0C7-0661-A6C9-C58F5365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5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39DBD-A910-BE7F-9549-7E4A2C93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1700535-F614-FC8A-D099-1767C40F3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B78EAA-B5E9-A239-B054-9235242E4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3F1061-CF5C-D094-019B-BE776EF2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AFA82C-F2F7-DBBB-DB3C-AC3DD0AE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4D202C-E546-18F8-A68B-F393C22F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64CB5-B02E-33CF-20DB-802E7091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2A654C-E6F4-EB6E-CB22-36A8F28EF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2FC43F-2512-874F-CD6C-4C42C3FC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11154D-64DB-0118-FF5D-DB024F98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B7F694-0AE6-C0C4-220E-0289578A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2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E4A300-34DA-6903-46A1-2C1D1BE63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FED1D2-6BAA-4A9B-3CBD-562D708C0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CD35B-0362-7189-8461-01CE14B5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15974E-3B9E-28BC-1E6B-42996D27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FDE458-F2D3-1A78-289C-0E88728E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51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D87413-F37E-8EDB-3386-0F12DC99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A1B5EE-1756-758F-57FF-CA90A2AB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75E51-08C0-F707-9228-BA1A5459A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9/13/2024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C4E1D-5A9D-DE3B-70B6-CCE574C35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8FFAB-749E-4C8E-03E4-E85440B1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3A852-0206-46AC-B0EB-6456129331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7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9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0BEF7-BCF9-B1A6-754D-798F34D36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0" y="1062038"/>
            <a:ext cx="6096000" cy="2881311"/>
          </a:xfrm>
        </p:spPr>
        <p:txBody>
          <a:bodyPr>
            <a:normAutofit/>
          </a:bodyPr>
          <a:lstStyle/>
          <a:p>
            <a:pPr algn="r"/>
            <a:r>
              <a:rPr lang="es-ES" sz="8000"/>
              <a:t>Tema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8FCFF-AC16-8EF8-1083-F9B87F5EC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0" y="4170408"/>
            <a:ext cx="6096000" cy="1625554"/>
          </a:xfrm>
        </p:spPr>
        <p:txBody>
          <a:bodyPr>
            <a:normAutofit/>
          </a:bodyPr>
          <a:lstStyle/>
          <a:p>
            <a:pPr algn="r"/>
            <a:r>
              <a:rPr lang="es-ES" dirty="0"/>
              <a:t>INDICADORES DEL  MERCADO DE TRABAJO Y MERCADO DE TRABAJO EN  ESPAÑA</a:t>
            </a:r>
          </a:p>
          <a:p>
            <a:pPr algn="r"/>
            <a:endParaRPr lang="es-ES" dirty="0"/>
          </a:p>
        </p:txBody>
      </p:sp>
      <p:pic>
        <p:nvPicPr>
          <p:cNvPr id="5" name="Imagen 4" descr="Imagen que contiene edificio, interior, tabla, techo&#10;&#10;Descripción generada automáticamente">
            <a:extLst>
              <a:ext uri="{FF2B5EF4-FFF2-40B4-BE49-F238E27FC236}">
                <a16:creationId xmlns:a16="http://schemas.microsoft.com/office/drawing/2014/main" id="{9758F47F-3A11-008F-B4F8-465279FEE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0" r="11473"/>
          <a:stretch/>
        </p:blipFill>
        <p:spPr>
          <a:xfrm>
            <a:off x="-2" y="-1"/>
            <a:ext cx="4572002" cy="685800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6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6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58155" y="4933805"/>
                </a:lnTo>
                <a:cubicBezTo>
                  <a:pt x="4160163" y="4953853"/>
                  <a:pt x="4171415" y="4969749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8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2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289" y="6365204"/>
                </a:lnTo>
                <a:lnTo>
                  <a:pt x="4380007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lnTo>
                  <a:pt x="4381289" y="6365204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6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1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4"/>
                  <a:pt x="4125838" y="2518264"/>
                </a:cubicBez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8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1" y="2463018"/>
                </a:cubicBez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1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6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466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E81DCD-407A-6961-14F4-73B61637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sz="5200"/>
              <a:t>Definición del Mercado de Trabajo</a:t>
            </a:r>
            <a:br>
              <a:rPr lang="es-ES" sz="5200"/>
            </a:br>
            <a:endParaRPr lang="es-ES" sz="5200"/>
          </a:p>
        </p:txBody>
      </p: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FEC7FCAA-C0CA-6F63-7C05-6475C29CD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14921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73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F347F8-48A0-C3F8-D7F5-1B4E4104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Introducción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1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911B33-0F81-8D9D-E98A-69F00B2F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ES" sz="5000" b="1" i="0">
                <a:effectLst/>
                <a:latin typeface="ui-sans-serif"/>
              </a:rPr>
              <a:t>Importancia del Mercado de Trabajo</a:t>
            </a:r>
            <a:br>
              <a:rPr lang="es-ES" sz="5000" b="1" i="0">
                <a:effectLst/>
                <a:latin typeface="ui-sans-serif"/>
              </a:rPr>
            </a:br>
            <a:endParaRPr lang="es-ES" sz="5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ACF8777-B053-4F92-1AB1-AB876942AA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93317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915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393D5B-07D8-51F8-9CCB-BDEC7C4A9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ui-sans-serif"/>
              </a:rPr>
              <a:t>Complejidad del Mercado de Trabajo</a:t>
            </a:r>
            <a:br>
              <a:rPr lang="es-ES" sz="4800" b="1" i="0">
                <a:effectLst/>
                <a:latin typeface="ui-sans-serif"/>
              </a:rPr>
            </a:b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D8C425-C93C-9944-5C93-C9639FB15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0" i="0" dirty="0">
                <a:effectLst/>
                <a:latin typeface="ui-sans-serif"/>
              </a:rPr>
              <a:t>Factores que contribuyen a su complejidad:</a:t>
            </a:r>
          </a:p>
          <a:p>
            <a:pPr lvl="1"/>
            <a:r>
              <a:rPr lang="es-ES" b="0" i="0" dirty="0">
                <a:effectLst/>
                <a:latin typeface="ui-sans-serif"/>
              </a:rPr>
              <a:t>Multidimensionalidad: Factores económicos, sociales, psicológicos y legales</a:t>
            </a:r>
          </a:p>
          <a:p>
            <a:pPr lvl="1"/>
            <a:r>
              <a:rPr lang="es-ES" b="0" i="0" dirty="0">
                <a:effectLst/>
                <a:latin typeface="ui-sans-serif"/>
              </a:rPr>
              <a:t>Dinámica individual: Influencia de actitudes y motivaciones personales</a:t>
            </a:r>
          </a:p>
          <a:p>
            <a:pPr lvl="1"/>
            <a:r>
              <a:rPr lang="es-ES" b="0" i="0" dirty="0">
                <a:effectLst/>
                <a:latin typeface="ui-sans-serif"/>
              </a:rPr>
              <a:t>Marco institucional: Papel de sindicatos, asociaciones y agencias gubernamentales</a:t>
            </a:r>
          </a:p>
          <a:p>
            <a:pPr lvl="1"/>
            <a:r>
              <a:rPr lang="es-ES" b="0" i="0" dirty="0">
                <a:effectLst/>
                <a:latin typeface="ui-sans-serif"/>
              </a:rPr>
              <a:t>Externalidades: Efectos indirectos en la sociedad (ej. desigualdad)</a:t>
            </a:r>
          </a:p>
          <a:p>
            <a:pPr lvl="1"/>
            <a:r>
              <a:rPr lang="es-ES" b="0" i="0" dirty="0">
                <a:effectLst/>
                <a:latin typeface="ui-sans-serif"/>
              </a:rPr>
              <a:t>Requiere un enfoque de análisis multidisciplinario.</a:t>
            </a:r>
          </a:p>
          <a:p>
            <a:endParaRPr lang="es-ES" sz="2400" dirty="0"/>
          </a:p>
        </p:txBody>
      </p: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39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8BB7A-47EA-A126-7DDF-77F835A7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>
                <a:solidFill>
                  <a:srgbClr val="030712"/>
                </a:solidFill>
                <a:effectLst/>
                <a:latin typeface="ui-sans-serif"/>
              </a:rPr>
              <a:t>Indicadores Clave del Mercado de Trabajo</a:t>
            </a:r>
            <a:br>
              <a:rPr lang="es-ES" b="1" i="0">
                <a:solidFill>
                  <a:srgbClr val="030712"/>
                </a:solidFill>
                <a:effectLst/>
                <a:latin typeface="ui-sans-serif"/>
              </a:rPr>
            </a:br>
            <a:endParaRPr lang="es-ES" dirty="0"/>
          </a:p>
        </p:txBody>
      </p:sp>
      <p:graphicFrame>
        <p:nvGraphicFramePr>
          <p:cNvPr id="16" name="Marcador de contenido 2">
            <a:extLst>
              <a:ext uri="{FF2B5EF4-FFF2-40B4-BE49-F238E27FC236}">
                <a16:creationId xmlns:a16="http://schemas.microsoft.com/office/drawing/2014/main" id="{A2B0B57C-ABDC-4258-4C0D-5A2835ADA3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140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B2C1B4-F41B-28B0-1F5E-0706E82C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Oferta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Trabajo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168B9E-1756-FBB4-DA6C-0C7CBE18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ui-sans-serif"/>
              </a:rPr>
              <a:t>Oferta de Trabajo: Conceptos Básicos</a:t>
            </a:r>
            <a:br>
              <a:rPr lang="es-ES" sz="4800" b="1" i="0">
                <a:effectLst/>
                <a:latin typeface="ui-sans-serif"/>
              </a:rPr>
            </a:b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DFA38-FDB4-9FB8-DC1F-FA8FF81E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200" b="0" i="0" dirty="0">
                <a:effectLst/>
                <a:latin typeface="ui-sans-serif"/>
              </a:rPr>
              <a:t>Definición: Cantidad de trabajo que las personas están dispuestas a ofrecer.</a:t>
            </a:r>
          </a:p>
          <a:p>
            <a:pPr marL="0" indent="0">
              <a:buNone/>
            </a:pPr>
            <a:r>
              <a:rPr lang="es-ES" sz="2200" b="0" i="0" dirty="0">
                <a:effectLst/>
                <a:latin typeface="ui-sans-serif"/>
              </a:rPr>
              <a:t>Medición: Horas de trabajo deseadas o número de personas dispuestas a trabajar.</a:t>
            </a:r>
          </a:p>
          <a:p>
            <a:pPr marL="0" indent="0">
              <a:buNone/>
            </a:pPr>
            <a:r>
              <a:rPr lang="es-ES" sz="2200" b="0" i="0" dirty="0">
                <a:effectLst/>
                <a:latin typeface="ui-sans-serif"/>
              </a:rPr>
              <a:t>Fundamentos microeconómicos:</a:t>
            </a:r>
          </a:p>
          <a:p>
            <a:pPr lvl="1"/>
            <a:r>
              <a:rPr lang="es-ES" sz="2200" b="0" i="0" dirty="0">
                <a:effectLst/>
                <a:latin typeface="ui-sans-serif"/>
              </a:rPr>
              <a:t>Basado en la teoría de elección del consumidor</a:t>
            </a:r>
          </a:p>
          <a:p>
            <a:pPr lvl="1"/>
            <a:r>
              <a:rPr lang="es-ES" sz="2200" b="0" i="0" dirty="0">
                <a:effectLst/>
                <a:latin typeface="ui-sans-serif"/>
              </a:rPr>
              <a:t>Modelo de elección ocio/consumo</a:t>
            </a:r>
          </a:p>
          <a:p>
            <a:pPr lvl="1"/>
            <a:r>
              <a:rPr lang="es-ES" sz="2200" b="0" i="0" dirty="0">
                <a:effectLst/>
                <a:latin typeface="ui-sans-serif"/>
              </a:rPr>
              <a:t>Maximización de utilidad sujeta a restricción presupuestaria</a:t>
            </a:r>
          </a:p>
          <a:p>
            <a:pPr marL="0" indent="0">
              <a:buNone/>
            </a:pPr>
            <a:r>
              <a:rPr lang="es-ES" sz="2200" b="0" i="0" dirty="0">
                <a:effectLst/>
                <a:latin typeface="ui-sans-serif"/>
              </a:rPr>
              <a:t>Curva de oferta de trabajo: Relación entre salario y cantidad de trabajo ofrecida.</a:t>
            </a:r>
          </a:p>
          <a:p>
            <a:endParaRPr lang="es-ES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7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2CADB0-BA13-C886-B010-39691545D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78" y="643467"/>
            <a:ext cx="8505444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2AD560-5A06-A92D-D630-5DDB0DE5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s-ES" sz="4200" b="1" i="0">
                <a:effectLst/>
                <a:latin typeface="ui-sans-serif"/>
              </a:rPr>
              <a:t>Clasificación de la Población Laboral</a:t>
            </a:r>
            <a:br>
              <a:rPr lang="es-ES" sz="4200" b="1" i="0">
                <a:effectLst/>
                <a:latin typeface="ui-sans-serif"/>
              </a:rPr>
            </a:br>
            <a:endParaRPr lang="es-ES" sz="4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335B04-5269-85BC-2FDF-5359DDC29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0" i="0" dirty="0">
                <a:effectLst/>
                <a:latin typeface="ui-sans-serif"/>
              </a:rPr>
              <a:t>1. Población en edad de trabajar (generalmente mayores de 16 años):</a:t>
            </a:r>
          </a:p>
          <a:p>
            <a:pPr marL="457200" lvl="1" indent="0">
              <a:buNone/>
            </a:pPr>
            <a:r>
              <a:rPr lang="es-ES" sz="2000" b="0" i="0" dirty="0">
                <a:effectLst/>
                <a:latin typeface="ui-sans-serif"/>
              </a:rPr>
              <a:t>1.a. Población Activa:</a:t>
            </a:r>
          </a:p>
          <a:p>
            <a:pPr marL="914400" lvl="2" indent="0">
              <a:buNone/>
            </a:pPr>
            <a:r>
              <a:rPr lang="es-ES" b="0" i="0" dirty="0">
                <a:effectLst/>
                <a:latin typeface="ui-sans-serif"/>
              </a:rPr>
              <a:t>Población Empleada: Trabajan por cuenta propia o ajena</a:t>
            </a:r>
          </a:p>
          <a:p>
            <a:pPr marL="914400" lvl="2" indent="0">
              <a:buNone/>
            </a:pPr>
            <a:r>
              <a:rPr lang="es-ES" b="0" i="0" dirty="0">
                <a:effectLst/>
                <a:latin typeface="ui-sans-serif"/>
              </a:rPr>
              <a:t>Población Desempleada: Sin empleo, buscando activamente y disponibles</a:t>
            </a:r>
          </a:p>
          <a:p>
            <a:pPr marL="457200" lvl="1" indent="0">
              <a:buNone/>
            </a:pPr>
            <a:r>
              <a:rPr lang="es-ES" sz="2000" b="0" i="0" dirty="0">
                <a:effectLst/>
                <a:latin typeface="ui-sans-serif"/>
              </a:rPr>
              <a:t>1.b. Población Inactiva:</a:t>
            </a:r>
          </a:p>
          <a:p>
            <a:pPr marL="914400" lvl="2" indent="0">
              <a:buNone/>
            </a:pPr>
            <a:r>
              <a:rPr lang="es-ES" b="0" i="0" dirty="0">
                <a:effectLst/>
                <a:latin typeface="ui-sans-serif"/>
              </a:rPr>
              <a:t>Estudiantes, personas dedicadas a tareas del hogar, jubilados, etc.</a:t>
            </a:r>
          </a:p>
          <a:p>
            <a:pPr marL="914400" lvl="2" indent="0">
              <a:buNone/>
            </a:pPr>
            <a:r>
              <a:rPr lang="es-ES" b="0" i="0" dirty="0">
                <a:effectLst/>
                <a:latin typeface="ui-sans-serif"/>
              </a:rPr>
              <a:t>No tienen trabajo ni lo buscan activamente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18800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80B772-FDAA-14D6-D350-D13BE15DC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ES" sz="3800" b="1" i="0">
                <a:effectLst/>
                <a:latin typeface="ui-sans-serif"/>
              </a:rPr>
              <a:t>Indicadores de la Oferta de Trabajo</a:t>
            </a:r>
            <a:br>
              <a:rPr lang="es-ES" sz="3800" b="1" i="0">
                <a:effectLst/>
                <a:latin typeface="ui-sans-serif"/>
              </a:rPr>
            </a:br>
            <a:endParaRPr lang="es-ES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EE2B31AD-CAE3-6039-A8DE-5FED5469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200" b="0" i="0">
                <a:effectLst/>
                <a:latin typeface="ui-sans-serif"/>
              </a:rPr>
              <a:t>Medición de la fuerza laboral:</a:t>
            </a:r>
          </a:p>
          <a:p>
            <a:pPr lvl="1"/>
            <a:r>
              <a:rPr lang="es-ES" sz="2200" b="0" i="0">
                <a:effectLst/>
                <a:latin typeface="ui-sans-serif"/>
              </a:rPr>
              <a:t>Población en edad de trabajar: Entre edad legal y jubilación</a:t>
            </a:r>
          </a:p>
          <a:p>
            <a:pPr lvl="1"/>
            <a:r>
              <a:rPr lang="es-ES" sz="2200" b="0" i="0">
                <a:effectLst/>
                <a:latin typeface="ui-sans-serif"/>
              </a:rPr>
              <a:t>Población que desea trabajar: Empleados + desempleados que buscan activamente</a:t>
            </a:r>
          </a:p>
          <a:p>
            <a:pPr marL="0" indent="0">
              <a:buNone/>
            </a:pPr>
            <a:r>
              <a:rPr lang="es-ES" sz="2200" b="0" i="0">
                <a:effectLst/>
                <a:latin typeface="ui-sans-serif"/>
              </a:rPr>
              <a:t>Métricas principales:</a:t>
            </a:r>
          </a:p>
          <a:p>
            <a:pPr lvl="1"/>
            <a:r>
              <a:rPr lang="es-ES" sz="2200" b="0" i="0">
                <a:effectLst/>
                <a:latin typeface="ui-sans-serif"/>
              </a:rPr>
              <a:t>Número total de individuos</a:t>
            </a:r>
          </a:p>
          <a:p>
            <a:pPr lvl="1"/>
            <a:r>
              <a:rPr lang="es-ES" sz="2200" b="0" i="0">
                <a:effectLst/>
                <a:latin typeface="ui-sans-serif"/>
              </a:rPr>
              <a:t>Número de individuos mayores de 18 años</a:t>
            </a:r>
          </a:p>
          <a:p>
            <a:pPr lvl="1"/>
            <a:r>
              <a:rPr lang="es-ES" sz="2200" b="0" i="0">
                <a:effectLst/>
                <a:latin typeface="ui-sans-serif"/>
              </a:rPr>
              <a:t>Número de individuos en edad de trabajar que desean trabajar</a:t>
            </a:r>
          </a:p>
          <a:p>
            <a:pPr marL="0" indent="0">
              <a:buNone/>
            </a:pPr>
            <a:r>
              <a:rPr lang="es-ES" sz="2200" b="0" i="0">
                <a:effectLst/>
                <a:latin typeface="ui-sans-serif"/>
              </a:rPr>
              <a:t>Importancia: Fundamentales para análisis económico y políticas de empleo.</a:t>
            </a:r>
          </a:p>
          <a:p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67259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C00F42-3FF8-2899-5B08-F01D9B2AF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7" y="643467"/>
            <a:ext cx="75284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1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B73F5-44C9-A2BC-59AE-8A4AAB71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</a:rPr>
              <a:t>La tasa de actividad</a:t>
            </a:r>
          </a:p>
        </p:txBody>
      </p:sp>
    </p:spTree>
    <p:extLst>
      <p:ext uri="{BB962C8B-B14F-4D97-AF65-F5344CB8AC3E}">
        <p14:creationId xmlns:p14="http://schemas.microsoft.com/office/powerpoint/2010/main" val="43103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721930-A340-4395-9F5F-9984DBA1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1402187"/>
            <a:ext cx="9471956" cy="1137111"/>
          </a:xfrm>
        </p:spPr>
        <p:txBody>
          <a:bodyPr>
            <a:normAutofit/>
          </a:bodyPr>
          <a:lstStyle/>
          <a:p>
            <a:r>
              <a:rPr lang="es-ES" sz="3400" dirty="0"/>
              <a:t>Tasa de Actividad: Indicador Estadístico Básico de la Oferta de Trabajo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5F4874-0740-DD0E-7180-C6845E61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504" y="4067676"/>
            <a:ext cx="7745969" cy="1198117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9087D6-BF02-27F1-48BF-8777D8258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3" y="2599376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2000" dirty="0"/>
              <a:t>Definición y Cálculo</a:t>
            </a:r>
          </a:p>
          <a:p>
            <a:pPr lvl="1"/>
            <a:r>
              <a:rPr lang="es-ES" sz="2000" dirty="0"/>
              <a:t>La tasa de actividad mide la proporción de la población activa respecto a la población en edad de trabajar.</a:t>
            </a:r>
          </a:p>
          <a:p>
            <a:pPr lvl="1"/>
            <a:r>
              <a:rPr lang="es-ES" sz="2000" dirty="0"/>
              <a:t>Se calcula como: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06188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8820B6-9B1C-590B-6992-41511C00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s-ES" dirty="0"/>
              <a:t>Importancia de la Tasa de Actividad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2681421-933C-D349-896E-8BD1DEB7E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64369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290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67DF3A-A523-1090-0C14-0A6287D9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5000" b="1" dirty="0"/>
              <a:t>Segmentación del Análisis</a:t>
            </a:r>
            <a:br>
              <a:rPr lang="es-ES" sz="5000" dirty="0"/>
            </a:br>
            <a:endParaRPr lang="es-ES" sz="5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C7B8F-F5C7-6786-8A38-D1A167AB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/>
              <a:t>Aunque en general usamos la tasa de actividad </a:t>
            </a:r>
            <a:r>
              <a:rPr lang="es-ES" sz="2400" b="1"/>
              <a:t>agregada</a:t>
            </a:r>
            <a:r>
              <a:rPr lang="es-ES" sz="2400"/>
              <a:t>, este indicador puede desglosarse por: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/>
              <a:t>Actividad </a:t>
            </a:r>
            <a:r>
              <a:rPr lang="es-ES" b="1" dirty="0"/>
              <a:t>económica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Nivel educativo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Región geográfica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Género</a:t>
            </a:r>
            <a:endParaRPr lang="es-ES" dirty="0"/>
          </a:p>
          <a:p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2911398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B9BE2-7D3D-5E40-85E8-C42990E6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Factores que influyen en la evolución de la tasa de actividad</a:t>
            </a:r>
            <a:endParaRPr lang="es-ES" sz="7200" dirty="0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FD92B271-4BA2-E05F-22FD-687586BE45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4799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DB413AD-82AB-5EB3-703C-30334751F2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0273913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846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B73F5-44C9-A2BC-59AE-8A4AAB71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s-ES" sz="2800" dirty="0">
                <a:solidFill>
                  <a:srgbClr val="FFFFFF"/>
                </a:solidFill>
              </a:rPr>
              <a:t>La tasa de paro</a:t>
            </a:r>
          </a:p>
        </p:txBody>
      </p:sp>
    </p:spTree>
    <p:extLst>
      <p:ext uri="{BB962C8B-B14F-4D97-AF65-F5344CB8AC3E}">
        <p14:creationId xmlns:p14="http://schemas.microsoft.com/office/powerpoint/2010/main" val="1979328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8D2FCF-6404-4AE7-03C3-7032160F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 La tasa de paro y su impacto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95A0854-AF70-326E-738F-8DF97F254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04110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94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F33433-F575-EA49-A309-6A9296E8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Definición y medición del desempleo</a:t>
            </a:r>
            <a:br>
              <a:rPr lang="es-ES" sz="4000">
                <a:solidFill>
                  <a:srgbClr val="FFFFFF"/>
                </a:solidFill>
              </a:rPr>
            </a:b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62E3F5C-4569-4753-1201-FE6466209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61553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 descr="Texto&#10;&#10;Descripción generada automáticamente con confianza baja">
            <a:extLst>
              <a:ext uri="{FF2B5EF4-FFF2-40B4-BE49-F238E27FC236}">
                <a16:creationId xmlns:a16="http://schemas.microsoft.com/office/drawing/2014/main" id="{A0ABB93C-2454-0F41-A447-41C5D7FE4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8036" y="5571479"/>
            <a:ext cx="5400040" cy="86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0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C44A99-47CF-D1CE-323B-F754C321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La tasa de paro en España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89181DB-BDF1-4BFA-27F6-D3DA11688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088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8292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E0000D-E8BA-7042-4028-092ED59C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100" b="1" dirty="0">
                <a:solidFill>
                  <a:srgbClr val="FFFFFF"/>
                </a:solidFill>
              </a:rPr>
              <a:t>Causas estructurales y reformas necesarias</a:t>
            </a:r>
            <a:br>
              <a:rPr lang="es-ES" sz="3100" b="1" dirty="0">
                <a:solidFill>
                  <a:srgbClr val="FFFFFF"/>
                </a:solidFill>
              </a:rPr>
            </a:br>
            <a:endParaRPr lang="es-ES" sz="3100" dirty="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A0FF965-6645-F6B4-AC83-FCF67259D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45346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856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3D9E63AB-8451-6F18-9159-63559CAB0A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362951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9775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8485829-A0D9-05B4-8DB0-FE0A225BE2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9127961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5607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F5AA133B-56DA-621F-EDBC-6D443F8CF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5742794"/>
              </p:ext>
            </p:extLst>
          </p:nvPr>
        </p:nvGraphicFramePr>
        <p:xfrm>
          <a:off x="956310" y="623888"/>
          <a:ext cx="10279380" cy="5610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3870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B73F5-44C9-A2BC-59AE-8A4AAB71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s-ES" sz="2800" dirty="0">
                <a:solidFill>
                  <a:srgbClr val="FFFFFF"/>
                </a:solidFill>
              </a:rPr>
              <a:t>La tasa de empleo</a:t>
            </a:r>
          </a:p>
        </p:txBody>
      </p:sp>
    </p:spTree>
    <p:extLst>
      <p:ext uri="{BB962C8B-B14F-4D97-AF65-F5344CB8AC3E}">
        <p14:creationId xmlns:p14="http://schemas.microsoft.com/office/powerpoint/2010/main" val="258770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35314-DF4E-ADC7-0A12-40BA984B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Tasa de Empleo: Definición e Importancia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F1D8715-B194-88AF-7626-91AC0015ED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6021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8F8B2BA-8C72-FA8D-9535-0799CBBBF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s-ES" sz="4800" b="1" i="0" dirty="0">
                <a:solidFill>
                  <a:schemeClr val="bg1"/>
                </a:solidFill>
                <a:effectLst/>
                <a:latin typeface="ui-sans-serif"/>
              </a:rPr>
              <a:t>Ventajas de la Tasa de Empleo vs Tasa de Paro</a:t>
            </a:r>
            <a:br>
              <a:rPr lang="es-ES" sz="4800" b="1" i="0" dirty="0">
                <a:solidFill>
                  <a:schemeClr val="bg1"/>
                </a:solidFill>
                <a:effectLst/>
                <a:latin typeface="ui-sans-serif"/>
              </a:rPr>
            </a:br>
            <a:endParaRPr lang="es-ES" sz="4800" dirty="0">
              <a:solidFill>
                <a:schemeClr val="bg1"/>
              </a:solidFill>
            </a:endParaRPr>
          </a:p>
        </p:txBody>
      </p:sp>
      <p:graphicFrame>
        <p:nvGraphicFramePr>
          <p:cNvPr id="26" name="Marcador de contenido 2">
            <a:extLst>
              <a:ext uri="{FF2B5EF4-FFF2-40B4-BE49-F238E27FC236}">
                <a16:creationId xmlns:a16="http://schemas.microsoft.com/office/drawing/2014/main" id="{D14C099D-F135-4639-D18A-15D6D37BB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39703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18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0BF78F-42D9-9923-5EB1-C6A48FF209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66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91DA46-93F4-2F8B-93CA-2DF4C2A4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b="1" i="0" dirty="0">
                <a:effectLst/>
                <a:latin typeface="ui-sans-serif"/>
              </a:rPr>
              <a:t>Limitaciones y Complementos</a:t>
            </a:r>
            <a:br>
              <a:rPr lang="es-ES" b="1" i="0" dirty="0">
                <a:effectLst/>
                <a:latin typeface="ui-sans-serif"/>
              </a:rPr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DBAC80A-3E9E-11AA-AD72-AFC0D859F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6916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2020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40DBF32-37A3-CD1D-7E4B-7575049167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0334563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3505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B73F5-44C9-A2BC-59AE-8A4AAB71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r>
              <a:rPr lang="es-ES" sz="2800" dirty="0">
                <a:solidFill>
                  <a:srgbClr val="FFFFFF"/>
                </a:solidFill>
              </a:rPr>
              <a:t>Los salarios y la productividad  (laboral)</a:t>
            </a:r>
          </a:p>
        </p:txBody>
      </p:sp>
    </p:spTree>
    <p:extLst>
      <p:ext uri="{BB962C8B-B14F-4D97-AF65-F5344CB8AC3E}">
        <p14:creationId xmlns:p14="http://schemas.microsoft.com/office/powerpoint/2010/main" val="358783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2ABB8-1713-FC77-D06C-1E81E45E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 b="1" i="0">
                <a:effectLst/>
                <a:latin typeface="ui-sans-serif"/>
              </a:rPr>
              <a:t>Productividad: Concepto y Factores</a:t>
            </a:r>
            <a:br>
              <a:rPr lang="es-ES" sz="4000" b="1" i="0">
                <a:effectLst/>
                <a:latin typeface="ui-sans-serif"/>
              </a:rPr>
            </a:br>
            <a:endParaRPr lang="es-E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6300884-FF89-311A-E540-C6A502685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68219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4227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88D9D5-1F36-A0FF-C677-25813E11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dirty="0"/>
              <a:t>Relación entre Productividad y Empleo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B2B93CC-EC37-EB4D-1E60-DC79907B5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94841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142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250685-BE0D-8184-6297-49D05AF9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s-ES" dirty="0"/>
              <a:t>Productividad y Salarios: Relación Fundamental</a:t>
            </a:r>
            <a:br>
              <a:rPr lang="es-ES" dirty="0"/>
            </a:b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B502A06-1ED1-3CE2-5980-2ED6F1B02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373571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78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5CD5D1-5189-6929-E04D-8882B796A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724" y="643466"/>
            <a:ext cx="776455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99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20A503-FB1C-A5C8-B9F8-1A2F3421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/>
              <a:t>Desafíos en la Relación Productividad-Salarios</a:t>
            </a:r>
            <a:br>
              <a:rPr lang="es-ES" sz="4000"/>
            </a:br>
            <a:endParaRPr lang="es-E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0B48AEC-BA42-EDB0-78DA-EF2E27037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63048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0063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2575</TotalTime>
  <Words>1553</Words>
  <Application>Microsoft Office PowerPoint</Application>
  <PresentationFormat>Panorámica</PresentationFormat>
  <Paragraphs>186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ui-sans-serif</vt:lpstr>
      <vt:lpstr>Tema de Office</vt:lpstr>
      <vt:lpstr>Tema 2</vt:lpstr>
      <vt:lpstr>Definición del Mercado de Trabajo </vt:lpstr>
      <vt:lpstr>Introducción</vt:lpstr>
      <vt:lpstr>Importancia del Mercado de Trabajo </vt:lpstr>
      <vt:lpstr>Complejidad del Mercado de Trabajo </vt:lpstr>
      <vt:lpstr>Indicadores Clave del Mercado de Trabajo </vt:lpstr>
      <vt:lpstr>La Oferta de Trabajo</vt:lpstr>
      <vt:lpstr>Oferta de Trabajo: Conceptos Básicos </vt:lpstr>
      <vt:lpstr>Presentación de PowerPoint</vt:lpstr>
      <vt:lpstr>Clasificación de la Población Laboral </vt:lpstr>
      <vt:lpstr>Indicadores de la Oferta de Trabajo </vt:lpstr>
      <vt:lpstr>Presentación de PowerPoint</vt:lpstr>
      <vt:lpstr>Presentación de PowerPoint</vt:lpstr>
      <vt:lpstr>Tasa de Actividad: Indicador Estadístico Básico de la Oferta de Trabajo</vt:lpstr>
      <vt:lpstr>Importancia de la Tasa de Actividad</vt:lpstr>
      <vt:lpstr>Segmentación del Análisis </vt:lpstr>
      <vt:lpstr> Factores que influyen en la evolución de la tasa de actividad</vt:lpstr>
      <vt:lpstr>Presentación de PowerPoint</vt:lpstr>
      <vt:lpstr>Presentación de PowerPoint</vt:lpstr>
      <vt:lpstr> La tasa de paro y su impacto </vt:lpstr>
      <vt:lpstr>Definición y medición del desempleo </vt:lpstr>
      <vt:lpstr>La tasa de paro en España</vt:lpstr>
      <vt:lpstr>Causas estructurales y reformas necesarias </vt:lpstr>
      <vt:lpstr>Presentación de PowerPoint</vt:lpstr>
      <vt:lpstr>Presentación de PowerPoint</vt:lpstr>
      <vt:lpstr>Presentación de PowerPoint</vt:lpstr>
      <vt:lpstr>Presentación de PowerPoint</vt:lpstr>
      <vt:lpstr>Tasa de Empleo: Definición e Importancia </vt:lpstr>
      <vt:lpstr>Ventajas de la Tasa de Empleo vs Tasa de Paro </vt:lpstr>
      <vt:lpstr>Limitaciones y Complementos </vt:lpstr>
      <vt:lpstr>Presentación de PowerPoint</vt:lpstr>
      <vt:lpstr>Presentación de PowerPoint</vt:lpstr>
      <vt:lpstr>Productividad: Concepto y Factores </vt:lpstr>
      <vt:lpstr>Relación entre Productividad y Empleo </vt:lpstr>
      <vt:lpstr>Productividad y Salarios: Relación Fundamental </vt:lpstr>
      <vt:lpstr>Presentación de PowerPoint</vt:lpstr>
      <vt:lpstr>Desafíos en la Relación Productividad-Salarios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Alejandro Hidalgo Perez</dc:creator>
  <cp:lastModifiedBy>Manuel Alejandro Hidalgo Perez</cp:lastModifiedBy>
  <cp:revision>10</cp:revision>
  <dcterms:created xsi:type="dcterms:W3CDTF">2024-09-10T17:16:50Z</dcterms:created>
  <dcterms:modified xsi:type="dcterms:W3CDTF">2024-09-13T18:16:09Z</dcterms:modified>
</cp:coreProperties>
</file>