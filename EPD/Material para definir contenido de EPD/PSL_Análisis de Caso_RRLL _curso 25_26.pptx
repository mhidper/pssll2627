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0"/>
  </p:notesMasterIdLst>
  <p:sldIdLst>
    <p:sldId id="256" r:id="rId5"/>
    <p:sldId id="691" r:id="rId6"/>
    <p:sldId id="602" r:id="rId7"/>
    <p:sldId id="693" r:id="rId8"/>
    <p:sldId id="694" r:id="rId9"/>
    <p:sldId id="669" r:id="rId10"/>
    <p:sldId id="695" r:id="rId11"/>
    <p:sldId id="696" r:id="rId12"/>
    <p:sldId id="697" r:id="rId13"/>
    <p:sldId id="712" r:id="rId14"/>
    <p:sldId id="698" r:id="rId15"/>
    <p:sldId id="700" r:id="rId16"/>
    <p:sldId id="699" r:id="rId17"/>
    <p:sldId id="701" r:id="rId18"/>
    <p:sldId id="702" r:id="rId19"/>
    <p:sldId id="665" r:id="rId20"/>
    <p:sldId id="703" r:id="rId21"/>
    <p:sldId id="705" r:id="rId22"/>
    <p:sldId id="707" r:id="rId23"/>
    <p:sldId id="708" r:id="rId24"/>
    <p:sldId id="709" r:id="rId25"/>
    <p:sldId id="710" r:id="rId26"/>
    <p:sldId id="704" r:id="rId27"/>
    <p:sldId id="706" r:id="rId28"/>
    <p:sldId id="711" r:id="rId2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7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BA628F-BEA1-4CCF-AC28-67A257246C0D}" v="103" dt="2025-11-23T10:03:07.5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92" autoAdjust="0"/>
    <p:restoredTop sz="78301" autoAdjust="0"/>
  </p:normalViewPr>
  <p:slideViewPr>
    <p:cSldViewPr snapToGrid="0">
      <p:cViewPr varScale="1">
        <p:scale>
          <a:sx n="64" d="100"/>
          <a:sy n="64" d="100"/>
        </p:scale>
        <p:origin x="1378" y="72"/>
      </p:cViewPr>
      <p:guideLst/>
    </p:cSldViewPr>
  </p:slideViewPr>
  <p:notesTextViewPr>
    <p:cViewPr>
      <p:scale>
        <a:sx n="1" d="1"/>
        <a:sy n="1" d="1"/>
      </p:scale>
      <p:origin x="0" y="-634"/>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an Manuel Espejo Benitez" userId="cd6b1b0c-7009-4777-8b7e-cc126028f611" providerId="ADAL" clId="{2C8A5633-60A8-4DDD-943E-FF0C0A233573}"/>
    <pc:docChg chg="undo custSel addSld delSld modSld sldOrd">
      <pc:chgData name="Juan Manuel Espejo Benitez" userId="cd6b1b0c-7009-4777-8b7e-cc126028f611" providerId="ADAL" clId="{2C8A5633-60A8-4DDD-943E-FF0C0A233573}" dt="2025-11-23T10:03:50.298" v="9097" actId="20577"/>
      <pc:docMkLst>
        <pc:docMk/>
      </pc:docMkLst>
      <pc:sldChg chg="modSp mod">
        <pc:chgData name="Juan Manuel Espejo Benitez" userId="cd6b1b0c-7009-4777-8b7e-cc126028f611" providerId="ADAL" clId="{2C8A5633-60A8-4DDD-943E-FF0C0A233573}" dt="2025-11-19T07:47:59.922" v="8523" actId="20577"/>
        <pc:sldMkLst>
          <pc:docMk/>
          <pc:sldMk cId="1886708773" sldId="256"/>
        </pc:sldMkLst>
        <pc:spChg chg="mod">
          <ac:chgData name="Juan Manuel Espejo Benitez" userId="cd6b1b0c-7009-4777-8b7e-cc126028f611" providerId="ADAL" clId="{2C8A5633-60A8-4DDD-943E-FF0C0A233573}" dt="2025-11-17T16:27:29.817" v="6462" actId="20577"/>
          <ac:spMkLst>
            <pc:docMk/>
            <pc:sldMk cId="1886708773" sldId="256"/>
            <ac:spMk id="2" creationId="{5D001EAB-E8C9-6688-D80B-DD9CAA893AE6}"/>
          </ac:spMkLst>
        </pc:spChg>
        <pc:spChg chg="mod">
          <ac:chgData name="Juan Manuel Espejo Benitez" userId="cd6b1b0c-7009-4777-8b7e-cc126028f611" providerId="ADAL" clId="{2C8A5633-60A8-4DDD-943E-FF0C0A233573}" dt="2025-11-19T05:24:26.598" v="7743" actId="404"/>
          <ac:spMkLst>
            <pc:docMk/>
            <pc:sldMk cId="1886708773" sldId="256"/>
            <ac:spMk id="3" creationId="{5F7FD7B1-6004-8FB7-FC95-B85AAC2F30AC}"/>
          </ac:spMkLst>
        </pc:spChg>
        <pc:spChg chg="mod">
          <ac:chgData name="Juan Manuel Espejo Benitez" userId="cd6b1b0c-7009-4777-8b7e-cc126028f611" providerId="ADAL" clId="{2C8A5633-60A8-4DDD-943E-FF0C0A233573}" dt="2025-11-19T07:47:59.922" v="8523" actId="20577"/>
          <ac:spMkLst>
            <pc:docMk/>
            <pc:sldMk cId="1886708773" sldId="256"/>
            <ac:spMk id="4" creationId="{70B54DBF-BE9A-CE99-59F4-4DF23140FE40}"/>
          </ac:spMkLst>
        </pc:spChg>
      </pc:sldChg>
      <pc:sldChg chg="addSp delSp modSp add mod ord setBg delDesignElem">
        <pc:chgData name="Juan Manuel Espejo Benitez" userId="cd6b1b0c-7009-4777-8b7e-cc126028f611" providerId="ADAL" clId="{2C8A5633-60A8-4DDD-943E-FF0C0A233573}" dt="2025-11-17T16:36:33.463" v="6625" actId="20577"/>
        <pc:sldMkLst>
          <pc:docMk/>
          <pc:sldMk cId="1238109140" sldId="602"/>
        </pc:sldMkLst>
        <pc:spChg chg="add mod">
          <ac:chgData name="Juan Manuel Espejo Benitez" userId="cd6b1b0c-7009-4777-8b7e-cc126028f611" providerId="ADAL" clId="{2C8A5633-60A8-4DDD-943E-FF0C0A233573}" dt="2025-11-17T16:36:33.463" v="6625" actId="20577"/>
          <ac:spMkLst>
            <pc:docMk/>
            <pc:sldMk cId="1238109140" sldId="602"/>
            <ac:spMk id="6" creationId="{B7116AED-FF3E-96FE-E40E-BC83F0F67684}"/>
          </ac:spMkLst>
        </pc:spChg>
        <pc:spChg chg="add">
          <ac:chgData name="Juan Manuel Espejo Benitez" userId="cd6b1b0c-7009-4777-8b7e-cc126028f611" providerId="ADAL" clId="{2C8A5633-60A8-4DDD-943E-FF0C0A233573}" dt="2025-11-06T16:26:06.166" v="5514" actId="26606"/>
          <ac:spMkLst>
            <pc:docMk/>
            <pc:sldMk cId="1238109140" sldId="602"/>
            <ac:spMk id="34" creationId="{F13C74B1-5B17-4795-BED0-7140497B445A}"/>
          </ac:spMkLst>
        </pc:spChg>
        <pc:spChg chg="add">
          <ac:chgData name="Juan Manuel Espejo Benitez" userId="cd6b1b0c-7009-4777-8b7e-cc126028f611" providerId="ADAL" clId="{2C8A5633-60A8-4DDD-943E-FF0C0A233573}" dt="2025-11-06T16:26:06.166" v="5514" actId="26606"/>
          <ac:spMkLst>
            <pc:docMk/>
            <pc:sldMk cId="1238109140" sldId="602"/>
            <ac:spMk id="36" creationId="{D4974D33-8DC5-464E-8C6D-BE58F0669C17}"/>
          </ac:spMkLst>
        </pc:spChg>
        <pc:picChg chg="add mod">
          <ac:chgData name="Juan Manuel Espejo Benitez" userId="cd6b1b0c-7009-4777-8b7e-cc126028f611" providerId="ADAL" clId="{2C8A5633-60A8-4DDD-943E-FF0C0A233573}" dt="2025-11-06T16:26:06.166" v="5514" actId="26606"/>
          <ac:picMkLst>
            <pc:docMk/>
            <pc:sldMk cId="1238109140" sldId="602"/>
            <ac:picMk id="4" creationId="{E857AEAF-85E6-D960-3BA9-5FDE0B7DC015}"/>
          </ac:picMkLst>
        </pc:picChg>
      </pc:sldChg>
      <pc:sldChg chg="addSp delSp modSp add del mod setBg delDesignElem">
        <pc:chgData name="Juan Manuel Espejo Benitez" userId="cd6b1b0c-7009-4777-8b7e-cc126028f611" providerId="ADAL" clId="{2C8A5633-60A8-4DDD-943E-FF0C0A233573}" dt="2025-11-18T17:36:09.998" v="7528" actId="207"/>
        <pc:sldMkLst>
          <pc:docMk/>
          <pc:sldMk cId="3819722539" sldId="665"/>
        </pc:sldMkLst>
        <pc:spChg chg="mod">
          <ac:chgData name="Juan Manuel Espejo Benitez" userId="cd6b1b0c-7009-4777-8b7e-cc126028f611" providerId="ADAL" clId="{2C8A5633-60A8-4DDD-943E-FF0C0A233573}" dt="2025-11-18T17:36:09.998" v="7528" actId="207"/>
          <ac:spMkLst>
            <pc:docMk/>
            <pc:sldMk cId="3819722539" sldId="665"/>
            <ac:spMk id="6" creationId="{8CCBE1A9-3E5E-06E9-4F75-2B037F2ACE02}"/>
          </ac:spMkLst>
        </pc:spChg>
        <pc:spChg chg="add">
          <ac:chgData name="Juan Manuel Espejo Benitez" userId="cd6b1b0c-7009-4777-8b7e-cc126028f611" providerId="ADAL" clId="{2C8A5633-60A8-4DDD-943E-FF0C0A233573}" dt="2025-11-18T17:35:42.521" v="7524" actId="26606"/>
          <ac:spMkLst>
            <pc:docMk/>
            <pc:sldMk cId="3819722539" sldId="665"/>
            <ac:spMk id="11" creationId="{9B7AD9F6-8CE7-4299-8FC6-328F4DCD3FF9}"/>
          </ac:spMkLst>
        </pc:spChg>
        <pc:spChg chg="add">
          <ac:chgData name="Juan Manuel Espejo Benitez" userId="cd6b1b0c-7009-4777-8b7e-cc126028f611" providerId="ADAL" clId="{2C8A5633-60A8-4DDD-943E-FF0C0A233573}" dt="2025-11-18T17:35:42.521" v="7524" actId="26606"/>
          <ac:spMkLst>
            <pc:docMk/>
            <pc:sldMk cId="3819722539" sldId="665"/>
            <ac:spMk id="13" creationId="{F49775AF-8896-43EE-92C6-83497D6DC56F}"/>
          </ac:spMkLst>
        </pc:spChg>
        <pc:picChg chg="ord">
          <ac:chgData name="Juan Manuel Espejo Benitez" userId="cd6b1b0c-7009-4777-8b7e-cc126028f611" providerId="ADAL" clId="{2C8A5633-60A8-4DDD-943E-FF0C0A233573}" dt="2025-11-18T17:35:42.521" v="7524" actId="26606"/>
          <ac:picMkLst>
            <pc:docMk/>
            <pc:sldMk cId="3819722539" sldId="665"/>
            <ac:picMk id="5" creationId="{2F6853D1-87FD-ED42-8D68-660EA2E9AFBB}"/>
          </ac:picMkLst>
        </pc:picChg>
      </pc:sldChg>
      <pc:sldChg chg="addSp delSp modSp add mod setBg delDesignElem">
        <pc:chgData name="Juan Manuel Espejo Benitez" userId="cd6b1b0c-7009-4777-8b7e-cc126028f611" providerId="ADAL" clId="{2C8A5633-60A8-4DDD-943E-FF0C0A233573}" dt="2025-11-18T17:27:10.990" v="7274" actId="1076"/>
        <pc:sldMkLst>
          <pc:docMk/>
          <pc:sldMk cId="4058517142" sldId="669"/>
        </pc:sldMkLst>
        <pc:spChg chg="mod ord">
          <ac:chgData name="Juan Manuel Espejo Benitez" userId="cd6b1b0c-7009-4777-8b7e-cc126028f611" providerId="ADAL" clId="{2C8A5633-60A8-4DDD-943E-FF0C0A233573}" dt="2025-11-18T17:26:03.028" v="7267" actId="26606"/>
          <ac:spMkLst>
            <pc:docMk/>
            <pc:sldMk cId="4058517142" sldId="669"/>
            <ac:spMk id="6" creationId="{A1217C00-69CF-390D-B216-6A115CE9CAB0}"/>
          </ac:spMkLst>
        </pc:spChg>
        <pc:spChg chg="add">
          <ac:chgData name="Juan Manuel Espejo Benitez" userId="cd6b1b0c-7009-4777-8b7e-cc126028f611" providerId="ADAL" clId="{2C8A5633-60A8-4DDD-943E-FF0C0A233573}" dt="2025-11-18T17:26:03.028" v="7267" actId="26606"/>
          <ac:spMkLst>
            <pc:docMk/>
            <pc:sldMk cId="4058517142" sldId="669"/>
            <ac:spMk id="29" creationId="{E91DC736-0EF8-4F87-9146-EBF1D2EE4D3D}"/>
          </ac:spMkLst>
        </pc:spChg>
        <pc:spChg chg="add">
          <ac:chgData name="Juan Manuel Espejo Benitez" userId="cd6b1b0c-7009-4777-8b7e-cc126028f611" providerId="ADAL" clId="{2C8A5633-60A8-4DDD-943E-FF0C0A233573}" dt="2025-11-18T17:26:03.028" v="7267" actId="26606"/>
          <ac:spMkLst>
            <pc:docMk/>
            <pc:sldMk cId="4058517142" sldId="669"/>
            <ac:spMk id="31" creationId="{097CD68E-23E3-4007-8847-CD0944C4F7BE}"/>
          </ac:spMkLst>
        </pc:spChg>
        <pc:spChg chg="add">
          <ac:chgData name="Juan Manuel Espejo Benitez" userId="cd6b1b0c-7009-4777-8b7e-cc126028f611" providerId="ADAL" clId="{2C8A5633-60A8-4DDD-943E-FF0C0A233573}" dt="2025-11-18T17:26:03.028" v="7267" actId="26606"/>
          <ac:spMkLst>
            <pc:docMk/>
            <pc:sldMk cId="4058517142" sldId="669"/>
            <ac:spMk id="33" creationId="{AF2F604E-43BE-4DC3-B983-E071523364F8}"/>
          </ac:spMkLst>
        </pc:spChg>
        <pc:spChg chg="add">
          <ac:chgData name="Juan Manuel Espejo Benitez" userId="cd6b1b0c-7009-4777-8b7e-cc126028f611" providerId="ADAL" clId="{2C8A5633-60A8-4DDD-943E-FF0C0A233573}" dt="2025-11-18T17:26:03.028" v="7267" actId="26606"/>
          <ac:spMkLst>
            <pc:docMk/>
            <pc:sldMk cId="4058517142" sldId="669"/>
            <ac:spMk id="35" creationId="{08C9B587-E65E-4B52-B37C-ABEBB6E87928}"/>
          </ac:spMkLst>
        </pc:spChg>
        <pc:picChg chg="add mod">
          <ac:chgData name="Juan Manuel Espejo Benitez" userId="cd6b1b0c-7009-4777-8b7e-cc126028f611" providerId="ADAL" clId="{2C8A5633-60A8-4DDD-943E-FF0C0A233573}" dt="2025-11-18T17:26:03.028" v="7267" actId="26606"/>
          <ac:picMkLst>
            <pc:docMk/>
            <pc:sldMk cId="4058517142" sldId="669"/>
            <ac:picMk id="4" creationId="{482CFC9D-3D8F-C8D3-3457-A601653F1337}"/>
          </ac:picMkLst>
        </pc:picChg>
        <pc:picChg chg="add mod">
          <ac:chgData name="Juan Manuel Espejo Benitez" userId="cd6b1b0c-7009-4777-8b7e-cc126028f611" providerId="ADAL" clId="{2C8A5633-60A8-4DDD-943E-FF0C0A233573}" dt="2025-11-18T17:27:10.990" v="7274" actId="1076"/>
          <ac:picMkLst>
            <pc:docMk/>
            <pc:sldMk cId="4058517142" sldId="669"/>
            <ac:picMk id="1026" creationId="{7DA77C7F-9EE1-2A7A-27D8-7B8D5F902A4A}"/>
          </ac:picMkLst>
        </pc:picChg>
      </pc:sldChg>
      <pc:sldChg chg="modSp add mod">
        <pc:chgData name="Juan Manuel Espejo Benitez" userId="cd6b1b0c-7009-4777-8b7e-cc126028f611" providerId="ADAL" clId="{2C8A5633-60A8-4DDD-943E-FF0C0A233573}" dt="2025-11-19T07:48:39.520" v="8526" actId="20577"/>
        <pc:sldMkLst>
          <pc:docMk/>
          <pc:sldMk cId="4082427176" sldId="691"/>
        </pc:sldMkLst>
        <pc:spChg chg="mod">
          <ac:chgData name="Juan Manuel Espejo Benitez" userId="cd6b1b0c-7009-4777-8b7e-cc126028f611" providerId="ADAL" clId="{2C8A5633-60A8-4DDD-943E-FF0C0A233573}" dt="2025-11-17T16:29:10.729" v="6571" actId="1036"/>
          <ac:spMkLst>
            <pc:docMk/>
            <pc:sldMk cId="4082427176" sldId="691"/>
            <ac:spMk id="4" creationId="{CF0430DD-61CF-7071-9AF2-A1DEE2B9619F}"/>
          </ac:spMkLst>
        </pc:spChg>
        <pc:spChg chg="mod">
          <ac:chgData name="Juan Manuel Espejo Benitez" userId="cd6b1b0c-7009-4777-8b7e-cc126028f611" providerId="ADAL" clId="{2C8A5633-60A8-4DDD-943E-FF0C0A233573}" dt="2025-11-19T07:48:39.520" v="8526" actId="20577"/>
          <ac:spMkLst>
            <pc:docMk/>
            <pc:sldMk cId="4082427176" sldId="691"/>
            <ac:spMk id="4099" creationId="{734921AF-0DBD-1ABA-21B7-34137D29D295}"/>
          </ac:spMkLst>
        </pc:spChg>
      </pc:sldChg>
      <pc:sldChg chg="addSp modSp add mod">
        <pc:chgData name="Juan Manuel Espejo Benitez" userId="cd6b1b0c-7009-4777-8b7e-cc126028f611" providerId="ADAL" clId="{2C8A5633-60A8-4DDD-943E-FF0C0A233573}" dt="2025-11-17T17:23:13.272" v="7262" actId="1076"/>
        <pc:sldMkLst>
          <pc:docMk/>
          <pc:sldMk cId="3588829568" sldId="693"/>
        </pc:sldMkLst>
        <pc:spChg chg="add mod">
          <ac:chgData name="Juan Manuel Espejo Benitez" userId="cd6b1b0c-7009-4777-8b7e-cc126028f611" providerId="ADAL" clId="{2C8A5633-60A8-4DDD-943E-FF0C0A233573}" dt="2025-11-17T17:22:54.549" v="7260" actId="20577"/>
          <ac:spMkLst>
            <pc:docMk/>
            <pc:sldMk cId="3588829568" sldId="693"/>
            <ac:spMk id="3" creationId="{71C92855-5F66-7950-087B-170A3C1AAC1E}"/>
          </ac:spMkLst>
        </pc:spChg>
        <pc:spChg chg="mod">
          <ac:chgData name="Juan Manuel Espejo Benitez" userId="cd6b1b0c-7009-4777-8b7e-cc126028f611" providerId="ADAL" clId="{2C8A5633-60A8-4DDD-943E-FF0C0A233573}" dt="2025-11-17T16:39:25.975" v="6654" actId="20577"/>
          <ac:spMkLst>
            <pc:docMk/>
            <pc:sldMk cId="3588829568" sldId="693"/>
            <ac:spMk id="4" creationId="{907DD206-1AD3-F9A2-31BC-E9163AF4412D}"/>
          </ac:spMkLst>
        </pc:spChg>
        <pc:spChg chg="add mod">
          <ac:chgData name="Juan Manuel Espejo Benitez" userId="cd6b1b0c-7009-4777-8b7e-cc126028f611" providerId="ADAL" clId="{2C8A5633-60A8-4DDD-943E-FF0C0A233573}" dt="2025-11-17T17:23:13.272" v="7262" actId="1076"/>
          <ac:spMkLst>
            <pc:docMk/>
            <pc:sldMk cId="3588829568" sldId="693"/>
            <ac:spMk id="6" creationId="{9D0D2D06-643C-8A0D-68A5-3FE8DDE1CBC7}"/>
          </ac:spMkLst>
        </pc:spChg>
        <pc:spChg chg="mod">
          <ac:chgData name="Juan Manuel Espejo Benitez" userId="cd6b1b0c-7009-4777-8b7e-cc126028f611" providerId="ADAL" clId="{2C8A5633-60A8-4DDD-943E-FF0C0A233573}" dt="2025-11-17T16:41:39.212" v="6678" actId="14100"/>
          <ac:spMkLst>
            <pc:docMk/>
            <pc:sldMk cId="3588829568" sldId="693"/>
            <ac:spMk id="4099" creationId="{AA6A66F8-F9D7-AABB-A6C2-D9FC645E47CB}"/>
          </ac:spMkLst>
        </pc:spChg>
      </pc:sldChg>
      <pc:sldChg chg="addSp modSp add mod">
        <pc:chgData name="Juan Manuel Espejo Benitez" userId="cd6b1b0c-7009-4777-8b7e-cc126028f611" providerId="ADAL" clId="{2C8A5633-60A8-4DDD-943E-FF0C0A233573}" dt="2025-11-19T07:53:45.231" v="8559" actId="1076"/>
        <pc:sldMkLst>
          <pc:docMk/>
          <pc:sldMk cId="3995395493" sldId="694"/>
        </pc:sldMkLst>
        <pc:spChg chg="add mod">
          <ac:chgData name="Juan Manuel Espejo Benitez" userId="cd6b1b0c-7009-4777-8b7e-cc126028f611" providerId="ADAL" clId="{2C8A5633-60A8-4DDD-943E-FF0C0A233573}" dt="2025-11-19T07:52:45.432" v="8546" actId="1076"/>
          <ac:spMkLst>
            <pc:docMk/>
            <pc:sldMk cId="3995395493" sldId="694"/>
            <ac:spMk id="2" creationId="{4F592EE2-D403-1448-D9C8-7D67F26268C5}"/>
          </ac:spMkLst>
        </pc:spChg>
        <pc:spChg chg="mod ord">
          <ac:chgData name="Juan Manuel Espejo Benitez" userId="cd6b1b0c-7009-4777-8b7e-cc126028f611" providerId="ADAL" clId="{2C8A5633-60A8-4DDD-943E-FF0C0A233573}" dt="2025-11-19T07:52:58.904" v="8549" actId="1076"/>
          <ac:spMkLst>
            <pc:docMk/>
            <pc:sldMk cId="3995395493" sldId="694"/>
            <ac:spMk id="3" creationId="{D4DC373E-B035-FF82-CBCE-B0ECE2571482}"/>
          </ac:spMkLst>
        </pc:spChg>
        <pc:spChg chg="add mod">
          <ac:chgData name="Juan Manuel Espejo Benitez" userId="cd6b1b0c-7009-4777-8b7e-cc126028f611" providerId="ADAL" clId="{2C8A5633-60A8-4DDD-943E-FF0C0A233573}" dt="2025-11-19T07:53:23.330" v="8553" actId="1076"/>
          <ac:spMkLst>
            <pc:docMk/>
            <pc:sldMk cId="3995395493" sldId="694"/>
            <ac:spMk id="6" creationId="{90D95298-AEBC-C8E2-33F6-4537DE444886}"/>
          </ac:spMkLst>
        </pc:spChg>
        <pc:spChg chg="add mod">
          <ac:chgData name="Juan Manuel Espejo Benitez" userId="cd6b1b0c-7009-4777-8b7e-cc126028f611" providerId="ADAL" clId="{2C8A5633-60A8-4DDD-943E-FF0C0A233573}" dt="2025-11-19T07:53:45.231" v="8559" actId="1076"/>
          <ac:spMkLst>
            <pc:docMk/>
            <pc:sldMk cId="3995395493" sldId="694"/>
            <ac:spMk id="8" creationId="{0721309F-533B-7362-5EDE-753DC0DB16DF}"/>
          </ac:spMkLst>
        </pc:spChg>
        <pc:spChg chg="mod">
          <ac:chgData name="Juan Manuel Espejo Benitez" userId="cd6b1b0c-7009-4777-8b7e-cc126028f611" providerId="ADAL" clId="{2C8A5633-60A8-4DDD-943E-FF0C0A233573}" dt="2025-11-19T07:53:08.912" v="8551" actId="1076"/>
          <ac:spMkLst>
            <pc:docMk/>
            <pc:sldMk cId="3995395493" sldId="694"/>
            <ac:spMk id="4099" creationId="{B1EA9939-554A-0966-BAD1-5C3909EE5AA5}"/>
          </ac:spMkLst>
        </pc:spChg>
        <pc:picChg chg="add mod">
          <ac:chgData name="Juan Manuel Espejo Benitez" userId="cd6b1b0c-7009-4777-8b7e-cc126028f611" providerId="ADAL" clId="{2C8A5633-60A8-4DDD-943E-FF0C0A233573}" dt="2025-11-19T07:52:41.089" v="8545" actId="166"/>
          <ac:picMkLst>
            <pc:docMk/>
            <pc:sldMk cId="3995395493" sldId="694"/>
            <ac:picMk id="1026" creationId="{ACF0176F-6F47-83F3-9CB9-B8DCF0C54F21}"/>
          </ac:picMkLst>
        </pc:picChg>
      </pc:sldChg>
      <pc:sldChg chg="modSp add mod">
        <pc:chgData name="Juan Manuel Espejo Benitez" userId="cd6b1b0c-7009-4777-8b7e-cc126028f611" providerId="ADAL" clId="{2C8A5633-60A8-4DDD-943E-FF0C0A233573}" dt="2025-11-19T07:54:15.410" v="8564" actId="20577"/>
        <pc:sldMkLst>
          <pc:docMk/>
          <pc:sldMk cId="3882716699" sldId="695"/>
        </pc:sldMkLst>
        <pc:spChg chg="mod">
          <ac:chgData name="Juan Manuel Espejo Benitez" userId="cd6b1b0c-7009-4777-8b7e-cc126028f611" providerId="ADAL" clId="{2C8A5633-60A8-4DDD-943E-FF0C0A233573}" dt="2025-11-19T07:54:15.410" v="8564" actId="20577"/>
          <ac:spMkLst>
            <pc:docMk/>
            <pc:sldMk cId="3882716699" sldId="695"/>
            <ac:spMk id="3" creationId="{E8C11CC1-49AD-C664-C7D5-9E21C7314D4F}"/>
          </ac:spMkLst>
        </pc:spChg>
        <pc:spChg chg="mod">
          <ac:chgData name="Juan Manuel Espejo Benitez" userId="cd6b1b0c-7009-4777-8b7e-cc126028f611" providerId="ADAL" clId="{2C8A5633-60A8-4DDD-943E-FF0C0A233573}" dt="2025-11-17T16:54:34.203" v="6925" actId="20577"/>
          <ac:spMkLst>
            <pc:docMk/>
            <pc:sldMk cId="3882716699" sldId="695"/>
            <ac:spMk id="4099" creationId="{8BFFF79D-54D2-BD86-24F3-893CA3EC71E2}"/>
          </ac:spMkLst>
        </pc:spChg>
      </pc:sldChg>
      <pc:sldChg chg="addSp delSp modSp add mod">
        <pc:chgData name="Juan Manuel Espejo Benitez" userId="cd6b1b0c-7009-4777-8b7e-cc126028f611" providerId="ADAL" clId="{2C8A5633-60A8-4DDD-943E-FF0C0A233573}" dt="2025-11-19T05:42:11.296" v="7813" actId="1076"/>
        <pc:sldMkLst>
          <pc:docMk/>
          <pc:sldMk cId="221787223" sldId="696"/>
        </pc:sldMkLst>
        <pc:spChg chg="add mod">
          <ac:chgData name="Juan Manuel Espejo Benitez" userId="cd6b1b0c-7009-4777-8b7e-cc126028f611" providerId="ADAL" clId="{2C8A5633-60A8-4DDD-943E-FF0C0A233573}" dt="2025-11-19T05:42:11.296" v="7813" actId="1076"/>
          <ac:spMkLst>
            <pc:docMk/>
            <pc:sldMk cId="221787223" sldId="696"/>
            <ac:spMk id="2" creationId="{90AB66C8-C38A-646A-C157-5003B9104953}"/>
          </ac:spMkLst>
        </pc:spChg>
        <pc:spChg chg="mod">
          <ac:chgData name="Juan Manuel Espejo Benitez" userId="cd6b1b0c-7009-4777-8b7e-cc126028f611" providerId="ADAL" clId="{2C8A5633-60A8-4DDD-943E-FF0C0A233573}" dt="2025-11-19T05:41:37.529" v="7793" actId="20577"/>
          <ac:spMkLst>
            <pc:docMk/>
            <pc:sldMk cId="221787223" sldId="696"/>
            <ac:spMk id="3" creationId="{3660BC2D-B5C3-556D-C17E-3A55A99FCCF3}"/>
          </ac:spMkLst>
        </pc:spChg>
        <pc:spChg chg="mod">
          <ac:chgData name="Juan Manuel Espejo Benitez" userId="cd6b1b0c-7009-4777-8b7e-cc126028f611" providerId="ADAL" clId="{2C8A5633-60A8-4DDD-943E-FF0C0A233573}" dt="2025-11-17T17:00:10.156" v="6955" actId="255"/>
          <ac:spMkLst>
            <pc:docMk/>
            <pc:sldMk cId="221787223" sldId="696"/>
            <ac:spMk id="4099" creationId="{FC0D322D-B1E1-725D-0C6E-48D4CAB61883}"/>
          </ac:spMkLst>
        </pc:spChg>
      </pc:sldChg>
      <pc:sldChg chg="addSp delSp modSp add mod">
        <pc:chgData name="Juan Manuel Espejo Benitez" userId="cd6b1b0c-7009-4777-8b7e-cc126028f611" providerId="ADAL" clId="{2C8A5633-60A8-4DDD-943E-FF0C0A233573}" dt="2025-11-17T17:06:21.023" v="7061" actId="1035"/>
        <pc:sldMkLst>
          <pc:docMk/>
          <pc:sldMk cId="959768297" sldId="697"/>
        </pc:sldMkLst>
        <pc:spChg chg="add del mod">
          <ac:chgData name="Juan Manuel Espejo Benitez" userId="cd6b1b0c-7009-4777-8b7e-cc126028f611" providerId="ADAL" clId="{2C8A5633-60A8-4DDD-943E-FF0C0A233573}" dt="2025-11-17T17:06:21.023" v="7061" actId="1035"/>
          <ac:spMkLst>
            <pc:docMk/>
            <pc:sldMk cId="959768297" sldId="697"/>
            <ac:spMk id="3" creationId="{6F0DCC0E-F0D3-34A5-78CF-8578FAEB8B08}"/>
          </ac:spMkLst>
        </pc:spChg>
        <pc:spChg chg="mod">
          <ac:chgData name="Juan Manuel Espejo Benitez" userId="cd6b1b0c-7009-4777-8b7e-cc126028f611" providerId="ADAL" clId="{2C8A5633-60A8-4DDD-943E-FF0C0A233573}" dt="2025-11-17T17:03:26.316" v="7026" actId="20577"/>
          <ac:spMkLst>
            <pc:docMk/>
            <pc:sldMk cId="959768297" sldId="697"/>
            <ac:spMk id="4099" creationId="{ED91E889-894B-53FC-F520-10BC415EB852}"/>
          </ac:spMkLst>
        </pc:spChg>
      </pc:sldChg>
      <pc:sldChg chg="addSp delSp modSp add mod">
        <pc:chgData name="Juan Manuel Espejo Benitez" userId="cd6b1b0c-7009-4777-8b7e-cc126028f611" providerId="ADAL" clId="{2C8A5633-60A8-4DDD-943E-FF0C0A233573}" dt="2025-11-18T17:32:27.267" v="7406" actId="1035"/>
        <pc:sldMkLst>
          <pc:docMk/>
          <pc:sldMk cId="2444277318" sldId="698"/>
        </pc:sldMkLst>
        <pc:spChg chg="mod">
          <ac:chgData name="Juan Manuel Espejo Benitez" userId="cd6b1b0c-7009-4777-8b7e-cc126028f611" providerId="ADAL" clId="{2C8A5633-60A8-4DDD-943E-FF0C0A233573}" dt="2025-11-18T17:31:42.655" v="7352" actId="20577"/>
          <ac:spMkLst>
            <pc:docMk/>
            <pc:sldMk cId="2444277318" sldId="698"/>
            <ac:spMk id="3" creationId="{98C25020-3089-CB8F-9F2D-F023010E9C28}"/>
          </ac:spMkLst>
        </pc:spChg>
        <pc:spChg chg="add mod">
          <ac:chgData name="Juan Manuel Espejo Benitez" userId="cd6b1b0c-7009-4777-8b7e-cc126028f611" providerId="ADAL" clId="{2C8A5633-60A8-4DDD-943E-FF0C0A233573}" dt="2025-11-18T17:31:37.854" v="7349" actId="1076"/>
          <ac:spMkLst>
            <pc:docMk/>
            <pc:sldMk cId="2444277318" sldId="698"/>
            <ac:spMk id="7" creationId="{68C15490-7B74-DE16-C407-4678BF5BB167}"/>
          </ac:spMkLst>
        </pc:spChg>
        <pc:spChg chg="add mod">
          <ac:chgData name="Juan Manuel Espejo Benitez" userId="cd6b1b0c-7009-4777-8b7e-cc126028f611" providerId="ADAL" clId="{2C8A5633-60A8-4DDD-943E-FF0C0A233573}" dt="2025-11-18T17:32:27.267" v="7406" actId="1035"/>
          <ac:spMkLst>
            <pc:docMk/>
            <pc:sldMk cId="2444277318" sldId="698"/>
            <ac:spMk id="8" creationId="{CA3D8AE7-597E-F90A-4D27-2307EDC63D92}"/>
          </ac:spMkLst>
        </pc:spChg>
        <pc:spChg chg="mod">
          <ac:chgData name="Juan Manuel Espejo Benitez" userId="cd6b1b0c-7009-4777-8b7e-cc126028f611" providerId="ADAL" clId="{2C8A5633-60A8-4DDD-943E-FF0C0A233573}" dt="2025-11-17T17:08:50.175" v="7064" actId="20577"/>
          <ac:spMkLst>
            <pc:docMk/>
            <pc:sldMk cId="2444277318" sldId="698"/>
            <ac:spMk id="4099" creationId="{DB6AFB0D-8FD5-D41E-D09E-C523EC05A2A1}"/>
          </ac:spMkLst>
        </pc:spChg>
        <pc:picChg chg="add mod">
          <ac:chgData name="Juan Manuel Espejo Benitez" userId="cd6b1b0c-7009-4777-8b7e-cc126028f611" providerId="ADAL" clId="{2C8A5633-60A8-4DDD-943E-FF0C0A233573}" dt="2025-11-18T17:32:02.398" v="7375" actId="1076"/>
          <ac:picMkLst>
            <pc:docMk/>
            <pc:sldMk cId="2444277318" sldId="698"/>
            <ac:picMk id="6" creationId="{D70B99AB-A350-D6BF-62F2-994996509EFD}"/>
          </ac:picMkLst>
        </pc:picChg>
      </pc:sldChg>
      <pc:sldChg chg="addSp delSp modSp add mod">
        <pc:chgData name="Juan Manuel Espejo Benitez" userId="cd6b1b0c-7009-4777-8b7e-cc126028f611" providerId="ADAL" clId="{2C8A5633-60A8-4DDD-943E-FF0C0A233573}" dt="2025-11-18T17:33:03.405" v="7458"/>
        <pc:sldMkLst>
          <pc:docMk/>
          <pc:sldMk cId="2864250466" sldId="699"/>
        </pc:sldMkLst>
        <pc:spChg chg="add mod">
          <ac:chgData name="Juan Manuel Espejo Benitez" userId="cd6b1b0c-7009-4777-8b7e-cc126028f611" providerId="ADAL" clId="{2C8A5633-60A8-4DDD-943E-FF0C0A233573}" dt="2025-11-18T17:33:03.405" v="7458"/>
          <ac:spMkLst>
            <pc:docMk/>
            <pc:sldMk cId="2864250466" sldId="699"/>
            <ac:spMk id="2" creationId="{7705F0DB-0147-9C9D-6A92-4E45BF2631A9}"/>
          </ac:spMkLst>
        </pc:spChg>
        <pc:spChg chg="mod">
          <ac:chgData name="Juan Manuel Espejo Benitez" userId="cd6b1b0c-7009-4777-8b7e-cc126028f611" providerId="ADAL" clId="{2C8A5633-60A8-4DDD-943E-FF0C0A233573}" dt="2025-11-18T17:32:33.124" v="7409" actId="20577"/>
          <ac:spMkLst>
            <pc:docMk/>
            <pc:sldMk cId="2864250466" sldId="699"/>
            <ac:spMk id="3" creationId="{71A74875-E345-A2F6-457D-519105479F93}"/>
          </ac:spMkLst>
        </pc:spChg>
        <pc:spChg chg="mod">
          <ac:chgData name="Juan Manuel Espejo Benitez" userId="cd6b1b0c-7009-4777-8b7e-cc126028f611" providerId="ADAL" clId="{2C8A5633-60A8-4DDD-943E-FF0C0A233573}" dt="2025-11-18T17:32:38.580" v="7434" actId="1037"/>
          <ac:spMkLst>
            <pc:docMk/>
            <pc:sldMk cId="2864250466" sldId="699"/>
            <ac:spMk id="9" creationId="{E99394A2-F340-5C7D-B1A5-E4FB769A8A8D}"/>
          </ac:spMkLst>
        </pc:spChg>
        <pc:picChg chg="add mod ord">
          <ac:chgData name="Juan Manuel Espejo Benitez" userId="cd6b1b0c-7009-4777-8b7e-cc126028f611" providerId="ADAL" clId="{2C8A5633-60A8-4DDD-943E-FF0C0A233573}" dt="2025-11-18T17:32:38.580" v="7434" actId="1037"/>
          <ac:picMkLst>
            <pc:docMk/>
            <pc:sldMk cId="2864250466" sldId="699"/>
            <ac:picMk id="7" creationId="{CAD25036-FA48-F1B5-8ECC-A8ED105641FD}"/>
          </ac:picMkLst>
        </pc:picChg>
      </pc:sldChg>
      <pc:sldChg chg="addSp delSp modSp add mod">
        <pc:chgData name="Juan Manuel Espejo Benitez" userId="cd6b1b0c-7009-4777-8b7e-cc126028f611" providerId="ADAL" clId="{2C8A5633-60A8-4DDD-943E-FF0C0A233573}" dt="2025-11-18T17:33:02.152" v="7457"/>
        <pc:sldMkLst>
          <pc:docMk/>
          <pc:sldMk cId="145583412" sldId="700"/>
        </pc:sldMkLst>
        <pc:spChg chg="add mod">
          <ac:chgData name="Juan Manuel Espejo Benitez" userId="cd6b1b0c-7009-4777-8b7e-cc126028f611" providerId="ADAL" clId="{2C8A5633-60A8-4DDD-943E-FF0C0A233573}" dt="2025-11-18T17:33:02.152" v="7457"/>
          <ac:spMkLst>
            <pc:docMk/>
            <pc:sldMk cId="145583412" sldId="700"/>
            <ac:spMk id="2" creationId="{F642615F-C0AF-E3E3-28B7-E37CD3DA70A0}"/>
          </ac:spMkLst>
        </pc:spChg>
        <pc:spChg chg="mod">
          <ac:chgData name="Juan Manuel Espejo Benitez" userId="cd6b1b0c-7009-4777-8b7e-cc126028f611" providerId="ADAL" clId="{2C8A5633-60A8-4DDD-943E-FF0C0A233573}" dt="2025-11-18T17:32:07.964" v="7376" actId="20577"/>
          <ac:spMkLst>
            <pc:docMk/>
            <pc:sldMk cId="145583412" sldId="700"/>
            <ac:spMk id="3" creationId="{19384EDC-2F58-CDED-10D3-266B5A252DB1}"/>
          </ac:spMkLst>
        </pc:spChg>
        <pc:spChg chg="mod">
          <ac:chgData name="Juan Manuel Espejo Benitez" userId="cd6b1b0c-7009-4777-8b7e-cc126028f611" providerId="ADAL" clId="{2C8A5633-60A8-4DDD-943E-FF0C0A233573}" dt="2025-11-18T17:32:18.196" v="7397" actId="1035"/>
          <ac:spMkLst>
            <pc:docMk/>
            <pc:sldMk cId="145583412" sldId="700"/>
            <ac:spMk id="10" creationId="{28826541-A851-C17E-FDD8-0A4574192FF9}"/>
          </ac:spMkLst>
        </pc:spChg>
        <pc:picChg chg="mod">
          <ac:chgData name="Juan Manuel Espejo Benitez" userId="cd6b1b0c-7009-4777-8b7e-cc126028f611" providerId="ADAL" clId="{2C8A5633-60A8-4DDD-943E-FF0C0A233573}" dt="2025-11-18T17:32:18.196" v="7397" actId="1035"/>
          <ac:picMkLst>
            <pc:docMk/>
            <pc:sldMk cId="145583412" sldId="700"/>
            <ac:picMk id="8" creationId="{844A6529-AB80-2B52-D2CA-4E4456D77EBF}"/>
          </ac:picMkLst>
        </pc:picChg>
      </pc:sldChg>
      <pc:sldChg chg="addSp delSp modSp add mod">
        <pc:chgData name="Juan Manuel Espejo Benitez" userId="cd6b1b0c-7009-4777-8b7e-cc126028f611" providerId="ADAL" clId="{2C8A5633-60A8-4DDD-943E-FF0C0A233573}" dt="2025-11-19T08:08:25.211" v="8840" actId="20577"/>
        <pc:sldMkLst>
          <pc:docMk/>
          <pc:sldMk cId="726378003" sldId="701"/>
        </pc:sldMkLst>
        <pc:spChg chg="add mod">
          <ac:chgData name="Juan Manuel Espejo Benitez" userId="cd6b1b0c-7009-4777-8b7e-cc126028f611" providerId="ADAL" clId="{2C8A5633-60A8-4DDD-943E-FF0C0A233573}" dt="2025-11-18T17:33:04.856" v="7459"/>
          <ac:spMkLst>
            <pc:docMk/>
            <pc:sldMk cId="726378003" sldId="701"/>
            <ac:spMk id="2" creationId="{8C480AA5-DD02-CD8D-AC50-F180A7898C1E}"/>
          </ac:spMkLst>
        </pc:spChg>
        <pc:spChg chg="mod">
          <ac:chgData name="Juan Manuel Espejo Benitez" userId="cd6b1b0c-7009-4777-8b7e-cc126028f611" providerId="ADAL" clId="{2C8A5633-60A8-4DDD-943E-FF0C0A233573}" dt="2025-11-18T17:32:49.304" v="7437" actId="20577"/>
          <ac:spMkLst>
            <pc:docMk/>
            <pc:sldMk cId="726378003" sldId="701"/>
            <ac:spMk id="3" creationId="{62036DA5-0FAB-F718-879D-2DFCA1F51DC6}"/>
          </ac:spMkLst>
        </pc:spChg>
        <pc:spChg chg="add mod">
          <ac:chgData name="Juan Manuel Espejo Benitez" userId="cd6b1b0c-7009-4777-8b7e-cc126028f611" providerId="ADAL" clId="{2C8A5633-60A8-4DDD-943E-FF0C0A233573}" dt="2025-11-19T08:06:47.273" v="8747" actId="207"/>
          <ac:spMkLst>
            <pc:docMk/>
            <pc:sldMk cId="726378003" sldId="701"/>
            <ac:spMk id="6" creationId="{0DD217C9-F923-7863-BF53-C3A1B523AFC4}"/>
          </ac:spMkLst>
        </pc:spChg>
        <pc:spChg chg="add mod">
          <ac:chgData name="Juan Manuel Espejo Benitez" userId="cd6b1b0c-7009-4777-8b7e-cc126028f611" providerId="ADAL" clId="{2C8A5633-60A8-4DDD-943E-FF0C0A233573}" dt="2025-11-19T08:08:25.211" v="8840" actId="20577"/>
          <ac:spMkLst>
            <pc:docMk/>
            <pc:sldMk cId="726378003" sldId="701"/>
            <ac:spMk id="7" creationId="{6504C801-EFF5-ADC0-BDAD-7F098B31C9DB}"/>
          </ac:spMkLst>
        </pc:spChg>
        <pc:spChg chg="add mod">
          <ac:chgData name="Juan Manuel Espejo Benitez" userId="cd6b1b0c-7009-4777-8b7e-cc126028f611" providerId="ADAL" clId="{2C8A5633-60A8-4DDD-943E-FF0C0A233573}" dt="2025-11-19T08:07:47.440" v="8806" actId="1076"/>
          <ac:spMkLst>
            <pc:docMk/>
            <pc:sldMk cId="726378003" sldId="701"/>
            <ac:spMk id="8" creationId="{B522980E-CB1D-1191-ACA7-7A35783B0CEE}"/>
          </ac:spMkLst>
        </pc:spChg>
        <pc:spChg chg="mod">
          <ac:chgData name="Juan Manuel Espejo Benitez" userId="cd6b1b0c-7009-4777-8b7e-cc126028f611" providerId="ADAL" clId="{2C8A5633-60A8-4DDD-943E-FF0C0A233573}" dt="2025-11-18T17:32:53.780" v="7456" actId="1035"/>
          <ac:spMkLst>
            <pc:docMk/>
            <pc:sldMk cId="726378003" sldId="701"/>
            <ac:spMk id="10" creationId="{463705C8-4272-CE7F-0E1D-E47530608938}"/>
          </ac:spMkLst>
        </pc:spChg>
        <pc:picChg chg="mod ord">
          <ac:chgData name="Juan Manuel Espejo Benitez" userId="cd6b1b0c-7009-4777-8b7e-cc126028f611" providerId="ADAL" clId="{2C8A5633-60A8-4DDD-943E-FF0C0A233573}" dt="2025-11-18T17:32:53.780" v="7456" actId="1035"/>
          <ac:picMkLst>
            <pc:docMk/>
            <pc:sldMk cId="726378003" sldId="701"/>
            <ac:picMk id="12" creationId="{90CA59F9-54DD-A3A2-931C-528919EAABC6}"/>
          </ac:picMkLst>
        </pc:picChg>
      </pc:sldChg>
      <pc:sldChg chg="addSp modSp add mod">
        <pc:chgData name="Juan Manuel Espejo Benitez" userId="cd6b1b0c-7009-4777-8b7e-cc126028f611" providerId="ADAL" clId="{2C8A5633-60A8-4DDD-943E-FF0C0A233573}" dt="2025-11-19T08:11:08.566" v="8948" actId="20577"/>
        <pc:sldMkLst>
          <pc:docMk/>
          <pc:sldMk cId="1762208178" sldId="702"/>
        </pc:sldMkLst>
        <pc:spChg chg="add mod">
          <ac:chgData name="Juan Manuel Espejo Benitez" userId="cd6b1b0c-7009-4777-8b7e-cc126028f611" providerId="ADAL" clId="{2C8A5633-60A8-4DDD-943E-FF0C0A233573}" dt="2025-11-17T17:18:31.755" v="7254" actId="208"/>
          <ac:spMkLst>
            <pc:docMk/>
            <pc:sldMk cId="1762208178" sldId="702"/>
            <ac:spMk id="2" creationId="{68C95056-4CD3-DF8C-5822-CA1FA611D742}"/>
          </ac:spMkLst>
        </pc:spChg>
        <pc:spChg chg="mod">
          <ac:chgData name="Juan Manuel Espejo Benitez" userId="cd6b1b0c-7009-4777-8b7e-cc126028f611" providerId="ADAL" clId="{2C8A5633-60A8-4DDD-943E-FF0C0A233573}" dt="2025-11-19T08:11:08.566" v="8948" actId="20577"/>
          <ac:spMkLst>
            <pc:docMk/>
            <pc:sldMk cId="1762208178" sldId="702"/>
            <ac:spMk id="3" creationId="{11A15BB8-BFC8-1F52-C672-131B2A59F4D1}"/>
          </ac:spMkLst>
        </pc:spChg>
        <pc:spChg chg="mod">
          <ac:chgData name="Juan Manuel Espejo Benitez" userId="cd6b1b0c-7009-4777-8b7e-cc126028f611" providerId="ADAL" clId="{2C8A5633-60A8-4DDD-943E-FF0C0A233573}" dt="2025-11-17T17:17:05.210" v="7241"/>
          <ac:spMkLst>
            <pc:docMk/>
            <pc:sldMk cId="1762208178" sldId="702"/>
            <ac:spMk id="4099" creationId="{0C9192FC-78D2-E156-395C-F18208496BAA}"/>
          </ac:spMkLst>
        </pc:spChg>
      </pc:sldChg>
      <pc:sldChg chg="addSp delSp modSp add mod">
        <pc:chgData name="Juan Manuel Espejo Benitez" userId="cd6b1b0c-7009-4777-8b7e-cc126028f611" providerId="ADAL" clId="{2C8A5633-60A8-4DDD-943E-FF0C0A233573}" dt="2025-11-19T08:12:41.511" v="9000" actId="20577"/>
        <pc:sldMkLst>
          <pc:docMk/>
          <pc:sldMk cId="4229075590" sldId="703"/>
        </pc:sldMkLst>
        <pc:spChg chg="mod">
          <ac:chgData name="Juan Manuel Espejo Benitez" userId="cd6b1b0c-7009-4777-8b7e-cc126028f611" providerId="ADAL" clId="{2C8A5633-60A8-4DDD-943E-FF0C0A233573}" dt="2025-11-19T08:12:41.511" v="9000" actId="20577"/>
          <ac:spMkLst>
            <pc:docMk/>
            <pc:sldMk cId="4229075590" sldId="703"/>
            <ac:spMk id="3" creationId="{46ECF8CB-F4BD-FE35-72A8-349143362B30}"/>
          </ac:spMkLst>
        </pc:spChg>
        <pc:spChg chg="mod">
          <ac:chgData name="Juan Manuel Espejo Benitez" userId="cd6b1b0c-7009-4777-8b7e-cc126028f611" providerId="ADAL" clId="{2C8A5633-60A8-4DDD-943E-FF0C0A233573}" dt="2025-11-18T17:37:40.342" v="7615" actId="20577"/>
          <ac:spMkLst>
            <pc:docMk/>
            <pc:sldMk cId="4229075590" sldId="703"/>
            <ac:spMk id="4" creationId="{925BD752-9025-93A4-B312-9B56F327F006}"/>
          </ac:spMkLst>
        </pc:spChg>
      </pc:sldChg>
      <pc:sldChg chg="addSp delSp modSp add mod ord">
        <pc:chgData name="Juan Manuel Espejo Benitez" userId="cd6b1b0c-7009-4777-8b7e-cc126028f611" providerId="ADAL" clId="{2C8A5633-60A8-4DDD-943E-FF0C0A233573}" dt="2025-11-19T08:19:07.147" v="9058" actId="1076"/>
        <pc:sldMkLst>
          <pc:docMk/>
          <pc:sldMk cId="3420613330" sldId="704"/>
        </pc:sldMkLst>
        <pc:spChg chg="add mod">
          <ac:chgData name="Juan Manuel Espejo Benitez" userId="cd6b1b0c-7009-4777-8b7e-cc126028f611" providerId="ADAL" clId="{2C8A5633-60A8-4DDD-943E-FF0C0A233573}" dt="2025-11-19T07:47:34.194" v="8517" actId="20577"/>
          <ac:spMkLst>
            <pc:docMk/>
            <pc:sldMk cId="3420613330" sldId="704"/>
            <ac:spMk id="2" creationId="{E52A7DB6-15B6-690E-F2F5-F22DDA9EA628}"/>
          </ac:spMkLst>
        </pc:spChg>
        <pc:picChg chg="add mod">
          <ac:chgData name="Juan Manuel Espejo Benitez" userId="cd6b1b0c-7009-4777-8b7e-cc126028f611" providerId="ADAL" clId="{2C8A5633-60A8-4DDD-943E-FF0C0A233573}" dt="2025-11-19T08:19:04.937" v="9057" actId="14100"/>
          <ac:picMkLst>
            <pc:docMk/>
            <pc:sldMk cId="3420613330" sldId="704"/>
            <ac:picMk id="6" creationId="{547A2EB8-24A9-4C61-F0F5-84E6A1F841CD}"/>
          </ac:picMkLst>
        </pc:picChg>
        <pc:picChg chg="add mod">
          <ac:chgData name="Juan Manuel Espejo Benitez" userId="cd6b1b0c-7009-4777-8b7e-cc126028f611" providerId="ADAL" clId="{2C8A5633-60A8-4DDD-943E-FF0C0A233573}" dt="2025-11-19T08:19:07.147" v="9058" actId="1076"/>
          <ac:picMkLst>
            <pc:docMk/>
            <pc:sldMk cId="3420613330" sldId="704"/>
            <ac:picMk id="8" creationId="{9059F6A5-E809-82F5-51AA-9F8EDA4167EA}"/>
          </ac:picMkLst>
        </pc:picChg>
      </pc:sldChg>
      <pc:sldChg chg="addSp delSp modSp add mod">
        <pc:chgData name="Juan Manuel Espejo Benitez" userId="cd6b1b0c-7009-4777-8b7e-cc126028f611" providerId="ADAL" clId="{2C8A5633-60A8-4DDD-943E-FF0C0A233573}" dt="2025-11-19T05:42:44.221" v="7815" actId="20577"/>
        <pc:sldMkLst>
          <pc:docMk/>
          <pc:sldMk cId="1200756780" sldId="705"/>
        </pc:sldMkLst>
        <pc:spChg chg="mod">
          <ac:chgData name="Juan Manuel Espejo Benitez" userId="cd6b1b0c-7009-4777-8b7e-cc126028f611" providerId="ADAL" clId="{2C8A5633-60A8-4DDD-943E-FF0C0A233573}" dt="2025-11-19T05:42:44.221" v="7815" actId="20577"/>
          <ac:spMkLst>
            <pc:docMk/>
            <pc:sldMk cId="1200756780" sldId="705"/>
            <ac:spMk id="2" creationId="{07E86242-61DF-2E5D-9E0F-B74C1B29D18F}"/>
          </ac:spMkLst>
        </pc:spChg>
        <pc:picChg chg="add mod">
          <ac:chgData name="Juan Manuel Espejo Benitez" userId="cd6b1b0c-7009-4777-8b7e-cc126028f611" providerId="ADAL" clId="{2C8A5633-60A8-4DDD-943E-FF0C0A233573}" dt="2025-11-18T18:48:26.531" v="7695" actId="14100"/>
          <ac:picMkLst>
            <pc:docMk/>
            <pc:sldMk cId="1200756780" sldId="705"/>
            <ac:picMk id="3" creationId="{AEEA52AC-7265-51C5-B1F6-88BA7911F699}"/>
          </ac:picMkLst>
        </pc:picChg>
        <pc:picChg chg="add mod">
          <ac:chgData name="Juan Manuel Espejo Benitez" userId="cd6b1b0c-7009-4777-8b7e-cc126028f611" providerId="ADAL" clId="{2C8A5633-60A8-4DDD-943E-FF0C0A233573}" dt="2025-11-18T18:48:24.748" v="7694" actId="14100"/>
          <ac:picMkLst>
            <pc:docMk/>
            <pc:sldMk cId="1200756780" sldId="705"/>
            <ac:picMk id="6" creationId="{22D45AD8-3E1D-BEA0-D43F-0E64AD421B3B}"/>
          </ac:picMkLst>
        </pc:picChg>
      </pc:sldChg>
      <pc:sldChg chg="addSp delSp modSp add mod">
        <pc:chgData name="Juan Manuel Espejo Benitez" userId="cd6b1b0c-7009-4777-8b7e-cc126028f611" providerId="ADAL" clId="{2C8A5633-60A8-4DDD-943E-FF0C0A233573}" dt="2025-11-19T08:28:16.929" v="9087" actId="1076"/>
        <pc:sldMkLst>
          <pc:docMk/>
          <pc:sldMk cId="3337381550" sldId="706"/>
        </pc:sldMkLst>
        <pc:spChg chg="mod">
          <ac:chgData name="Juan Manuel Espejo Benitez" userId="cd6b1b0c-7009-4777-8b7e-cc126028f611" providerId="ADAL" clId="{2C8A5633-60A8-4DDD-943E-FF0C0A233573}" dt="2025-11-19T08:26:49.729" v="9072" actId="1076"/>
          <ac:spMkLst>
            <pc:docMk/>
            <pc:sldMk cId="3337381550" sldId="706"/>
            <ac:spMk id="2" creationId="{12EFE811-5E13-0CF5-DE25-B5D9A9A5498E}"/>
          </ac:spMkLst>
        </pc:spChg>
        <pc:picChg chg="add mod">
          <ac:chgData name="Juan Manuel Espejo Benitez" userId="cd6b1b0c-7009-4777-8b7e-cc126028f611" providerId="ADAL" clId="{2C8A5633-60A8-4DDD-943E-FF0C0A233573}" dt="2025-11-19T08:28:13.992" v="9086" actId="14100"/>
          <ac:picMkLst>
            <pc:docMk/>
            <pc:sldMk cId="3337381550" sldId="706"/>
            <ac:picMk id="3" creationId="{4A5145A3-4ED2-44E9-6358-476FAF4A1692}"/>
          </ac:picMkLst>
        </pc:picChg>
        <pc:picChg chg="add mod">
          <ac:chgData name="Juan Manuel Espejo Benitez" userId="cd6b1b0c-7009-4777-8b7e-cc126028f611" providerId="ADAL" clId="{2C8A5633-60A8-4DDD-943E-FF0C0A233573}" dt="2025-11-19T08:28:16.929" v="9087" actId="1076"/>
          <ac:picMkLst>
            <pc:docMk/>
            <pc:sldMk cId="3337381550" sldId="706"/>
            <ac:picMk id="8" creationId="{89A5D7A5-5819-7716-29AD-BE4994B0F0B1}"/>
          </ac:picMkLst>
        </pc:picChg>
      </pc:sldChg>
      <pc:sldChg chg="addSp delSp modSp add mod">
        <pc:chgData name="Juan Manuel Espejo Benitez" userId="cd6b1b0c-7009-4777-8b7e-cc126028f611" providerId="ADAL" clId="{2C8A5633-60A8-4DDD-943E-FF0C0A233573}" dt="2025-11-19T08:14:47.224" v="9007" actId="1076"/>
        <pc:sldMkLst>
          <pc:docMk/>
          <pc:sldMk cId="932303263" sldId="707"/>
        </pc:sldMkLst>
        <pc:spChg chg="mod">
          <ac:chgData name="Juan Manuel Espejo Benitez" userId="cd6b1b0c-7009-4777-8b7e-cc126028f611" providerId="ADAL" clId="{2C8A5633-60A8-4DDD-943E-FF0C0A233573}" dt="2025-11-19T06:26:37.688" v="7860" actId="20577"/>
          <ac:spMkLst>
            <pc:docMk/>
            <pc:sldMk cId="932303263" sldId="707"/>
            <ac:spMk id="2" creationId="{FDA9EB9E-270F-B79B-9856-4B9725C364CD}"/>
          </ac:spMkLst>
        </pc:spChg>
        <pc:picChg chg="add mod">
          <ac:chgData name="Juan Manuel Espejo Benitez" userId="cd6b1b0c-7009-4777-8b7e-cc126028f611" providerId="ADAL" clId="{2C8A5633-60A8-4DDD-943E-FF0C0A233573}" dt="2025-11-19T08:14:47.224" v="9007" actId="1076"/>
          <ac:picMkLst>
            <pc:docMk/>
            <pc:sldMk cId="932303263" sldId="707"/>
            <ac:picMk id="7" creationId="{E20812CF-C4ED-0CEB-61B3-DBB9872D1C17}"/>
          </ac:picMkLst>
        </pc:picChg>
        <pc:picChg chg="add mod">
          <ac:chgData name="Juan Manuel Espejo Benitez" userId="cd6b1b0c-7009-4777-8b7e-cc126028f611" providerId="ADAL" clId="{2C8A5633-60A8-4DDD-943E-FF0C0A233573}" dt="2025-11-19T08:14:38.222" v="9004" actId="14100"/>
          <ac:picMkLst>
            <pc:docMk/>
            <pc:sldMk cId="932303263" sldId="707"/>
            <ac:picMk id="9" creationId="{B98701FC-C309-9B21-DE67-3F241A8BF4A1}"/>
          </ac:picMkLst>
        </pc:picChg>
      </pc:sldChg>
      <pc:sldChg chg="addSp delSp modSp add mod">
        <pc:chgData name="Juan Manuel Espejo Benitez" userId="cd6b1b0c-7009-4777-8b7e-cc126028f611" providerId="ADAL" clId="{2C8A5633-60A8-4DDD-943E-FF0C0A233573}" dt="2025-11-19T08:14:58.185" v="9011" actId="1076"/>
        <pc:sldMkLst>
          <pc:docMk/>
          <pc:sldMk cId="3379565062" sldId="708"/>
        </pc:sldMkLst>
        <pc:spChg chg="mod">
          <ac:chgData name="Juan Manuel Espejo Benitez" userId="cd6b1b0c-7009-4777-8b7e-cc126028f611" providerId="ADAL" clId="{2C8A5633-60A8-4DDD-943E-FF0C0A233573}" dt="2025-11-19T06:26:55.740" v="7887" actId="20577"/>
          <ac:spMkLst>
            <pc:docMk/>
            <pc:sldMk cId="3379565062" sldId="708"/>
            <ac:spMk id="2" creationId="{659A5042-1AA2-2E10-FED9-5D9D2834B6F1}"/>
          </ac:spMkLst>
        </pc:spChg>
        <pc:picChg chg="add mod">
          <ac:chgData name="Juan Manuel Espejo Benitez" userId="cd6b1b0c-7009-4777-8b7e-cc126028f611" providerId="ADAL" clId="{2C8A5633-60A8-4DDD-943E-FF0C0A233573}" dt="2025-11-19T08:14:58.185" v="9011" actId="1076"/>
          <ac:picMkLst>
            <pc:docMk/>
            <pc:sldMk cId="3379565062" sldId="708"/>
            <ac:picMk id="3" creationId="{310374F1-B857-F746-3A62-FC0E3A154BF0}"/>
          </ac:picMkLst>
        </pc:picChg>
        <pc:picChg chg="add mod">
          <ac:chgData name="Juan Manuel Espejo Benitez" userId="cd6b1b0c-7009-4777-8b7e-cc126028f611" providerId="ADAL" clId="{2C8A5633-60A8-4DDD-943E-FF0C0A233573}" dt="2025-11-19T08:14:54.785" v="9009" actId="14100"/>
          <ac:picMkLst>
            <pc:docMk/>
            <pc:sldMk cId="3379565062" sldId="708"/>
            <ac:picMk id="9" creationId="{05B551CE-438E-B53F-4215-C140AB6360D3}"/>
          </ac:picMkLst>
        </pc:picChg>
      </pc:sldChg>
      <pc:sldChg chg="addSp delSp modSp add mod modNotesTx">
        <pc:chgData name="Juan Manuel Espejo Benitez" userId="cd6b1b0c-7009-4777-8b7e-cc126028f611" providerId="ADAL" clId="{2C8A5633-60A8-4DDD-943E-FF0C0A233573}" dt="2025-11-23T10:03:50.298" v="9097" actId="20577"/>
        <pc:sldMkLst>
          <pc:docMk/>
          <pc:sldMk cId="3394378796" sldId="709"/>
        </pc:sldMkLst>
        <pc:spChg chg="mod">
          <ac:chgData name="Juan Manuel Espejo Benitez" userId="cd6b1b0c-7009-4777-8b7e-cc126028f611" providerId="ADAL" clId="{2C8A5633-60A8-4DDD-943E-FF0C0A233573}" dt="2025-11-19T08:16:10.121" v="9042" actId="1076"/>
          <ac:spMkLst>
            <pc:docMk/>
            <pc:sldMk cId="3394378796" sldId="709"/>
            <ac:spMk id="2" creationId="{C07B7529-5808-00A0-BB1D-D18910810DBC}"/>
          </ac:spMkLst>
        </pc:spChg>
        <pc:picChg chg="add mod">
          <ac:chgData name="Juan Manuel Espejo Benitez" userId="cd6b1b0c-7009-4777-8b7e-cc126028f611" providerId="ADAL" clId="{2C8A5633-60A8-4DDD-943E-FF0C0A233573}" dt="2025-11-19T08:16:23.836" v="9048" actId="1076"/>
          <ac:picMkLst>
            <pc:docMk/>
            <pc:sldMk cId="3394378796" sldId="709"/>
            <ac:picMk id="3" creationId="{329DA686-0AE8-A5A4-8BC1-F0E9AFB658A1}"/>
          </ac:picMkLst>
        </pc:picChg>
        <pc:picChg chg="add mod">
          <ac:chgData name="Juan Manuel Espejo Benitez" userId="cd6b1b0c-7009-4777-8b7e-cc126028f611" providerId="ADAL" clId="{2C8A5633-60A8-4DDD-943E-FF0C0A233573}" dt="2025-11-19T08:16:20.650" v="9046" actId="14100"/>
          <ac:picMkLst>
            <pc:docMk/>
            <pc:sldMk cId="3394378796" sldId="709"/>
            <ac:picMk id="9" creationId="{75239D13-AD40-311E-A895-0027FC22D890}"/>
          </ac:picMkLst>
        </pc:picChg>
      </pc:sldChg>
      <pc:sldChg chg="addSp delSp modSp add mod ord">
        <pc:chgData name="Juan Manuel Espejo Benitez" userId="cd6b1b0c-7009-4777-8b7e-cc126028f611" providerId="ADAL" clId="{2C8A5633-60A8-4DDD-943E-FF0C0A233573}" dt="2025-11-19T07:47:21.272" v="8515" actId="1076"/>
        <pc:sldMkLst>
          <pc:docMk/>
          <pc:sldMk cId="1889703979" sldId="710"/>
        </pc:sldMkLst>
        <pc:spChg chg="mod">
          <ac:chgData name="Juan Manuel Espejo Benitez" userId="cd6b1b0c-7009-4777-8b7e-cc126028f611" providerId="ADAL" clId="{2C8A5633-60A8-4DDD-943E-FF0C0A233573}" dt="2025-11-19T07:28:06.311" v="8329" actId="20577"/>
          <ac:spMkLst>
            <pc:docMk/>
            <pc:sldMk cId="1889703979" sldId="710"/>
            <ac:spMk id="2" creationId="{464D6295-5D41-C922-2395-FD0A4F9D1405}"/>
          </ac:spMkLst>
        </pc:spChg>
        <pc:spChg chg="add mod">
          <ac:chgData name="Juan Manuel Espejo Benitez" userId="cd6b1b0c-7009-4777-8b7e-cc126028f611" providerId="ADAL" clId="{2C8A5633-60A8-4DDD-943E-FF0C0A233573}" dt="2025-11-19T07:33:42.368" v="8495" actId="1037"/>
          <ac:spMkLst>
            <pc:docMk/>
            <pc:sldMk cId="1889703979" sldId="710"/>
            <ac:spMk id="7" creationId="{F46363C7-D8EA-30EB-DB01-B41B8A2FB730}"/>
          </ac:spMkLst>
        </pc:spChg>
        <pc:spChg chg="add mod">
          <ac:chgData name="Juan Manuel Espejo Benitez" userId="cd6b1b0c-7009-4777-8b7e-cc126028f611" providerId="ADAL" clId="{2C8A5633-60A8-4DDD-943E-FF0C0A233573}" dt="2025-11-19T07:33:42.368" v="8495" actId="1037"/>
          <ac:spMkLst>
            <pc:docMk/>
            <pc:sldMk cId="1889703979" sldId="710"/>
            <ac:spMk id="10" creationId="{7AD116BB-3C1C-AB50-CF86-5A8AEDF314B1}"/>
          </ac:spMkLst>
        </pc:spChg>
        <pc:spChg chg="add mod">
          <ac:chgData name="Juan Manuel Espejo Benitez" userId="cd6b1b0c-7009-4777-8b7e-cc126028f611" providerId="ADAL" clId="{2C8A5633-60A8-4DDD-943E-FF0C0A233573}" dt="2025-11-19T07:33:42.368" v="8495" actId="1037"/>
          <ac:spMkLst>
            <pc:docMk/>
            <pc:sldMk cId="1889703979" sldId="710"/>
            <ac:spMk id="11" creationId="{A2D401B5-D4CF-530F-8EEE-D3D488617118}"/>
          </ac:spMkLst>
        </pc:spChg>
        <pc:spChg chg="add mod">
          <ac:chgData name="Juan Manuel Espejo Benitez" userId="cd6b1b0c-7009-4777-8b7e-cc126028f611" providerId="ADAL" clId="{2C8A5633-60A8-4DDD-943E-FF0C0A233573}" dt="2025-11-19T07:33:42.368" v="8495" actId="1037"/>
          <ac:spMkLst>
            <pc:docMk/>
            <pc:sldMk cId="1889703979" sldId="710"/>
            <ac:spMk id="12" creationId="{2420CF59-1EF7-E2FA-02F3-CDB85BD73E1E}"/>
          </ac:spMkLst>
        </pc:spChg>
        <pc:spChg chg="add mod">
          <ac:chgData name="Juan Manuel Espejo Benitez" userId="cd6b1b0c-7009-4777-8b7e-cc126028f611" providerId="ADAL" clId="{2C8A5633-60A8-4DDD-943E-FF0C0A233573}" dt="2025-11-19T07:33:42.368" v="8495" actId="1037"/>
          <ac:spMkLst>
            <pc:docMk/>
            <pc:sldMk cId="1889703979" sldId="710"/>
            <ac:spMk id="13" creationId="{0FE6F4E8-8D7A-DCDD-FF7D-6856D66A0397}"/>
          </ac:spMkLst>
        </pc:spChg>
        <pc:spChg chg="add mod">
          <ac:chgData name="Juan Manuel Espejo Benitez" userId="cd6b1b0c-7009-4777-8b7e-cc126028f611" providerId="ADAL" clId="{2C8A5633-60A8-4DDD-943E-FF0C0A233573}" dt="2025-11-19T07:33:42.368" v="8495" actId="1037"/>
          <ac:spMkLst>
            <pc:docMk/>
            <pc:sldMk cId="1889703979" sldId="710"/>
            <ac:spMk id="14" creationId="{71A4688D-1C8F-BF89-F398-E4EB2174F883}"/>
          </ac:spMkLst>
        </pc:spChg>
        <pc:spChg chg="add mod">
          <ac:chgData name="Juan Manuel Espejo Benitez" userId="cd6b1b0c-7009-4777-8b7e-cc126028f611" providerId="ADAL" clId="{2C8A5633-60A8-4DDD-943E-FF0C0A233573}" dt="2025-11-19T07:33:37.668" v="8482" actId="1076"/>
          <ac:spMkLst>
            <pc:docMk/>
            <pc:sldMk cId="1889703979" sldId="710"/>
            <ac:spMk id="16" creationId="{4E6BF69E-585F-F3F7-AC0F-A6E6C7E0712F}"/>
          </ac:spMkLst>
        </pc:spChg>
        <pc:spChg chg="add mod">
          <ac:chgData name="Juan Manuel Espejo Benitez" userId="cd6b1b0c-7009-4777-8b7e-cc126028f611" providerId="ADAL" clId="{2C8A5633-60A8-4DDD-943E-FF0C0A233573}" dt="2025-11-19T07:47:17.119" v="8513" actId="1076"/>
          <ac:spMkLst>
            <pc:docMk/>
            <pc:sldMk cId="1889703979" sldId="710"/>
            <ac:spMk id="21" creationId="{ECE6ABC4-8DB4-D630-97E5-55D9116BC9D6}"/>
          </ac:spMkLst>
        </pc:spChg>
        <pc:picChg chg="add mod">
          <ac:chgData name="Juan Manuel Espejo Benitez" userId="cd6b1b0c-7009-4777-8b7e-cc126028f611" providerId="ADAL" clId="{2C8A5633-60A8-4DDD-943E-FF0C0A233573}" dt="2025-11-19T07:28:44.750" v="8338" actId="1076"/>
          <ac:picMkLst>
            <pc:docMk/>
            <pc:sldMk cId="1889703979" sldId="710"/>
            <ac:picMk id="6" creationId="{586380AB-5AA2-4994-2617-243DC9BF322C}"/>
          </ac:picMkLst>
        </pc:picChg>
        <pc:picChg chg="add mod">
          <ac:chgData name="Juan Manuel Espejo Benitez" userId="cd6b1b0c-7009-4777-8b7e-cc126028f611" providerId="ADAL" clId="{2C8A5633-60A8-4DDD-943E-FF0C0A233573}" dt="2025-11-19T07:47:19.575" v="8514" actId="1076"/>
          <ac:picMkLst>
            <pc:docMk/>
            <pc:sldMk cId="1889703979" sldId="710"/>
            <ac:picMk id="18" creationId="{3D925779-E750-12F8-D4FD-B2C887FD7ACE}"/>
          </ac:picMkLst>
        </pc:picChg>
        <pc:picChg chg="add mod">
          <ac:chgData name="Juan Manuel Espejo Benitez" userId="cd6b1b0c-7009-4777-8b7e-cc126028f611" providerId="ADAL" clId="{2C8A5633-60A8-4DDD-943E-FF0C0A233573}" dt="2025-11-19T07:47:21.272" v="8515" actId="1076"/>
          <ac:picMkLst>
            <pc:docMk/>
            <pc:sldMk cId="1889703979" sldId="710"/>
            <ac:picMk id="19" creationId="{40EA0B81-1026-C655-B34F-B77BAFF00D58}"/>
          </ac:picMkLst>
        </pc:picChg>
      </pc:sldChg>
      <pc:sldChg chg="modSp add mod">
        <pc:chgData name="Juan Manuel Espejo Benitez" userId="cd6b1b0c-7009-4777-8b7e-cc126028f611" providerId="ADAL" clId="{2C8A5633-60A8-4DDD-943E-FF0C0A233573}" dt="2025-11-19T07:47:52.864" v="8522" actId="20577"/>
        <pc:sldMkLst>
          <pc:docMk/>
          <pc:sldMk cId="2392366091" sldId="711"/>
        </pc:sldMkLst>
        <pc:spChg chg="mod">
          <ac:chgData name="Juan Manuel Espejo Benitez" userId="cd6b1b0c-7009-4777-8b7e-cc126028f611" providerId="ADAL" clId="{2C8A5633-60A8-4DDD-943E-FF0C0A233573}" dt="2025-11-19T07:47:52.864" v="8522" actId="20577"/>
          <ac:spMkLst>
            <pc:docMk/>
            <pc:sldMk cId="2392366091" sldId="711"/>
            <ac:spMk id="4" creationId="{B76319D1-8284-CEBC-ED8A-E3F4FA2BB849}"/>
          </ac:spMkLst>
        </pc:spChg>
      </pc:sldChg>
      <pc:sldChg chg="addSp delSp modSp add mod">
        <pc:chgData name="Juan Manuel Espejo Benitez" userId="cd6b1b0c-7009-4777-8b7e-cc126028f611" providerId="ADAL" clId="{2C8A5633-60A8-4DDD-943E-FF0C0A233573}" dt="2025-11-19T08:04:58.857" v="8745" actId="478"/>
        <pc:sldMkLst>
          <pc:docMk/>
          <pc:sldMk cId="335335470" sldId="712"/>
        </pc:sldMkLst>
        <pc:spChg chg="add mod">
          <ac:chgData name="Juan Manuel Espejo Benitez" userId="cd6b1b0c-7009-4777-8b7e-cc126028f611" providerId="ADAL" clId="{2C8A5633-60A8-4DDD-943E-FF0C0A233573}" dt="2025-11-19T07:57:57.771" v="8654" actId="14100"/>
          <ac:spMkLst>
            <pc:docMk/>
            <pc:sldMk cId="335335470" sldId="712"/>
            <ac:spMk id="6" creationId="{52092C51-72C7-76CE-FA56-9DBBBD99E41E}"/>
          </ac:spMkLst>
        </pc:spChg>
        <pc:spChg chg="add mod">
          <ac:chgData name="Juan Manuel Espejo Benitez" userId="cd6b1b0c-7009-4777-8b7e-cc126028f611" providerId="ADAL" clId="{2C8A5633-60A8-4DDD-943E-FF0C0A233573}" dt="2025-11-19T07:59:44.326" v="8705" actId="1076"/>
          <ac:spMkLst>
            <pc:docMk/>
            <pc:sldMk cId="335335470" sldId="712"/>
            <ac:spMk id="15" creationId="{3D399528-18FB-C114-CCD3-0D42D6517A74}"/>
          </ac:spMkLst>
        </pc:spChg>
        <pc:spChg chg="add mod">
          <ac:chgData name="Juan Manuel Espejo Benitez" userId="cd6b1b0c-7009-4777-8b7e-cc126028f611" providerId="ADAL" clId="{2C8A5633-60A8-4DDD-943E-FF0C0A233573}" dt="2025-11-19T08:04:41.061" v="8739" actId="20577"/>
          <ac:spMkLst>
            <pc:docMk/>
            <pc:sldMk cId="335335470" sldId="712"/>
            <ac:spMk id="16" creationId="{179E8F55-0E5B-B725-04E1-98296832AC3B}"/>
          </ac:spMkLst>
        </pc:spChg>
        <pc:spChg chg="add mod">
          <ac:chgData name="Juan Manuel Espejo Benitez" userId="cd6b1b0c-7009-4777-8b7e-cc126028f611" providerId="ADAL" clId="{2C8A5633-60A8-4DDD-943E-FF0C0A233573}" dt="2025-11-19T08:04:45.587" v="8743" actId="20577"/>
          <ac:spMkLst>
            <pc:docMk/>
            <pc:sldMk cId="335335470" sldId="712"/>
            <ac:spMk id="17" creationId="{8F83205D-C038-5FC5-5275-A563B8EE9B38}"/>
          </ac:spMkLst>
        </pc:spChg>
        <pc:spChg chg="mod">
          <ac:chgData name="Juan Manuel Espejo Benitez" userId="cd6b1b0c-7009-4777-8b7e-cc126028f611" providerId="ADAL" clId="{2C8A5633-60A8-4DDD-943E-FF0C0A233573}" dt="2025-11-19T07:56:32.869" v="8633" actId="20577"/>
          <ac:spMkLst>
            <pc:docMk/>
            <pc:sldMk cId="335335470" sldId="712"/>
            <ac:spMk id="4099" creationId="{A728BB7A-D052-9C4A-D8AF-E56133CB3AC0}"/>
          </ac:spMkLst>
        </pc:spChg>
        <pc:picChg chg="add mod ord">
          <ac:chgData name="Juan Manuel Espejo Benitez" userId="cd6b1b0c-7009-4777-8b7e-cc126028f611" providerId="ADAL" clId="{2C8A5633-60A8-4DDD-943E-FF0C0A233573}" dt="2025-11-19T08:04:55.965" v="8744" actId="167"/>
          <ac:picMkLst>
            <pc:docMk/>
            <pc:sldMk cId="335335470" sldId="712"/>
            <ac:picMk id="2" creationId="{44166B34-44E7-BC83-F2D4-9ED0FFA76D5E}"/>
          </ac:picMkLst>
        </pc:picChg>
        <pc:cxnChg chg="add mod">
          <ac:chgData name="Juan Manuel Espejo Benitez" userId="cd6b1b0c-7009-4777-8b7e-cc126028f611" providerId="ADAL" clId="{2C8A5633-60A8-4DDD-943E-FF0C0A233573}" dt="2025-11-19T07:59:04.785" v="8667" actId="1582"/>
          <ac:cxnSpMkLst>
            <pc:docMk/>
            <pc:sldMk cId="335335470" sldId="712"/>
            <ac:cxnSpMk id="9" creationId="{53A4586D-DB43-0FCA-00F7-049E44792421}"/>
          </ac:cxnSpMkLst>
        </pc:cxnChg>
        <pc:cxnChg chg="add mod">
          <ac:chgData name="Juan Manuel Espejo Benitez" userId="cd6b1b0c-7009-4777-8b7e-cc126028f611" providerId="ADAL" clId="{2C8A5633-60A8-4DDD-943E-FF0C0A233573}" dt="2025-11-19T07:59:11.086" v="8668" actId="108"/>
          <ac:cxnSpMkLst>
            <pc:docMk/>
            <pc:sldMk cId="335335470" sldId="712"/>
            <ac:cxnSpMk id="12" creationId="{73BCCC9C-3A82-C7FF-9A34-D69D81C447AD}"/>
          </ac:cxnSpMkLst>
        </pc:cxnChg>
        <pc:cxnChg chg="add mod">
          <ac:chgData name="Juan Manuel Espejo Benitez" userId="cd6b1b0c-7009-4777-8b7e-cc126028f611" providerId="ADAL" clId="{2C8A5633-60A8-4DDD-943E-FF0C0A233573}" dt="2025-11-19T07:59:13.207" v="8669" actId="108"/>
          <ac:cxnSpMkLst>
            <pc:docMk/>
            <pc:sldMk cId="335335470" sldId="712"/>
            <ac:cxnSpMk id="14" creationId="{59AA6930-DB66-2D8C-10AB-786243B7F38B}"/>
          </ac:cxnSpMkLst>
        </pc:cxnChg>
      </pc:sldChg>
      <pc:sldMasterChg chg="delSldLayout">
        <pc:chgData name="Juan Manuel Espejo Benitez" userId="cd6b1b0c-7009-4777-8b7e-cc126028f611" providerId="ADAL" clId="{2C8A5633-60A8-4DDD-943E-FF0C0A233573}" dt="2025-11-17T17:21:08.660" v="7255" actId="47"/>
        <pc:sldMasterMkLst>
          <pc:docMk/>
          <pc:sldMasterMk cId="2971536965"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8AD7FA-58BD-4824-8D16-CECB194EEBB0}" type="datetimeFigureOut">
              <a:rPr lang="es-ES" smtClean="0"/>
              <a:t>23/11/2025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7AB3ED-E86A-4593-B54D-3A9B9CBD4AF7}" type="slidenum">
              <a:rPr lang="es-ES" smtClean="0"/>
              <a:t>‹Nº›</a:t>
            </a:fld>
            <a:endParaRPr lang="es-ES"/>
          </a:p>
        </p:txBody>
      </p:sp>
    </p:spTree>
    <p:extLst>
      <p:ext uri="{BB962C8B-B14F-4D97-AF65-F5344CB8AC3E}">
        <p14:creationId xmlns:p14="http://schemas.microsoft.com/office/powerpoint/2010/main" val="1667909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08C3A-12CD-97D7-F4E7-87E7385B8FC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03A419-89BB-C82D-F13A-D7B603AFB1C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59C8D67-9C56-EDAE-E637-B4102DC45DE5}"/>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5CE7D51C-A008-EAE0-4BC9-B99E7B124327}"/>
              </a:ext>
            </a:extLst>
          </p:cNvPr>
          <p:cNvSpPr>
            <a:spLocks noGrp="1"/>
          </p:cNvSpPr>
          <p:nvPr>
            <p:ph type="sldNum" sz="quarter" idx="10"/>
          </p:nvPr>
        </p:nvSpPr>
        <p:spPr/>
        <p:txBody>
          <a:bodyPr/>
          <a:lstStyle/>
          <a:p>
            <a:pPr>
              <a:defRPr/>
            </a:pPr>
            <a:fld id="{AA91DE3A-44BE-4090-8874-A7224E43D7C8}" type="slidenum">
              <a:rPr lang="es-ES" smtClean="0"/>
              <a:pPr>
                <a:defRPr/>
              </a:pPr>
              <a:t>2</a:t>
            </a:fld>
            <a:endParaRPr lang="es-ES"/>
          </a:p>
        </p:txBody>
      </p:sp>
    </p:spTree>
    <p:extLst>
      <p:ext uri="{BB962C8B-B14F-4D97-AF65-F5344CB8AC3E}">
        <p14:creationId xmlns:p14="http://schemas.microsoft.com/office/powerpoint/2010/main" val="10345577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788EA-71CB-C3D4-3389-32FFEE57234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E42671B-FE29-EF1F-DF3C-4F27D6571A9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69BFADD-19B3-84DC-D5F0-735B050640F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33D0FB2-7B2F-BF2A-70C5-D4731611ED5A}"/>
              </a:ext>
            </a:extLst>
          </p:cNvPr>
          <p:cNvSpPr>
            <a:spLocks noGrp="1"/>
          </p:cNvSpPr>
          <p:nvPr>
            <p:ph type="sldNum" sz="quarter" idx="5"/>
          </p:nvPr>
        </p:nvSpPr>
        <p:spPr/>
        <p:txBody>
          <a:bodyPr/>
          <a:lstStyle/>
          <a:p>
            <a:fld id="{A47AB3ED-E86A-4593-B54D-3A9B9CBD4AF7}" type="slidenum">
              <a:rPr lang="es-ES" smtClean="0"/>
              <a:t>3</a:t>
            </a:fld>
            <a:endParaRPr lang="es-ES"/>
          </a:p>
        </p:txBody>
      </p:sp>
    </p:spTree>
    <p:extLst>
      <p:ext uri="{BB962C8B-B14F-4D97-AF65-F5344CB8AC3E}">
        <p14:creationId xmlns:p14="http://schemas.microsoft.com/office/powerpoint/2010/main" val="18391237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D8FF7-9049-E774-A315-D997A8A413D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9E5FA95-A6DB-5808-E431-0AE1CA0D861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21ACDA9-7685-6BC8-F2D6-58248F1EACC3}"/>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F2DF70B-3071-0347-6812-7C06A390009B}"/>
              </a:ext>
            </a:extLst>
          </p:cNvPr>
          <p:cNvSpPr>
            <a:spLocks noGrp="1"/>
          </p:cNvSpPr>
          <p:nvPr>
            <p:ph type="sldNum" sz="quarter" idx="10"/>
          </p:nvPr>
        </p:nvSpPr>
        <p:spPr/>
        <p:txBody>
          <a:bodyPr/>
          <a:lstStyle/>
          <a:p>
            <a:pPr>
              <a:defRPr/>
            </a:pPr>
            <a:fld id="{AA91DE3A-44BE-4090-8874-A7224E43D7C8}" type="slidenum">
              <a:rPr lang="es-ES" smtClean="0"/>
              <a:pPr>
                <a:defRPr/>
              </a:pPr>
              <a:t>4</a:t>
            </a:fld>
            <a:endParaRPr lang="es-ES"/>
          </a:p>
        </p:txBody>
      </p:sp>
    </p:spTree>
    <p:extLst>
      <p:ext uri="{BB962C8B-B14F-4D97-AF65-F5344CB8AC3E}">
        <p14:creationId xmlns:p14="http://schemas.microsoft.com/office/powerpoint/2010/main" val="19160168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A59DA-79DD-4613-EFF4-3D5CB00A39A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1626F7F-5651-12D5-D23B-96010A91686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7DBB603-9902-1D2D-686C-5742C7254ED2}"/>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7C91442-366F-872A-C6E0-49FDDFA21B13}"/>
              </a:ext>
            </a:extLst>
          </p:cNvPr>
          <p:cNvSpPr>
            <a:spLocks noGrp="1"/>
          </p:cNvSpPr>
          <p:nvPr>
            <p:ph type="sldNum" sz="quarter" idx="10"/>
          </p:nvPr>
        </p:nvSpPr>
        <p:spPr/>
        <p:txBody>
          <a:bodyPr/>
          <a:lstStyle/>
          <a:p>
            <a:pPr>
              <a:defRPr/>
            </a:pPr>
            <a:fld id="{AA91DE3A-44BE-4090-8874-A7224E43D7C8}" type="slidenum">
              <a:rPr lang="es-ES" smtClean="0"/>
              <a:pPr>
                <a:defRPr/>
              </a:pPr>
              <a:t>5</a:t>
            </a:fld>
            <a:endParaRPr lang="es-ES"/>
          </a:p>
        </p:txBody>
      </p:sp>
    </p:spTree>
    <p:extLst>
      <p:ext uri="{BB962C8B-B14F-4D97-AF65-F5344CB8AC3E}">
        <p14:creationId xmlns:p14="http://schemas.microsoft.com/office/powerpoint/2010/main" val="35019224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28880-A74F-B430-E500-7571A483EA1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3A17DAE-F457-1EFA-ECAC-B3373852AB4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0BFAFB5-8E02-42F8-2FA1-FD60D6D07AF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172D8B7-2427-4482-DD8C-3AB203E387D5}"/>
              </a:ext>
            </a:extLst>
          </p:cNvPr>
          <p:cNvSpPr>
            <a:spLocks noGrp="1"/>
          </p:cNvSpPr>
          <p:nvPr>
            <p:ph type="sldNum" sz="quarter" idx="5"/>
          </p:nvPr>
        </p:nvSpPr>
        <p:spPr/>
        <p:txBody>
          <a:bodyPr/>
          <a:lstStyle/>
          <a:p>
            <a:fld id="{A47AB3ED-E86A-4593-B54D-3A9B9CBD4AF7}" type="slidenum">
              <a:rPr lang="es-ES" smtClean="0"/>
              <a:t>6</a:t>
            </a:fld>
            <a:endParaRPr lang="es-ES"/>
          </a:p>
        </p:txBody>
      </p:sp>
    </p:spTree>
    <p:extLst>
      <p:ext uri="{BB962C8B-B14F-4D97-AF65-F5344CB8AC3E}">
        <p14:creationId xmlns:p14="http://schemas.microsoft.com/office/powerpoint/2010/main" val="26550279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67057-846E-C8A2-98C7-129430C6F3A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8B38A0D-BF20-075A-F54B-A4BFF534070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6568A50-3930-F15C-BF7D-D8BD3A3BCB63}"/>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7FEBF516-D9E0-5D12-88EE-2D1CA95B1537}"/>
              </a:ext>
            </a:extLst>
          </p:cNvPr>
          <p:cNvSpPr>
            <a:spLocks noGrp="1"/>
          </p:cNvSpPr>
          <p:nvPr>
            <p:ph type="sldNum" sz="quarter" idx="10"/>
          </p:nvPr>
        </p:nvSpPr>
        <p:spPr/>
        <p:txBody>
          <a:bodyPr/>
          <a:lstStyle/>
          <a:p>
            <a:pPr>
              <a:defRPr/>
            </a:pPr>
            <a:fld id="{AA91DE3A-44BE-4090-8874-A7224E43D7C8}" type="slidenum">
              <a:rPr lang="es-ES" smtClean="0"/>
              <a:pPr>
                <a:defRPr/>
              </a:pPr>
              <a:t>7</a:t>
            </a:fld>
            <a:endParaRPr lang="es-ES"/>
          </a:p>
        </p:txBody>
      </p:sp>
    </p:spTree>
    <p:extLst>
      <p:ext uri="{BB962C8B-B14F-4D97-AF65-F5344CB8AC3E}">
        <p14:creationId xmlns:p14="http://schemas.microsoft.com/office/powerpoint/2010/main" val="31054889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BA6AE-B398-2079-1808-6773CD00465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23878B1-BA97-F132-E6E4-986BCB268B0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0C86F42-FAF8-380D-FD55-7137EC948AFB}"/>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C188868-43A1-2D86-7DA1-4461604F7680}"/>
              </a:ext>
            </a:extLst>
          </p:cNvPr>
          <p:cNvSpPr>
            <a:spLocks noGrp="1"/>
          </p:cNvSpPr>
          <p:nvPr>
            <p:ph type="sldNum" sz="quarter" idx="10"/>
          </p:nvPr>
        </p:nvSpPr>
        <p:spPr/>
        <p:txBody>
          <a:bodyPr/>
          <a:lstStyle/>
          <a:p>
            <a:pPr>
              <a:defRPr/>
            </a:pPr>
            <a:fld id="{AA91DE3A-44BE-4090-8874-A7224E43D7C8}" type="slidenum">
              <a:rPr lang="es-ES" smtClean="0"/>
              <a:pPr>
                <a:defRPr/>
              </a:pPr>
              <a:t>8</a:t>
            </a:fld>
            <a:endParaRPr lang="es-ES"/>
          </a:p>
        </p:txBody>
      </p:sp>
    </p:spTree>
    <p:extLst>
      <p:ext uri="{BB962C8B-B14F-4D97-AF65-F5344CB8AC3E}">
        <p14:creationId xmlns:p14="http://schemas.microsoft.com/office/powerpoint/2010/main" val="29910179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27453-A0A6-CC9C-1CCC-35A016826B5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463178-C938-C95F-4F37-897789C5730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5AB9E28-B17A-B157-5FEB-9E7C2EC1240D}"/>
              </a:ext>
            </a:extLst>
          </p:cNvPr>
          <p:cNvSpPr>
            <a:spLocks noGrp="1"/>
          </p:cNvSpPr>
          <p:nvPr>
            <p:ph type="body" idx="1"/>
          </p:nvPr>
        </p:nvSpPr>
        <p:spPr/>
        <p:txBody>
          <a:bodyPr/>
          <a:lstStyle/>
          <a:p>
            <a:r>
              <a:rPr lang="es-ES" dirty="0"/>
              <a:t>https://www.juntadeandalucia.es/organismos/sae/areas/mejora-empleabilidad/practicas-empresas.html</a:t>
            </a:r>
          </a:p>
        </p:txBody>
      </p:sp>
      <p:sp>
        <p:nvSpPr>
          <p:cNvPr id="4" name="Marcador de número de diapositiva 3">
            <a:extLst>
              <a:ext uri="{FF2B5EF4-FFF2-40B4-BE49-F238E27FC236}">
                <a16:creationId xmlns:a16="http://schemas.microsoft.com/office/drawing/2014/main" id="{BD511434-D0C9-D17B-5075-513A74CBD5F9}"/>
              </a:ext>
            </a:extLst>
          </p:cNvPr>
          <p:cNvSpPr>
            <a:spLocks noGrp="1"/>
          </p:cNvSpPr>
          <p:nvPr>
            <p:ph type="sldNum" sz="quarter" idx="10"/>
          </p:nvPr>
        </p:nvSpPr>
        <p:spPr/>
        <p:txBody>
          <a:bodyPr/>
          <a:lstStyle/>
          <a:p>
            <a:pPr>
              <a:defRPr/>
            </a:pPr>
            <a:fld id="{AA91DE3A-44BE-4090-8874-A7224E43D7C8}" type="slidenum">
              <a:rPr lang="es-ES" smtClean="0"/>
              <a:pPr>
                <a:defRPr/>
              </a:pPr>
              <a:t>9</a:t>
            </a:fld>
            <a:endParaRPr lang="es-ES"/>
          </a:p>
        </p:txBody>
      </p:sp>
    </p:spTree>
    <p:extLst>
      <p:ext uri="{BB962C8B-B14F-4D97-AF65-F5344CB8AC3E}">
        <p14:creationId xmlns:p14="http://schemas.microsoft.com/office/powerpoint/2010/main" val="6812980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BCE3A-7689-1E2A-75F1-E5161C2BB02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2BEBCFF-66B8-A7E1-11C0-5C0D7903E05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D547AC0-EEA2-B7D4-E6C0-D6DFB8F6C0F6}"/>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B86789B7-42E5-DEBC-BD4D-69E5479C6EBF}"/>
              </a:ext>
            </a:extLst>
          </p:cNvPr>
          <p:cNvSpPr>
            <a:spLocks noGrp="1"/>
          </p:cNvSpPr>
          <p:nvPr>
            <p:ph type="sldNum" sz="quarter" idx="10"/>
          </p:nvPr>
        </p:nvSpPr>
        <p:spPr/>
        <p:txBody>
          <a:bodyPr/>
          <a:lstStyle/>
          <a:p>
            <a:pPr>
              <a:defRPr/>
            </a:pPr>
            <a:fld id="{AA91DE3A-44BE-4090-8874-A7224E43D7C8}" type="slidenum">
              <a:rPr lang="es-ES" smtClean="0"/>
              <a:pPr>
                <a:defRPr/>
              </a:pPr>
              <a:t>10</a:t>
            </a:fld>
            <a:endParaRPr lang="es-ES"/>
          </a:p>
        </p:txBody>
      </p:sp>
    </p:spTree>
    <p:extLst>
      <p:ext uri="{BB962C8B-B14F-4D97-AF65-F5344CB8AC3E}">
        <p14:creationId xmlns:p14="http://schemas.microsoft.com/office/powerpoint/2010/main" val="5275299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4B645-7E58-1BE6-FFAE-D6F2E1829CD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41BEF4F-6CFD-56E7-668A-23256E36CB7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E66AA46-25CE-AE46-862E-66A41BD36A2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C5D5150-DADE-4519-F29C-7A9CA93A945C}"/>
              </a:ext>
            </a:extLst>
          </p:cNvPr>
          <p:cNvSpPr>
            <a:spLocks noGrp="1"/>
          </p:cNvSpPr>
          <p:nvPr>
            <p:ph type="sldNum" sz="quarter" idx="10"/>
          </p:nvPr>
        </p:nvSpPr>
        <p:spPr/>
        <p:txBody>
          <a:bodyPr/>
          <a:lstStyle/>
          <a:p>
            <a:pPr>
              <a:defRPr/>
            </a:pPr>
            <a:fld id="{AA91DE3A-44BE-4090-8874-A7224E43D7C8}" type="slidenum">
              <a:rPr lang="es-ES" smtClean="0"/>
              <a:pPr>
                <a:defRPr/>
              </a:pPr>
              <a:t>11</a:t>
            </a:fld>
            <a:endParaRPr lang="es-ES"/>
          </a:p>
        </p:txBody>
      </p:sp>
    </p:spTree>
    <p:extLst>
      <p:ext uri="{BB962C8B-B14F-4D97-AF65-F5344CB8AC3E}">
        <p14:creationId xmlns:p14="http://schemas.microsoft.com/office/powerpoint/2010/main" val="19833698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26B32-E17B-5FD5-B145-9A2E9BF430A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16A1E2B-B395-1506-4983-793217BE5AA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E5F17DF-0271-1BF4-BA7F-E35E870418E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BC73274-BFF2-92B4-12CF-91125D71DA63}"/>
              </a:ext>
            </a:extLst>
          </p:cNvPr>
          <p:cNvSpPr>
            <a:spLocks noGrp="1"/>
          </p:cNvSpPr>
          <p:nvPr>
            <p:ph type="sldNum" sz="quarter" idx="10"/>
          </p:nvPr>
        </p:nvSpPr>
        <p:spPr/>
        <p:txBody>
          <a:bodyPr/>
          <a:lstStyle/>
          <a:p>
            <a:pPr>
              <a:defRPr/>
            </a:pPr>
            <a:fld id="{AA91DE3A-44BE-4090-8874-A7224E43D7C8}" type="slidenum">
              <a:rPr lang="es-ES" smtClean="0"/>
              <a:pPr>
                <a:defRPr/>
              </a:pPr>
              <a:t>12</a:t>
            </a:fld>
            <a:endParaRPr lang="es-ES"/>
          </a:p>
        </p:txBody>
      </p:sp>
    </p:spTree>
    <p:extLst>
      <p:ext uri="{BB962C8B-B14F-4D97-AF65-F5344CB8AC3E}">
        <p14:creationId xmlns:p14="http://schemas.microsoft.com/office/powerpoint/2010/main" val="27352869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6EA1C-FD4E-2C36-2F93-89F1109A961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976B04D-01EC-81C5-A2A5-193BC9C909D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4DBA977-C471-D7CB-255C-5E6E0BD7A7C1}"/>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0790870-825B-3E7F-B738-7DDD72760737}"/>
              </a:ext>
            </a:extLst>
          </p:cNvPr>
          <p:cNvSpPr>
            <a:spLocks noGrp="1"/>
          </p:cNvSpPr>
          <p:nvPr>
            <p:ph type="sldNum" sz="quarter" idx="10"/>
          </p:nvPr>
        </p:nvSpPr>
        <p:spPr/>
        <p:txBody>
          <a:bodyPr/>
          <a:lstStyle/>
          <a:p>
            <a:pPr>
              <a:defRPr/>
            </a:pPr>
            <a:fld id="{AA91DE3A-44BE-4090-8874-A7224E43D7C8}" type="slidenum">
              <a:rPr lang="es-ES" smtClean="0"/>
              <a:pPr>
                <a:defRPr/>
              </a:pPr>
              <a:t>13</a:t>
            </a:fld>
            <a:endParaRPr lang="es-ES"/>
          </a:p>
        </p:txBody>
      </p:sp>
    </p:spTree>
    <p:extLst>
      <p:ext uri="{BB962C8B-B14F-4D97-AF65-F5344CB8AC3E}">
        <p14:creationId xmlns:p14="http://schemas.microsoft.com/office/powerpoint/2010/main" val="9716354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76A35-52CF-D00D-01F1-C78642F9005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557DDFF-4C2E-C015-6936-9C2016E7EF9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ECF436-6471-62F7-DC26-07E146AF145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6B983D7-0B6F-5364-630F-6F191150783A}"/>
              </a:ext>
            </a:extLst>
          </p:cNvPr>
          <p:cNvSpPr>
            <a:spLocks noGrp="1"/>
          </p:cNvSpPr>
          <p:nvPr>
            <p:ph type="sldNum" sz="quarter" idx="10"/>
          </p:nvPr>
        </p:nvSpPr>
        <p:spPr/>
        <p:txBody>
          <a:bodyPr/>
          <a:lstStyle/>
          <a:p>
            <a:pPr>
              <a:defRPr/>
            </a:pPr>
            <a:fld id="{AA91DE3A-44BE-4090-8874-A7224E43D7C8}" type="slidenum">
              <a:rPr lang="es-ES" smtClean="0"/>
              <a:pPr>
                <a:defRPr/>
              </a:pPr>
              <a:t>14</a:t>
            </a:fld>
            <a:endParaRPr lang="es-ES"/>
          </a:p>
        </p:txBody>
      </p:sp>
    </p:spTree>
    <p:extLst>
      <p:ext uri="{BB962C8B-B14F-4D97-AF65-F5344CB8AC3E}">
        <p14:creationId xmlns:p14="http://schemas.microsoft.com/office/powerpoint/2010/main" val="30986012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27799-7519-EEBD-9DE6-C6E7D9AB648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B49105D-33CB-A33C-1347-C3A06F09F48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9F30483-504F-9220-91D9-D7C94317DFF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1539435-60FB-2C82-1242-38F10FC03C6B}"/>
              </a:ext>
            </a:extLst>
          </p:cNvPr>
          <p:cNvSpPr>
            <a:spLocks noGrp="1"/>
          </p:cNvSpPr>
          <p:nvPr>
            <p:ph type="sldNum" sz="quarter" idx="10"/>
          </p:nvPr>
        </p:nvSpPr>
        <p:spPr/>
        <p:txBody>
          <a:bodyPr/>
          <a:lstStyle/>
          <a:p>
            <a:pPr>
              <a:defRPr/>
            </a:pPr>
            <a:fld id="{AA91DE3A-44BE-4090-8874-A7224E43D7C8}" type="slidenum">
              <a:rPr lang="es-ES" smtClean="0"/>
              <a:pPr>
                <a:defRPr/>
              </a:pPr>
              <a:t>15</a:t>
            </a:fld>
            <a:endParaRPr lang="es-ES"/>
          </a:p>
        </p:txBody>
      </p:sp>
    </p:spTree>
    <p:extLst>
      <p:ext uri="{BB962C8B-B14F-4D97-AF65-F5344CB8AC3E}">
        <p14:creationId xmlns:p14="http://schemas.microsoft.com/office/powerpoint/2010/main" val="36503511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E7124-A662-2784-FE48-9D3B083E8B6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493E8BB-9AB4-79C8-7870-19D55449EBF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9AAC4AB-D476-5A22-25BE-55F1F8E760B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569B236-92AD-29E7-30F8-31928E8D854D}"/>
              </a:ext>
            </a:extLst>
          </p:cNvPr>
          <p:cNvSpPr>
            <a:spLocks noGrp="1"/>
          </p:cNvSpPr>
          <p:nvPr>
            <p:ph type="sldNum" sz="quarter" idx="5"/>
          </p:nvPr>
        </p:nvSpPr>
        <p:spPr/>
        <p:txBody>
          <a:bodyPr/>
          <a:lstStyle/>
          <a:p>
            <a:fld id="{A47AB3ED-E86A-4593-B54D-3A9B9CBD4AF7}" type="slidenum">
              <a:rPr lang="es-ES" smtClean="0"/>
              <a:t>16</a:t>
            </a:fld>
            <a:endParaRPr lang="es-ES"/>
          </a:p>
        </p:txBody>
      </p:sp>
    </p:spTree>
    <p:extLst>
      <p:ext uri="{BB962C8B-B14F-4D97-AF65-F5344CB8AC3E}">
        <p14:creationId xmlns:p14="http://schemas.microsoft.com/office/powerpoint/2010/main" val="27328555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1873D-3F5C-498E-D1C0-DCF356AD7DA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6103837-EFEB-177B-1140-8BD32A90688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52F6E9E-1526-3FD0-7B2D-F8B36F04E06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502A836C-48DC-D3BB-0776-639FF5F73428}"/>
              </a:ext>
            </a:extLst>
          </p:cNvPr>
          <p:cNvSpPr>
            <a:spLocks noGrp="1"/>
          </p:cNvSpPr>
          <p:nvPr>
            <p:ph type="sldNum" sz="quarter" idx="10"/>
          </p:nvPr>
        </p:nvSpPr>
        <p:spPr/>
        <p:txBody>
          <a:bodyPr/>
          <a:lstStyle/>
          <a:p>
            <a:pPr>
              <a:defRPr/>
            </a:pPr>
            <a:fld id="{AA91DE3A-44BE-4090-8874-A7224E43D7C8}" type="slidenum">
              <a:rPr lang="es-ES" smtClean="0"/>
              <a:pPr>
                <a:defRPr/>
              </a:pPr>
              <a:t>17</a:t>
            </a:fld>
            <a:endParaRPr lang="es-ES"/>
          </a:p>
        </p:txBody>
      </p:sp>
    </p:spTree>
    <p:extLst>
      <p:ext uri="{BB962C8B-B14F-4D97-AF65-F5344CB8AC3E}">
        <p14:creationId xmlns:p14="http://schemas.microsoft.com/office/powerpoint/2010/main" val="5145901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A4B76-E631-B80A-BCD9-15E45D51771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D0500CA-077E-1BC3-5405-B18CB9BA5C2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E6EBEA-C955-F035-D50D-7D936D02C73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B367CA8-7953-75D2-75DD-5A09AE157EA9}"/>
              </a:ext>
            </a:extLst>
          </p:cNvPr>
          <p:cNvSpPr>
            <a:spLocks noGrp="1"/>
          </p:cNvSpPr>
          <p:nvPr>
            <p:ph type="sldNum" sz="quarter" idx="10"/>
          </p:nvPr>
        </p:nvSpPr>
        <p:spPr/>
        <p:txBody>
          <a:bodyPr/>
          <a:lstStyle/>
          <a:p>
            <a:pPr>
              <a:defRPr/>
            </a:pPr>
            <a:fld id="{AA91DE3A-44BE-4090-8874-A7224E43D7C8}" type="slidenum">
              <a:rPr lang="es-ES" smtClean="0"/>
              <a:pPr>
                <a:defRPr/>
              </a:pPr>
              <a:t>18</a:t>
            </a:fld>
            <a:endParaRPr lang="es-ES"/>
          </a:p>
        </p:txBody>
      </p:sp>
    </p:spTree>
    <p:extLst>
      <p:ext uri="{BB962C8B-B14F-4D97-AF65-F5344CB8AC3E}">
        <p14:creationId xmlns:p14="http://schemas.microsoft.com/office/powerpoint/2010/main" val="33928518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7B3C1-26AD-2AD2-1B1C-0CF081D4C45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045A195-932F-44F9-DE2F-92648EFE659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5735596-DD28-DC9B-D412-FA93CE9D47A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26932E7-1F78-46E1-FCCA-DA7E4D10F058}"/>
              </a:ext>
            </a:extLst>
          </p:cNvPr>
          <p:cNvSpPr>
            <a:spLocks noGrp="1"/>
          </p:cNvSpPr>
          <p:nvPr>
            <p:ph type="sldNum" sz="quarter" idx="10"/>
          </p:nvPr>
        </p:nvSpPr>
        <p:spPr/>
        <p:txBody>
          <a:bodyPr/>
          <a:lstStyle/>
          <a:p>
            <a:pPr>
              <a:defRPr/>
            </a:pPr>
            <a:fld id="{AA91DE3A-44BE-4090-8874-A7224E43D7C8}" type="slidenum">
              <a:rPr lang="es-ES" smtClean="0"/>
              <a:pPr>
                <a:defRPr/>
              </a:pPr>
              <a:t>19</a:t>
            </a:fld>
            <a:endParaRPr lang="es-ES"/>
          </a:p>
        </p:txBody>
      </p:sp>
    </p:spTree>
    <p:extLst>
      <p:ext uri="{BB962C8B-B14F-4D97-AF65-F5344CB8AC3E}">
        <p14:creationId xmlns:p14="http://schemas.microsoft.com/office/powerpoint/2010/main" val="3149086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BCA27-3B79-7E86-2382-E4CDCB8B486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AAA3A5E-EB85-768A-0CE4-C7BC8BEAC70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0CBD99B-D243-406C-8A03-FCC15B878D0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710C5C2-1995-C444-A480-74D89B4C6842}"/>
              </a:ext>
            </a:extLst>
          </p:cNvPr>
          <p:cNvSpPr>
            <a:spLocks noGrp="1"/>
          </p:cNvSpPr>
          <p:nvPr>
            <p:ph type="sldNum" sz="quarter" idx="10"/>
          </p:nvPr>
        </p:nvSpPr>
        <p:spPr/>
        <p:txBody>
          <a:bodyPr/>
          <a:lstStyle/>
          <a:p>
            <a:pPr>
              <a:defRPr/>
            </a:pPr>
            <a:fld id="{AA91DE3A-44BE-4090-8874-A7224E43D7C8}" type="slidenum">
              <a:rPr lang="es-ES" smtClean="0"/>
              <a:pPr>
                <a:defRPr/>
              </a:pPr>
              <a:t>20</a:t>
            </a:fld>
            <a:endParaRPr lang="es-ES"/>
          </a:p>
        </p:txBody>
      </p:sp>
    </p:spTree>
    <p:extLst>
      <p:ext uri="{BB962C8B-B14F-4D97-AF65-F5344CB8AC3E}">
        <p14:creationId xmlns:p14="http://schemas.microsoft.com/office/powerpoint/2010/main" val="41444039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978DA-29A0-BE20-4E14-A1C435FC44F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6D159A-146A-E6A6-C6F4-ADFBA4B8842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99D9417-81AD-B986-020A-9ECB29227573}"/>
              </a:ext>
            </a:extLst>
          </p:cNvPr>
          <p:cNvSpPr>
            <a:spLocks noGrp="1"/>
          </p:cNvSpPr>
          <p:nvPr>
            <p:ph type="body" idx="1"/>
          </p:nvPr>
        </p:nvSpPr>
        <p:spPr/>
        <p:txBody>
          <a:bodyPr/>
          <a:lstStyle/>
          <a:p>
            <a:r>
              <a:rPr lang="es-ES" dirty="0">
                <a:effectLst/>
              </a:rPr>
              <a:t>La última reforma laboral en España que reduce la contratación temporal es la aprobada en 2021 (Real Decreto-ley 32/2021)</a:t>
            </a:r>
            <a:r>
              <a:rPr lang="es-ES" sz="1200" b="0" i="0" kern="1200" dirty="0">
                <a:solidFill>
                  <a:schemeClr val="tx1"/>
                </a:solidFill>
                <a:effectLst/>
                <a:latin typeface="+mn-lt"/>
                <a:ea typeface="+mn-ea"/>
                <a:cs typeface="+mn-cs"/>
              </a:rPr>
              <a:t>. Esta reforma ha buscado principalmente fomentar la contratación indefinida y limitar el uso de los contratos temporales, eliminando el contrato por obra o servicio y derogando el contrato de interinidad. Establece nuevas condiciones para contratos de formación y de circunstancias de la producción, y fomenta el contrato fijo-discontinuo. </a:t>
            </a:r>
          </a:p>
          <a:p>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El espíritu de dicha normativa es la de evitar la temporalidad en la contratación, y para ello lo que se pretende, y así lo recoge el propio Real Decreto-Ley es establecer como regla general el carácter indefinido de los contratos de trabajo, recogiendo, sólo con carácter excepcional, algunos tipos de contrato temporales.  Así, el Estatuto de los Trabajadores, modificado por este Real Decreto en su artículo 15 en su apartado 1, queda redactado del siguiente modo:</a:t>
            </a:r>
          </a:p>
          <a:p>
            <a:endParaRPr lang="es-ES" sz="1200" b="0" i="0" kern="1200" dirty="0">
              <a:solidFill>
                <a:schemeClr val="tx1"/>
              </a:solidFill>
              <a:effectLst/>
              <a:latin typeface="+mn-lt"/>
              <a:ea typeface="+mn-ea"/>
              <a:cs typeface="+mn-cs"/>
            </a:endParaRPr>
          </a:p>
          <a:p>
            <a:r>
              <a:rPr lang="es-ES" sz="1200" b="0" i="1" kern="1200" dirty="0">
                <a:solidFill>
                  <a:schemeClr val="tx1"/>
                </a:solidFill>
                <a:effectLst/>
                <a:latin typeface="+mn-lt"/>
                <a:ea typeface="+mn-ea"/>
                <a:cs typeface="+mn-cs"/>
              </a:rPr>
              <a:t>“Artículo 15. Duración del contrato de trabajo</a:t>
            </a:r>
            <a:r>
              <a:rPr lang="es-ES" sz="1200" b="0" i="0" kern="1200" dirty="0">
                <a:solidFill>
                  <a:schemeClr val="tx1"/>
                </a:solidFill>
                <a:effectLst/>
                <a:latin typeface="+mn-lt"/>
                <a:ea typeface="+mn-ea"/>
                <a:cs typeface="+mn-cs"/>
              </a:rPr>
              <a:t>: </a:t>
            </a:r>
            <a:r>
              <a:rPr lang="es-ES" sz="1200" b="0" i="1" kern="1200" dirty="0">
                <a:solidFill>
                  <a:schemeClr val="tx1"/>
                </a:solidFill>
                <a:effectLst/>
                <a:latin typeface="+mn-lt"/>
                <a:ea typeface="+mn-ea"/>
                <a:cs typeface="+mn-cs"/>
              </a:rPr>
              <a:t>El contrato de trabajo se presume concertado por tiempo indefinido.</a:t>
            </a:r>
            <a:endParaRPr lang="es-ES" sz="1200" b="0" i="0" kern="1200" dirty="0">
              <a:solidFill>
                <a:schemeClr val="tx1"/>
              </a:solidFill>
              <a:effectLst/>
              <a:latin typeface="+mn-lt"/>
              <a:ea typeface="+mn-ea"/>
              <a:cs typeface="+mn-cs"/>
            </a:endParaRPr>
          </a:p>
          <a:p>
            <a:r>
              <a:rPr lang="es-ES" sz="1200" b="0" i="1" kern="1200" dirty="0">
                <a:solidFill>
                  <a:schemeClr val="tx1"/>
                </a:solidFill>
                <a:effectLst/>
                <a:latin typeface="+mn-lt"/>
                <a:ea typeface="+mn-ea"/>
                <a:cs typeface="+mn-cs"/>
              </a:rPr>
              <a:t>El contrato de trabajo de duración determinada solo podrá celebrarse por circunstancias de la producción o por sustitución de persona trabajadora.</a:t>
            </a:r>
            <a:endParaRPr lang="es-ES" sz="1200" b="0" i="0" kern="1200" dirty="0">
              <a:solidFill>
                <a:schemeClr val="tx1"/>
              </a:solidFill>
              <a:effectLst/>
              <a:latin typeface="+mn-lt"/>
              <a:ea typeface="+mn-ea"/>
              <a:cs typeface="+mn-cs"/>
            </a:endParaRPr>
          </a:p>
          <a:p>
            <a:r>
              <a:rPr lang="es-ES" sz="1200" b="0" i="1" kern="1200" dirty="0">
                <a:solidFill>
                  <a:schemeClr val="tx1"/>
                </a:solidFill>
                <a:effectLst/>
                <a:latin typeface="+mn-lt"/>
                <a:ea typeface="+mn-ea"/>
                <a:cs typeface="+mn-cs"/>
              </a:rPr>
              <a:t>Para que se entienda que concurre causa justificada de temporalidad será necesario que se especifiquen con precisión en el contrato la causa habilitante de la contratación temporal, las circunstancias concretas que la justifican y su conexión con la duración prevista…”</a:t>
            </a:r>
            <a:endParaRPr lang="es-ES" sz="1200" b="0" i="0" kern="1200" dirty="0">
              <a:solidFill>
                <a:schemeClr val="tx1"/>
              </a:solidFill>
              <a:effectLst/>
              <a:latin typeface="+mn-lt"/>
              <a:ea typeface="+mn-ea"/>
              <a:cs typeface="+mn-cs"/>
            </a:endParaRPr>
          </a:p>
          <a:p>
            <a:endParaRPr lang="es-ES" dirty="0"/>
          </a:p>
        </p:txBody>
      </p:sp>
      <p:sp>
        <p:nvSpPr>
          <p:cNvPr id="4" name="Marcador de número de diapositiva 3">
            <a:extLst>
              <a:ext uri="{FF2B5EF4-FFF2-40B4-BE49-F238E27FC236}">
                <a16:creationId xmlns:a16="http://schemas.microsoft.com/office/drawing/2014/main" id="{9E407DD0-4670-EC4F-14C3-1E48426B342E}"/>
              </a:ext>
            </a:extLst>
          </p:cNvPr>
          <p:cNvSpPr>
            <a:spLocks noGrp="1"/>
          </p:cNvSpPr>
          <p:nvPr>
            <p:ph type="sldNum" sz="quarter" idx="10"/>
          </p:nvPr>
        </p:nvSpPr>
        <p:spPr/>
        <p:txBody>
          <a:bodyPr/>
          <a:lstStyle/>
          <a:p>
            <a:pPr>
              <a:defRPr/>
            </a:pPr>
            <a:fld id="{AA91DE3A-44BE-4090-8874-A7224E43D7C8}" type="slidenum">
              <a:rPr lang="es-ES" smtClean="0"/>
              <a:pPr>
                <a:defRPr/>
              </a:pPr>
              <a:t>21</a:t>
            </a:fld>
            <a:endParaRPr lang="es-ES"/>
          </a:p>
        </p:txBody>
      </p:sp>
    </p:spTree>
    <p:extLst>
      <p:ext uri="{BB962C8B-B14F-4D97-AF65-F5344CB8AC3E}">
        <p14:creationId xmlns:p14="http://schemas.microsoft.com/office/powerpoint/2010/main" val="22981592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02E64-7A15-51E2-8B55-CC7C66C55AC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E48E95E-7E04-F56C-E6B3-B5AAB1E90F6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9E49DEF-3A90-85EB-8ABE-FADD0E007D29}"/>
              </a:ext>
            </a:extLst>
          </p:cNvPr>
          <p:cNvSpPr>
            <a:spLocks noGrp="1"/>
          </p:cNvSpPr>
          <p:nvPr>
            <p:ph type="body" idx="1"/>
          </p:nvPr>
        </p:nvSpPr>
        <p:spPr/>
        <p:txBody>
          <a:bodyPr/>
          <a:lstStyle/>
          <a:p>
            <a:r>
              <a:rPr lang="es-ES" dirty="0"/>
              <a:t>https://www.juntadeandalucia.es/organismos/empleoempresaytrabajoautonomo/areas/empleo/mejora-empleo/centros-especiales.html</a:t>
            </a:r>
          </a:p>
        </p:txBody>
      </p:sp>
      <p:sp>
        <p:nvSpPr>
          <p:cNvPr id="4" name="Marcador de número de diapositiva 3">
            <a:extLst>
              <a:ext uri="{FF2B5EF4-FFF2-40B4-BE49-F238E27FC236}">
                <a16:creationId xmlns:a16="http://schemas.microsoft.com/office/drawing/2014/main" id="{911D26D1-AAEA-6C82-6DC0-286A1A7F968F}"/>
              </a:ext>
            </a:extLst>
          </p:cNvPr>
          <p:cNvSpPr>
            <a:spLocks noGrp="1"/>
          </p:cNvSpPr>
          <p:nvPr>
            <p:ph type="sldNum" sz="quarter" idx="10"/>
          </p:nvPr>
        </p:nvSpPr>
        <p:spPr/>
        <p:txBody>
          <a:bodyPr/>
          <a:lstStyle/>
          <a:p>
            <a:pPr>
              <a:defRPr/>
            </a:pPr>
            <a:fld id="{AA91DE3A-44BE-4090-8874-A7224E43D7C8}" type="slidenum">
              <a:rPr lang="es-ES" smtClean="0"/>
              <a:pPr>
                <a:defRPr/>
              </a:pPr>
              <a:t>22</a:t>
            </a:fld>
            <a:endParaRPr lang="es-ES"/>
          </a:p>
        </p:txBody>
      </p:sp>
    </p:spTree>
    <p:extLst>
      <p:ext uri="{BB962C8B-B14F-4D97-AF65-F5344CB8AC3E}">
        <p14:creationId xmlns:p14="http://schemas.microsoft.com/office/powerpoint/2010/main" val="10877216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45E65-4A55-A36B-9B84-59D4476AF5F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CDB1C1-B507-77CA-31E6-86C0BFE350D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ACE2F17-060E-45D0-71CF-93BF4C5C86B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9229187-8E40-D466-26B5-278717C14B9B}"/>
              </a:ext>
            </a:extLst>
          </p:cNvPr>
          <p:cNvSpPr>
            <a:spLocks noGrp="1"/>
          </p:cNvSpPr>
          <p:nvPr>
            <p:ph type="sldNum" sz="quarter" idx="10"/>
          </p:nvPr>
        </p:nvSpPr>
        <p:spPr/>
        <p:txBody>
          <a:bodyPr/>
          <a:lstStyle/>
          <a:p>
            <a:pPr>
              <a:defRPr/>
            </a:pPr>
            <a:fld id="{AA91DE3A-44BE-4090-8874-A7224E43D7C8}" type="slidenum">
              <a:rPr lang="es-ES" smtClean="0"/>
              <a:pPr>
                <a:defRPr/>
              </a:pPr>
              <a:t>23</a:t>
            </a:fld>
            <a:endParaRPr lang="es-ES"/>
          </a:p>
        </p:txBody>
      </p:sp>
    </p:spTree>
    <p:extLst>
      <p:ext uri="{BB962C8B-B14F-4D97-AF65-F5344CB8AC3E}">
        <p14:creationId xmlns:p14="http://schemas.microsoft.com/office/powerpoint/2010/main" val="29135328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E0B76-6959-3152-AF3B-0EC7FFD4623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C28DC73-CE03-9C3E-6C3C-57739A54636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FC56ECA-3F76-251E-ADE5-BF343C0E54C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7F5EDEB-1791-E7BF-803D-7AA41FC6BE92}"/>
              </a:ext>
            </a:extLst>
          </p:cNvPr>
          <p:cNvSpPr>
            <a:spLocks noGrp="1"/>
          </p:cNvSpPr>
          <p:nvPr>
            <p:ph type="sldNum" sz="quarter" idx="10"/>
          </p:nvPr>
        </p:nvSpPr>
        <p:spPr/>
        <p:txBody>
          <a:bodyPr/>
          <a:lstStyle/>
          <a:p>
            <a:pPr>
              <a:defRPr/>
            </a:pPr>
            <a:fld id="{AA91DE3A-44BE-4090-8874-A7224E43D7C8}" type="slidenum">
              <a:rPr lang="es-ES" smtClean="0"/>
              <a:pPr>
                <a:defRPr/>
              </a:pPr>
              <a:t>24</a:t>
            </a:fld>
            <a:endParaRPr lang="es-ES"/>
          </a:p>
        </p:txBody>
      </p:sp>
    </p:spTree>
    <p:extLst>
      <p:ext uri="{BB962C8B-B14F-4D97-AF65-F5344CB8AC3E}">
        <p14:creationId xmlns:p14="http://schemas.microsoft.com/office/powerpoint/2010/main" val="1915049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BE19E2-2C56-534B-6E28-D35427A49F2D}"/>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4BE5AFD7-684B-9D05-E6CB-6C78009D96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ADC416E1-9D6C-F725-E2E9-359C945F0443}"/>
              </a:ext>
            </a:extLst>
          </p:cNvPr>
          <p:cNvSpPr>
            <a:spLocks noGrp="1"/>
          </p:cNvSpPr>
          <p:nvPr>
            <p:ph type="dt" sz="half" idx="10"/>
          </p:nvPr>
        </p:nvSpPr>
        <p:spPr/>
        <p:txBody>
          <a:bodyPr/>
          <a:lstStyle/>
          <a:p>
            <a:fld id="{0443B82A-CC2A-48C0-B188-C70AD97D0086}" type="datetimeFigureOut">
              <a:rPr lang="es-ES" smtClean="0"/>
              <a:t>23/11/2025</a:t>
            </a:fld>
            <a:endParaRPr lang="es-ES"/>
          </a:p>
        </p:txBody>
      </p:sp>
      <p:sp>
        <p:nvSpPr>
          <p:cNvPr id="5" name="Marcador de pie de página 4">
            <a:extLst>
              <a:ext uri="{FF2B5EF4-FFF2-40B4-BE49-F238E27FC236}">
                <a16:creationId xmlns:a16="http://schemas.microsoft.com/office/drawing/2014/main" id="{C0DBDE4D-A3FF-A3D1-15E5-7707DF5EEC4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ABE99B8-6285-180F-CBC1-A38372CEEAAF}"/>
              </a:ext>
            </a:extLst>
          </p:cNvPr>
          <p:cNvSpPr>
            <a:spLocks noGrp="1"/>
          </p:cNvSpPr>
          <p:nvPr>
            <p:ph type="sldNum" sz="quarter" idx="12"/>
          </p:nvPr>
        </p:nvSpPr>
        <p:spPr/>
        <p:txBody>
          <a:bodyPr/>
          <a:lstStyle/>
          <a:p>
            <a:fld id="{998C6C30-2330-47A5-99D2-5B3CA952CD65}" type="slidenum">
              <a:rPr lang="es-ES" smtClean="0"/>
              <a:t>‹Nº›</a:t>
            </a:fld>
            <a:endParaRPr lang="es-ES"/>
          </a:p>
        </p:txBody>
      </p:sp>
    </p:spTree>
    <p:extLst>
      <p:ext uri="{BB962C8B-B14F-4D97-AF65-F5344CB8AC3E}">
        <p14:creationId xmlns:p14="http://schemas.microsoft.com/office/powerpoint/2010/main" val="2072654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219236-D66A-A69C-0C93-E01DE7AEAFEA}"/>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A10F2697-404A-4440-7C79-A1D021BA1A6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7EC4C6C-A573-08CE-8580-28E3304AA43A}"/>
              </a:ext>
            </a:extLst>
          </p:cNvPr>
          <p:cNvSpPr>
            <a:spLocks noGrp="1"/>
          </p:cNvSpPr>
          <p:nvPr>
            <p:ph type="dt" sz="half" idx="10"/>
          </p:nvPr>
        </p:nvSpPr>
        <p:spPr/>
        <p:txBody>
          <a:bodyPr/>
          <a:lstStyle/>
          <a:p>
            <a:fld id="{0443B82A-CC2A-48C0-B188-C70AD97D0086}" type="datetimeFigureOut">
              <a:rPr lang="es-ES" smtClean="0"/>
              <a:t>23/11/2025</a:t>
            </a:fld>
            <a:endParaRPr lang="es-ES"/>
          </a:p>
        </p:txBody>
      </p:sp>
      <p:sp>
        <p:nvSpPr>
          <p:cNvPr id="5" name="Marcador de pie de página 4">
            <a:extLst>
              <a:ext uri="{FF2B5EF4-FFF2-40B4-BE49-F238E27FC236}">
                <a16:creationId xmlns:a16="http://schemas.microsoft.com/office/drawing/2014/main" id="{E0975803-48A6-A782-E2F3-B96560BFB1A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9DB43E65-CB70-6A0C-BBA4-3AD2CFA1AE95}"/>
              </a:ext>
            </a:extLst>
          </p:cNvPr>
          <p:cNvSpPr>
            <a:spLocks noGrp="1"/>
          </p:cNvSpPr>
          <p:nvPr>
            <p:ph type="sldNum" sz="quarter" idx="12"/>
          </p:nvPr>
        </p:nvSpPr>
        <p:spPr/>
        <p:txBody>
          <a:bodyPr/>
          <a:lstStyle/>
          <a:p>
            <a:fld id="{998C6C30-2330-47A5-99D2-5B3CA952CD65}" type="slidenum">
              <a:rPr lang="es-ES" smtClean="0"/>
              <a:t>‹Nº›</a:t>
            </a:fld>
            <a:endParaRPr lang="es-ES"/>
          </a:p>
        </p:txBody>
      </p:sp>
    </p:spTree>
    <p:extLst>
      <p:ext uri="{BB962C8B-B14F-4D97-AF65-F5344CB8AC3E}">
        <p14:creationId xmlns:p14="http://schemas.microsoft.com/office/powerpoint/2010/main" val="1580611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6C2750-78AF-D226-0434-6544D07C9B2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FA11BA3E-381C-520B-DBD6-BA80C5D41F2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7B54AD73-B23F-B3E4-F35A-C58DCAF86299}"/>
              </a:ext>
            </a:extLst>
          </p:cNvPr>
          <p:cNvSpPr>
            <a:spLocks noGrp="1"/>
          </p:cNvSpPr>
          <p:nvPr>
            <p:ph type="dt" sz="half" idx="10"/>
          </p:nvPr>
        </p:nvSpPr>
        <p:spPr/>
        <p:txBody>
          <a:bodyPr/>
          <a:lstStyle/>
          <a:p>
            <a:fld id="{0443B82A-CC2A-48C0-B188-C70AD97D0086}" type="datetimeFigureOut">
              <a:rPr lang="es-ES" smtClean="0"/>
              <a:t>23/11/2025</a:t>
            </a:fld>
            <a:endParaRPr lang="es-ES"/>
          </a:p>
        </p:txBody>
      </p:sp>
      <p:sp>
        <p:nvSpPr>
          <p:cNvPr id="5" name="Marcador de pie de página 4">
            <a:extLst>
              <a:ext uri="{FF2B5EF4-FFF2-40B4-BE49-F238E27FC236}">
                <a16:creationId xmlns:a16="http://schemas.microsoft.com/office/drawing/2014/main" id="{43323C30-61AC-776F-5E1F-938EA372248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A8DDB4AF-AAB0-A4D2-CD31-0A6BBF1DE747}"/>
              </a:ext>
            </a:extLst>
          </p:cNvPr>
          <p:cNvSpPr>
            <a:spLocks noGrp="1"/>
          </p:cNvSpPr>
          <p:nvPr>
            <p:ph type="sldNum" sz="quarter" idx="12"/>
          </p:nvPr>
        </p:nvSpPr>
        <p:spPr/>
        <p:txBody>
          <a:bodyPr/>
          <a:lstStyle/>
          <a:p>
            <a:fld id="{998C6C30-2330-47A5-99D2-5B3CA952CD65}" type="slidenum">
              <a:rPr lang="es-ES" smtClean="0"/>
              <a:t>‹Nº›</a:t>
            </a:fld>
            <a:endParaRPr lang="es-ES"/>
          </a:p>
        </p:txBody>
      </p:sp>
    </p:spTree>
    <p:extLst>
      <p:ext uri="{BB962C8B-B14F-4D97-AF65-F5344CB8AC3E}">
        <p14:creationId xmlns:p14="http://schemas.microsoft.com/office/powerpoint/2010/main" val="961975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E2E64B-D87A-CB20-E3CE-D9B0FD81ACD4}"/>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8B5C4B68-DFAF-0E39-E97D-27AE18197C2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97176CD8-2379-4109-8C68-AF4AFCAC009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8E6916F8-A0DC-FD6A-F5AE-87BB749B7D4F}"/>
              </a:ext>
            </a:extLst>
          </p:cNvPr>
          <p:cNvSpPr>
            <a:spLocks noGrp="1"/>
          </p:cNvSpPr>
          <p:nvPr>
            <p:ph type="dt" sz="half" idx="10"/>
          </p:nvPr>
        </p:nvSpPr>
        <p:spPr/>
        <p:txBody>
          <a:bodyPr/>
          <a:lstStyle/>
          <a:p>
            <a:fld id="{0443B82A-CC2A-48C0-B188-C70AD97D0086}" type="datetimeFigureOut">
              <a:rPr lang="es-ES" smtClean="0"/>
              <a:t>23/11/2025</a:t>
            </a:fld>
            <a:endParaRPr lang="es-ES"/>
          </a:p>
        </p:txBody>
      </p:sp>
      <p:sp>
        <p:nvSpPr>
          <p:cNvPr id="6" name="Marcador de pie de página 5">
            <a:extLst>
              <a:ext uri="{FF2B5EF4-FFF2-40B4-BE49-F238E27FC236}">
                <a16:creationId xmlns:a16="http://schemas.microsoft.com/office/drawing/2014/main" id="{BEC12AA3-6AA0-AABF-1662-338F9C9E84F9}"/>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F3D56BC1-D576-0CDC-548F-E3793C5EE1CB}"/>
              </a:ext>
            </a:extLst>
          </p:cNvPr>
          <p:cNvSpPr>
            <a:spLocks noGrp="1"/>
          </p:cNvSpPr>
          <p:nvPr>
            <p:ph type="sldNum" sz="quarter" idx="12"/>
          </p:nvPr>
        </p:nvSpPr>
        <p:spPr/>
        <p:txBody>
          <a:bodyPr/>
          <a:lstStyle/>
          <a:p>
            <a:fld id="{998C6C30-2330-47A5-99D2-5B3CA952CD65}" type="slidenum">
              <a:rPr lang="es-ES" smtClean="0"/>
              <a:t>‹Nº›</a:t>
            </a:fld>
            <a:endParaRPr lang="es-ES"/>
          </a:p>
        </p:txBody>
      </p:sp>
    </p:spTree>
    <p:extLst>
      <p:ext uri="{BB962C8B-B14F-4D97-AF65-F5344CB8AC3E}">
        <p14:creationId xmlns:p14="http://schemas.microsoft.com/office/powerpoint/2010/main" val="3642965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7B5901-991A-7AAB-E1E1-1EEEACCB2F05}"/>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151B9E37-EED6-0901-15BB-3B85B8E9A1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45C804B2-994C-CFD2-32A4-8C63A18022B6}"/>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6C7DFCE7-065E-EA6D-B594-66A5ACB2CD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52CDE4A-FE85-A612-EE5F-97397930024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8A8BC08D-8E47-8303-BABC-D45D65EDFBED}"/>
              </a:ext>
            </a:extLst>
          </p:cNvPr>
          <p:cNvSpPr>
            <a:spLocks noGrp="1"/>
          </p:cNvSpPr>
          <p:nvPr>
            <p:ph type="dt" sz="half" idx="10"/>
          </p:nvPr>
        </p:nvSpPr>
        <p:spPr/>
        <p:txBody>
          <a:bodyPr/>
          <a:lstStyle/>
          <a:p>
            <a:fld id="{0443B82A-CC2A-48C0-B188-C70AD97D0086}" type="datetimeFigureOut">
              <a:rPr lang="es-ES" smtClean="0"/>
              <a:t>23/11/2025</a:t>
            </a:fld>
            <a:endParaRPr lang="es-ES"/>
          </a:p>
        </p:txBody>
      </p:sp>
      <p:sp>
        <p:nvSpPr>
          <p:cNvPr id="8" name="Marcador de pie de página 7">
            <a:extLst>
              <a:ext uri="{FF2B5EF4-FFF2-40B4-BE49-F238E27FC236}">
                <a16:creationId xmlns:a16="http://schemas.microsoft.com/office/drawing/2014/main" id="{C6C1D9E3-222F-6A4E-A809-2A2C13447C3D}"/>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871A7005-DC57-78F9-08F8-C80F612CDDAF}"/>
              </a:ext>
            </a:extLst>
          </p:cNvPr>
          <p:cNvSpPr>
            <a:spLocks noGrp="1"/>
          </p:cNvSpPr>
          <p:nvPr>
            <p:ph type="sldNum" sz="quarter" idx="12"/>
          </p:nvPr>
        </p:nvSpPr>
        <p:spPr/>
        <p:txBody>
          <a:bodyPr/>
          <a:lstStyle/>
          <a:p>
            <a:fld id="{998C6C30-2330-47A5-99D2-5B3CA952CD65}" type="slidenum">
              <a:rPr lang="es-ES" smtClean="0"/>
              <a:t>‹Nº›</a:t>
            </a:fld>
            <a:endParaRPr lang="es-ES"/>
          </a:p>
        </p:txBody>
      </p:sp>
    </p:spTree>
    <p:extLst>
      <p:ext uri="{BB962C8B-B14F-4D97-AF65-F5344CB8AC3E}">
        <p14:creationId xmlns:p14="http://schemas.microsoft.com/office/powerpoint/2010/main" val="32728843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1042C6-4EA9-F7B3-2B55-B2CC4F387861}"/>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5914AB07-C246-ACE1-7AC2-922C858A1F9A}"/>
              </a:ext>
            </a:extLst>
          </p:cNvPr>
          <p:cNvSpPr>
            <a:spLocks noGrp="1"/>
          </p:cNvSpPr>
          <p:nvPr>
            <p:ph type="dt" sz="half" idx="10"/>
          </p:nvPr>
        </p:nvSpPr>
        <p:spPr/>
        <p:txBody>
          <a:bodyPr/>
          <a:lstStyle/>
          <a:p>
            <a:fld id="{0443B82A-CC2A-48C0-B188-C70AD97D0086}" type="datetimeFigureOut">
              <a:rPr lang="es-ES" smtClean="0"/>
              <a:t>23/11/2025</a:t>
            </a:fld>
            <a:endParaRPr lang="es-ES"/>
          </a:p>
        </p:txBody>
      </p:sp>
      <p:sp>
        <p:nvSpPr>
          <p:cNvPr id="4" name="Marcador de pie de página 3">
            <a:extLst>
              <a:ext uri="{FF2B5EF4-FFF2-40B4-BE49-F238E27FC236}">
                <a16:creationId xmlns:a16="http://schemas.microsoft.com/office/drawing/2014/main" id="{D2FF0F02-4AFC-59F1-BEDD-849FEE8EC6CF}"/>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96A7DD85-ABBD-461B-EF21-DC444777E129}"/>
              </a:ext>
            </a:extLst>
          </p:cNvPr>
          <p:cNvSpPr>
            <a:spLocks noGrp="1"/>
          </p:cNvSpPr>
          <p:nvPr>
            <p:ph type="sldNum" sz="quarter" idx="12"/>
          </p:nvPr>
        </p:nvSpPr>
        <p:spPr/>
        <p:txBody>
          <a:bodyPr/>
          <a:lstStyle/>
          <a:p>
            <a:fld id="{998C6C30-2330-47A5-99D2-5B3CA952CD65}" type="slidenum">
              <a:rPr lang="es-ES" smtClean="0"/>
              <a:t>‹Nº›</a:t>
            </a:fld>
            <a:endParaRPr lang="es-ES"/>
          </a:p>
        </p:txBody>
      </p:sp>
    </p:spTree>
    <p:extLst>
      <p:ext uri="{BB962C8B-B14F-4D97-AF65-F5344CB8AC3E}">
        <p14:creationId xmlns:p14="http://schemas.microsoft.com/office/powerpoint/2010/main" val="287271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642C041-C4C1-2C03-517F-CD230D742C6C}"/>
              </a:ext>
            </a:extLst>
          </p:cNvPr>
          <p:cNvSpPr>
            <a:spLocks noGrp="1"/>
          </p:cNvSpPr>
          <p:nvPr>
            <p:ph type="dt" sz="half" idx="10"/>
          </p:nvPr>
        </p:nvSpPr>
        <p:spPr/>
        <p:txBody>
          <a:bodyPr/>
          <a:lstStyle/>
          <a:p>
            <a:fld id="{0443B82A-CC2A-48C0-B188-C70AD97D0086}" type="datetimeFigureOut">
              <a:rPr lang="es-ES" smtClean="0"/>
              <a:t>23/11/2025</a:t>
            </a:fld>
            <a:endParaRPr lang="es-ES"/>
          </a:p>
        </p:txBody>
      </p:sp>
      <p:sp>
        <p:nvSpPr>
          <p:cNvPr id="3" name="Marcador de pie de página 2">
            <a:extLst>
              <a:ext uri="{FF2B5EF4-FFF2-40B4-BE49-F238E27FC236}">
                <a16:creationId xmlns:a16="http://schemas.microsoft.com/office/drawing/2014/main" id="{423766A2-ADEA-9D2F-0025-C1A9D3B6B7C1}"/>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37B8AACB-C921-C256-C262-0C4AE93E9A86}"/>
              </a:ext>
            </a:extLst>
          </p:cNvPr>
          <p:cNvSpPr>
            <a:spLocks noGrp="1"/>
          </p:cNvSpPr>
          <p:nvPr>
            <p:ph type="sldNum" sz="quarter" idx="12"/>
          </p:nvPr>
        </p:nvSpPr>
        <p:spPr/>
        <p:txBody>
          <a:bodyPr/>
          <a:lstStyle/>
          <a:p>
            <a:fld id="{998C6C30-2330-47A5-99D2-5B3CA952CD65}" type="slidenum">
              <a:rPr lang="es-ES" smtClean="0"/>
              <a:t>‹Nº›</a:t>
            </a:fld>
            <a:endParaRPr lang="es-ES"/>
          </a:p>
        </p:txBody>
      </p:sp>
    </p:spTree>
    <p:extLst>
      <p:ext uri="{BB962C8B-B14F-4D97-AF65-F5344CB8AC3E}">
        <p14:creationId xmlns:p14="http://schemas.microsoft.com/office/powerpoint/2010/main" val="1499476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93F0B9-A4CD-BF5C-9DE8-151C81CF45E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FE9594CD-8133-91DB-1B13-3ECAB80C58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E98AD496-15EA-4B74-2A59-F8D495FA28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9DA1E98-6FD4-E413-217C-B2013E9ECF64}"/>
              </a:ext>
            </a:extLst>
          </p:cNvPr>
          <p:cNvSpPr>
            <a:spLocks noGrp="1"/>
          </p:cNvSpPr>
          <p:nvPr>
            <p:ph type="dt" sz="half" idx="10"/>
          </p:nvPr>
        </p:nvSpPr>
        <p:spPr/>
        <p:txBody>
          <a:bodyPr/>
          <a:lstStyle/>
          <a:p>
            <a:fld id="{0443B82A-CC2A-48C0-B188-C70AD97D0086}" type="datetimeFigureOut">
              <a:rPr lang="es-ES" smtClean="0"/>
              <a:t>23/11/2025</a:t>
            </a:fld>
            <a:endParaRPr lang="es-ES"/>
          </a:p>
        </p:txBody>
      </p:sp>
      <p:sp>
        <p:nvSpPr>
          <p:cNvPr id="6" name="Marcador de pie de página 5">
            <a:extLst>
              <a:ext uri="{FF2B5EF4-FFF2-40B4-BE49-F238E27FC236}">
                <a16:creationId xmlns:a16="http://schemas.microsoft.com/office/drawing/2014/main" id="{68114E6D-C899-324F-DBD1-BB88810C8D15}"/>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F1662141-51C3-C960-ED40-484392FF7A14}"/>
              </a:ext>
            </a:extLst>
          </p:cNvPr>
          <p:cNvSpPr>
            <a:spLocks noGrp="1"/>
          </p:cNvSpPr>
          <p:nvPr>
            <p:ph type="sldNum" sz="quarter" idx="12"/>
          </p:nvPr>
        </p:nvSpPr>
        <p:spPr/>
        <p:txBody>
          <a:bodyPr/>
          <a:lstStyle/>
          <a:p>
            <a:fld id="{998C6C30-2330-47A5-99D2-5B3CA952CD65}" type="slidenum">
              <a:rPr lang="es-ES" smtClean="0"/>
              <a:t>‹Nº›</a:t>
            </a:fld>
            <a:endParaRPr lang="es-ES"/>
          </a:p>
        </p:txBody>
      </p:sp>
    </p:spTree>
    <p:extLst>
      <p:ext uri="{BB962C8B-B14F-4D97-AF65-F5344CB8AC3E}">
        <p14:creationId xmlns:p14="http://schemas.microsoft.com/office/powerpoint/2010/main" val="4069345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4EEA1A-E72E-B9F7-9699-1B376527704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BB05D3F8-144A-00D6-258A-C8FBE57B37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p>
        </p:txBody>
      </p:sp>
      <p:sp>
        <p:nvSpPr>
          <p:cNvPr id="4" name="Marcador de texto 3">
            <a:extLst>
              <a:ext uri="{FF2B5EF4-FFF2-40B4-BE49-F238E27FC236}">
                <a16:creationId xmlns:a16="http://schemas.microsoft.com/office/drawing/2014/main" id="{9C90267E-522F-4279-13ED-92F406495C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6E525F2-18D1-A671-A967-8617CC6C1DC6}"/>
              </a:ext>
            </a:extLst>
          </p:cNvPr>
          <p:cNvSpPr>
            <a:spLocks noGrp="1"/>
          </p:cNvSpPr>
          <p:nvPr>
            <p:ph type="dt" sz="half" idx="10"/>
          </p:nvPr>
        </p:nvSpPr>
        <p:spPr/>
        <p:txBody>
          <a:bodyPr/>
          <a:lstStyle/>
          <a:p>
            <a:fld id="{0443B82A-CC2A-48C0-B188-C70AD97D0086}" type="datetimeFigureOut">
              <a:rPr lang="es-ES" smtClean="0"/>
              <a:t>23/11/2025</a:t>
            </a:fld>
            <a:endParaRPr lang="es-ES"/>
          </a:p>
        </p:txBody>
      </p:sp>
      <p:sp>
        <p:nvSpPr>
          <p:cNvPr id="6" name="Marcador de pie de página 5">
            <a:extLst>
              <a:ext uri="{FF2B5EF4-FFF2-40B4-BE49-F238E27FC236}">
                <a16:creationId xmlns:a16="http://schemas.microsoft.com/office/drawing/2014/main" id="{D0D4F558-217C-E09E-473F-32D79536E174}"/>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536837B5-FB88-D1B8-AC84-4DD5F9BF2DE5}"/>
              </a:ext>
            </a:extLst>
          </p:cNvPr>
          <p:cNvSpPr>
            <a:spLocks noGrp="1"/>
          </p:cNvSpPr>
          <p:nvPr>
            <p:ph type="sldNum" sz="quarter" idx="12"/>
          </p:nvPr>
        </p:nvSpPr>
        <p:spPr/>
        <p:txBody>
          <a:bodyPr/>
          <a:lstStyle/>
          <a:p>
            <a:fld id="{998C6C30-2330-47A5-99D2-5B3CA952CD65}" type="slidenum">
              <a:rPr lang="es-ES" smtClean="0"/>
              <a:t>‹Nº›</a:t>
            </a:fld>
            <a:endParaRPr lang="es-ES"/>
          </a:p>
        </p:txBody>
      </p:sp>
    </p:spTree>
    <p:extLst>
      <p:ext uri="{BB962C8B-B14F-4D97-AF65-F5344CB8AC3E}">
        <p14:creationId xmlns:p14="http://schemas.microsoft.com/office/powerpoint/2010/main" val="33341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0708DC-B182-86BE-69DC-F4F73530B0C4}"/>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F47507F8-5BB5-F4C7-E735-00DBC060A98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406BAFEB-B5D9-890B-F751-1CB0DFD6AF15}"/>
              </a:ext>
            </a:extLst>
          </p:cNvPr>
          <p:cNvSpPr>
            <a:spLocks noGrp="1"/>
          </p:cNvSpPr>
          <p:nvPr>
            <p:ph type="dt" sz="half" idx="10"/>
          </p:nvPr>
        </p:nvSpPr>
        <p:spPr/>
        <p:txBody>
          <a:bodyPr/>
          <a:lstStyle/>
          <a:p>
            <a:fld id="{0443B82A-CC2A-48C0-B188-C70AD97D0086}" type="datetimeFigureOut">
              <a:rPr lang="es-ES" smtClean="0"/>
              <a:t>23/11/2025</a:t>
            </a:fld>
            <a:endParaRPr lang="es-ES"/>
          </a:p>
        </p:txBody>
      </p:sp>
      <p:sp>
        <p:nvSpPr>
          <p:cNvPr id="5" name="Marcador de pie de página 4">
            <a:extLst>
              <a:ext uri="{FF2B5EF4-FFF2-40B4-BE49-F238E27FC236}">
                <a16:creationId xmlns:a16="http://schemas.microsoft.com/office/drawing/2014/main" id="{0558118C-7A99-14CE-1728-E7EEB067209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D422E7E-037E-18C9-29F9-6BED783A1EF9}"/>
              </a:ext>
            </a:extLst>
          </p:cNvPr>
          <p:cNvSpPr>
            <a:spLocks noGrp="1"/>
          </p:cNvSpPr>
          <p:nvPr>
            <p:ph type="sldNum" sz="quarter" idx="12"/>
          </p:nvPr>
        </p:nvSpPr>
        <p:spPr/>
        <p:txBody>
          <a:bodyPr/>
          <a:lstStyle/>
          <a:p>
            <a:fld id="{998C6C30-2330-47A5-99D2-5B3CA952CD65}" type="slidenum">
              <a:rPr lang="es-ES" smtClean="0"/>
              <a:t>‹Nº›</a:t>
            </a:fld>
            <a:endParaRPr lang="es-ES"/>
          </a:p>
        </p:txBody>
      </p:sp>
    </p:spTree>
    <p:extLst>
      <p:ext uri="{BB962C8B-B14F-4D97-AF65-F5344CB8AC3E}">
        <p14:creationId xmlns:p14="http://schemas.microsoft.com/office/powerpoint/2010/main" val="3665537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FE1E4A4-F4AC-5895-E84F-0D24260AF28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39A3154C-727B-8D67-7484-9BB445261C50}"/>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085A70F6-6ED0-9998-7475-EFB8621F118B}"/>
              </a:ext>
            </a:extLst>
          </p:cNvPr>
          <p:cNvSpPr>
            <a:spLocks noGrp="1"/>
          </p:cNvSpPr>
          <p:nvPr>
            <p:ph type="dt" sz="half" idx="10"/>
          </p:nvPr>
        </p:nvSpPr>
        <p:spPr/>
        <p:txBody>
          <a:bodyPr/>
          <a:lstStyle/>
          <a:p>
            <a:fld id="{0443B82A-CC2A-48C0-B188-C70AD97D0086}" type="datetimeFigureOut">
              <a:rPr lang="es-ES" smtClean="0"/>
              <a:t>23/11/2025</a:t>
            </a:fld>
            <a:endParaRPr lang="es-ES"/>
          </a:p>
        </p:txBody>
      </p:sp>
      <p:sp>
        <p:nvSpPr>
          <p:cNvPr id="5" name="Marcador de pie de página 4">
            <a:extLst>
              <a:ext uri="{FF2B5EF4-FFF2-40B4-BE49-F238E27FC236}">
                <a16:creationId xmlns:a16="http://schemas.microsoft.com/office/drawing/2014/main" id="{7B964940-806A-2E64-A987-7090A8E2F1D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5DB23668-1D4F-0885-71ED-65A79D47C612}"/>
              </a:ext>
            </a:extLst>
          </p:cNvPr>
          <p:cNvSpPr>
            <a:spLocks noGrp="1"/>
          </p:cNvSpPr>
          <p:nvPr>
            <p:ph type="sldNum" sz="quarter" idx="12"/>
          </p:nvPr>
        </p:nvSpPr>
        <p:spPr/>
        <p:txBody>
          <a:bodyPr/>
          <a:lstStyle/>
          <a:p>
            <a:fld id="{998C6C30-2330-47A5-99D2-5B3CA952CD65}" type="slidenum">
              <a:rPr lang="es-ES" smtClean="0"/>
              <a:t>‹Nº›</a:t>
            </a:fld>
            <a:endParaRPr lang="es-ES"/>
          </a:p>
        </p:txBody>
      </p:sp>
    </p:spTree>
    <p:extLst>
      <p:ext uri="{BB962C8B-B14F-4D97-AF65-F5344CB8AC3E}">
        <p14:creationId xmlns:p14="http://schemas.microsoft.com/office/powerpoint/2010/main" val="2364384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0EBE8B6-1FF1-0E61-CB04-155D0BD862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7C54B573-376E-6CC7-3E33-E697FC8563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63229FC-2AAB-029A-5E40-DAB49A66AF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443B82A-CC2A-48C0-B188-C70AD97D0086}" type="datetimeFigureOut">
              <a:rPr lang="es-ES" smtClean="0"/>
              <a:t>23/11/2025</a:t>
            </a:fld>
            <a:endParaRPr lang="es-ES"/>
          </a:p>
        </p:txBody>
      </p:sp>
      <p:sp>
        <p:nvSpPr>
          <p:cNvPr id="5" name="Marcador de pie de página 4">
            <a:extLst>
              <a:ext uri="{FF2B5EF4-FFF2-40B4-BE49-F238E27FC236}">
                <a16:creationId xmlns:a16="http://schemas.microsoft.com/office/drawing/2014/main" id="{E1802094-2052-66E0-9E7D-DE5DA20874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2BFE22E3-F4B3-7C5F-DC0B-2EF2247AA5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8C6C30-2330-47A5-99D2-5B3CA952CD65}" type="slidenum">
              <a:rPr lang="es-ES" smtClean="0"/>
              <a:t>‹Nº›</a:t>
            </a:fld>
            <a:endParaRPr lang="es-ES"/>
          </a:p>
        </p:txBody>
      </p:sp>
    </p:spTree>
    <p:extLst>
      <p:ext uri="{BB962C8B-B14F-4D97-AF65-F5344CB8AC3E}">
        <p14:creationId xmlns:p14="http://schemas.microsoft.com/office/powerpoint/2010/main" val="2971536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001EAB-E8C9-6688-D80B-DD9CAA893AE6}"/>
              </a:ext>
            </a:extLst>
          </p:cNvPr>
          <p:cNvSpPr>
            <a:spLocks noGrp="1"/>
          </p:cNvSpPr>
          <p:nvPr>
            <p:ph type="ctrTitle"/>
          </p:nvPr>
        </p:nvSpPr>
        <p:spPr>
          <a:xfrm>
            <a:off x="788708" y="2546555"/>
            <a:ext cx="9144000" cy="1331362"/>
          </a:xfrm>
        </p:spPr>
        <p:txBody>
          <a:bodyPr>
            <a:normAutofit/>
          </a:bodyPr>
          <a:lstStyle/>
          <a:p>
            <a:pPr algn="l"/>
            <a:r>
              <a:rPr lang="es-ES" sz="4000" b="1" dirty="0">
                <a:solidFill>
                  <a:srgbClr val="003772"/>
                </a:solidFill>
                <a:latin typeface="Arial" panose="020B0604020202020204" pitchFamily="34" charset="0"/>
                <a:cs typeface="Arial" panose="020B0604020202020204" pitchFamily="34" charset="0"/>
              </a:rPr>
              <a:t>POLÍTICAS ACTIVAS DE EMPLEO</a:t>
            </a:r>
            <a:br>
              <a:rPr lang="es-ES" sz="4400" b="1" dirty="0">
                <a:solidFill>
                  <a:srgbClr val="003772"/>
                </a:solidFill>
                <a:latin typeface="Arial" panose="020B0604020202020204" pitchFamily="34" charset="0"/>
                <a:cs typeface="Arial" panose="020B0604020202020204" pitchFamily="34" charset="0"/>
              </a:rPr>
            </a:br>
            <a:r>
              <a:rPr lang="es-ES" sz="4400" b="1" dirty="0">
                <a:solidFill>
                  <a:srgbClr val="003772"/>
                </a:solidFill>
                <a:latin typeface="Arial" panose="020B0604020202020204" pitchFamily="34" charset="0"/>
                <a:cs typeface="Arial" panose="020B0604020202020204" pitchFamily="34" charset="0"/>
              </a:rPr>
              <a:t>		</a:t>
            </a:r>
          </a:p>
        </p:txBody>
      </p:sp>
      <p:sp>
        <p:nvSpPr>
          <p:cNvPr id="3" name="Subtítulo 2">
            <a:extLst>
              <a:ext uri="{FF2B5EF4-FFF2-40B4-BE49-F238E27FC236}">
                <a16:creationId xmlns:a16="http://schemas.microsoft.com/office/drawing/2014/main" id="{5F7FD7B1-6004-8FB7-FC95-B85AAC2F30AC}"/>
              </a:ext>
            </a:extLst>
          </p:cNvPr>
          <p:cNvSpPr>
            <a:spLocks noGrp="1"/>
          </p:cNvSpPr>
          <p:nvPr>
            <p:ph type="subTitle" idx="1"/>
          </p:nvPr>
        </p:nvSpPr>
        <p:spPr>
          <a:xfrm>
            <a:off x="788707" y="3940431"/>
            <a:ext cx="9870583" cy="1331362"/>
          </a:xfrm>
        </p:spPr>
        <p:txBody>
          <a:bodyPr/>
          <a:lstStyle/>
          <a:p>
            <a:pPr algn="l"/>
            <a:r>
              <a:rPr lang="es-ES" dirty="0">
                <a:solidFill>
                  <a:srgbClr val="003772"/>
                </a:solidFill>
                <a:latin typeface="Arial" panose="020B0604020202020204" pitchFamily="34" charset="0"/>
                <a:cs typeface="Arial" panose="020B0604020202020204" pitchFamily="34" charset="0"/>
              </a:rPr>
              <a:t>ANÁLISIS DEL CASO: </a:t>
            </a:r>
          </a:p>
          <a:p>
            <a:pPr algn="l"/>
            <a:r>
              <a:rPr lang="es-ES" dirty="0">
                <a:solidFill>
                  <a:srgbClr val="003772"/>
                </a:solidFill>
                <a:latin typeface="Arial" panose="020B0604020202020204" pitchFamily="34" charset="0"/>
                <a:cs typeface="Arial" panose="020B0604020202020204" pitchFamily="34" charset="0"/>
              </a:rPr>
              <a:t>PROGRAMA EMPLEA-T </a:t>
            </a:r>
            <a:r>
              <a:rPr lang="es-ES" sz="1600" dirty="0">
                <a:solidFill>
                  <a:srgbClr val="003772"/>
                </a:solidFill>
                <a:latin typeface="Arial" panose="020B0604020202020204" pitchFamily="34" charset="0"/>
                <a:cs typeface="Arial" panose="020B0604020202020204" pitchFamily="34" charset="0"/>
              </a:rPr>
              <a:t>[JUNTA DE ANDALUCÍA]</a:t>
            </a:r>
            <a:endParaRPr lang="es-ES" dirty="0">
              <a:solidFill>
                <a:srgbClr val="003772"/>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70B54DBF-BE9A-CE99-59F4-4DF23140FE40}"/>
              </a:ext>
            </a:extLst>
          </p:cNvPr>
          <p:cNvSpPr txBox="1">
            <a:spLocks noChangeArrowheads="1"/>
          </p:cNvSpPr>
          <p:nvPr/>
        </p:nvSpPr>
        <p:spPr bwMode="auto">
          <a:xfrm>
            <a:off x="2627313" y="5822029"/>
            <a:ext cx="5689600" cy="673100"/>
          </a:xfrm>
          <a:prstGeom prst="rect">
            <a:avLst/>
          </a:prstGeom>
          <a:noFill/>
          <a:ln w="9525">
            <a:noFill/>
            <a:miter lim="800000"/>
            <a:headEnd/>
            <a:tailEnd/>
          </a:ln>
          <a:effectLst/>
        </p:spPr>
        <p:txBody>
          <a:bodyPr/>
          <a:lstStyle/>
          <a:p>
            <a:pPr>
              <a:lnSpc>
                <a:spcPct val="90000"/>
              </a:lnSpc>
              <a:spcBef>
                <a:spcPts val="1000"/>
              </a:spcBef>
              <a:buClr>
                <a:schemeClr val="bg2"/>
              </a:buClr>
              <a:buSzPct val="75000"/>
              <a:defRPr/>
            </a:pPr>
            <a:r>
              <a:rPr lang="es-ES" dirty="0">
                <a:solidFill>
                  <a:srgbClr val="003772"/>
                </a:solidFill>
                <a:latin typeface="Arial" panose="020B0604020202020204" pitchFamily="34" charset="0"/>
                <a:cs typeface="Arial" panose="020B0604020202020204" pitchFamily="34" charset="0"/>
              </a:rPr>
              <a:t>3º GRRLL y RRHH, curso 2025-2026</a:t>
            </a:r>
          </a:p>
        </p:txBody>
      </p:sp>
    </p:spTree>
    <p:extLst>
      <p:ext uri="{BB962C8B-B14F-4D97-AF65-F5344CB8AC3E}">
        <p14:creationId xmlns:p14="http://schemas.microsoft.com/office/powerpoint/2010/main" val="1886708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F0EBF-6705-50CF-8C1D-686F5059EF40}"/>
            </a:ext>
          </a:extLst>
        </p:cNvPr>
        <p:cNvGrpSpPr/>
        <p:nvPr/>
      </p:nvGrpSpPr>
      <p:grpSpPr>
        <a:xfrm>
          <a:off x="0" y="0"/>
          <a:ext cx="0" cy="0"/>
          <a:chOff x="0" y="0"/>
          <a:chExt cx="0" cy="0"/>
        </a:xfrm>
      </p:grpSpPr>
      <p:sp>
        <p:nvSpPr>
          <p:cNvPr id="4099" name="Rectangle 3">
            <a:extLst>
              <a:ext uri="{FF2B5EF4-FFF2-40B4-BE49-F238E27FC236}">
                <a16:creationId xmlns:a16="http://schemas.microsoft.com/office/drawing/2014/main" id="{734921AF-0DBD-1ABA-21B7-34137D29D295}"/>
              </a:ext>
            </a:extLst>
          </p:cNvPr>
          <p:cNvSpPr>
            <a:spLocks noGrp="1" noChangeArrowheads="1"/>
          </p:cNvSpPr>
          <p:nvPr>
            <p:ph idx="1"/>
          </p:nvPr>
        </p:nvSpPr>
        <p:spPr>
          <a:xfrm>
            <a:off x="332873" y="1732991"/>
            <a:ext cx="10615863" cy="4138419"/>
          </a:xfrm>
        </p:spPr>
        <p:txBody>
          <a:bodyPr>
            <a:normAutofit/>
          </a:bodyPr>
          <a:lstStyle/>
          <a:p>
            <a:pPr algn="just">
              <a:defRPr/>
            </a:pPr>
            <a:r>
              <a:rPr lang="es-ES" sz="2200" b="1" dirty="0">
                <a:solidFill>
                  <a:srgbClr val="003772"/>
                </a:solidFill>
              </a:rPr>
              <a:t>Objetivo de las sesiones</a:t>
            </a:r>
            <a:r>
              <a:rPr lang="es-ES" sz="2200" dirty="0">
                <a:solidFill>
                  <a:srgbClr val="003772"/>
                </a:solidFill>
              </a:rPr>
              <a:t>: Que el alumnado analice e interprete, desde un enfoque aplicado, el diseño de un instrumento de política pública orientado al fomento del empleo, comprendiendo tanto su justificación como los retos del mercado laboral a los que se pretende dar respuesta.</a:t>
            </a:r>
          </a:p>
          <a:p>
            <a:pPr marL="0" indent="0">
              <a:buNone/>
              <a:defRPr/>
            </a:pPr>
            <a:endParaRPr lang="es-ES" sz="2600" dirty="0">
              <a:solidFill>
                <a:srgbClr val="003772"/>
              </a:solidFill>
            </a:endParaRPr>
          </a:p>
          <a:p>
            <a:pPr algn="just">
              <a:defRPr/>
            </a:pPr>
            <a:r>
              <a:rPr lang="es-ES" sz="2200" b="1" dirty="0">
                <a:solidFill>
                  <a:srgbClr val="003772"/>
                </a:solidFill>
              </a:rPr>
              <a:t>Ámbito geográfico del estudio: </a:t>
            </a:r>
            <a:r>
              <a:rPr lang="es-ES" sz="2200" dirty="0">
                <a:solidFill>
                  <a:srgbClr val="003772"/>
                </a:solidFill>
              </a:rPr>
              <a:t>Comunidad Autónoma de Andalucía.</a:t>
            </a:r>
          </a:p>
          <a:p>
            <a:pPr marL="0" indent="0">
              <a:buNone/>
              <a:defRPr/>
            </a:pPr>
            <a:endParaRPr lang="es-ES" sz="2600" dirty="0">
              <a:solidFill>
                <a:srgbClr val="003772"/>
              </a:solidFill>
            </a:endParaRPr>
          </a:p>
          <a:p>
            <a:pPr algn="just">
              <a:defRPr/>
            </a:pPr>
            <a:r>
              <a:rPr lang="es-ES" sz="2200" b="1" dirty="0">
                <a:solidFill>
                  <a:srgbClr val="003772"/>
                </a:solidFill>
              </a:rPr>
              <a:t>Instrumento de análisis: </a:t>
            </a:r>
            <a:r>
              <a:rPr lang="es-ES" sz="2200" dirty="0">
                <a:solidFill>
                  <a:srgbClr val="003772"/>
                </a:solidFill>
              </a:rPr>
              <a:t>Orden de 3 de octubre de 2024, por la que se aprueban las bases reguladoras para la concesión de subvenciones, en régimen de concurrencia no competitiva, destinadas a la inserción laboral y al fomento de la contratación en el ámbito de la Comunidad Autónoma de Andalucía (Programa Emplea-T).</a:t>
            </a:r>
          </a:p>
        </p:txBody>
      </p:sp>
      <p:sp>
        <p:nvSpPr>
          <p:cNvPr id="9220" name="3 Marcador de número de diapositiva">
            <a:extLst>
              <a:ext uri="{FF2B5EF4-FFF2-40B4-BE49-F238E27FC236}">
                <a16:creationId xmlns:a16="http://schemas.microsoft.com/office/drawing/2014/main" id="{46D867EA-37DD-F4F1-9CA9-96F760E7C12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022B5D9-89AF-4C01-A6B5-B0A330C3083F}" type="slidenum">
              <a:rPr lang="es-ES" altLang="es-ES" sz="1000">
                <a:solidFill>
                  <a:schemeClr val="bg2"/>
                </a:solidFill>
                <a:latin typeface="Arial Black" panose="020B0A04020102020204" pitchFamily="34" charset="0"/>
              </a:rPr>
              <a:pPr>
                <a:spcBef>
                  <a:spcPct val="0"/>
                </a:spcBef>
                <a:buClrTx/>
                <a:buSzTx/>
                <a:buFontTx/>
                <a:buNone/>
              </a:pPr>
              <a:t>2</a:t>
            </a:fld>
            <a:endParaRPr lang="es-ES" altLang="es-ES" sz="1000">
              <a:solidFill>
                <a:schemeClr val="bg2"/>
              </a:solidFill>
              <a:latin typeface="Arial Black" panose="020B0A04020102020204" pitchFamily="34" charset="0"/>
            </a:endParaRPr>
          </a:p>
        </p:txBody>
      </p:sp>
      <p:sp>
        <p:nvSpPr>
          <p:cNvPr id="4" name="CuadroTexto 3">
            <a:extLst>
              <a:ext uri="{FF2B5EF4-FFF2-40B4-BE49-F238E27FC236}">
                <a16:creationId xmlns:a16="http://schemas.microsoft.com/office/drawing/2014/main" id="{CF0430DD-61CF-7071-9AF2-A1DEE2B9619F}"/>
              </a:ext>
            </a:extLst>
          </p:cNvPr>
          <p:cNvSpPr txBox="1"/>
          <p:nvPr/>
        </p:nvSpPr>
        <p:spPr>
          <a:xfrm>
            <a:off x="171938" y="509157"/>
            <a:ext cx="6096000" cy="397032"/>
          </a:xfrm>
          <a:prstGeom prst="rect">
            <a:avLst/>
          </a:prstGeom>
          <a:noFill/>
        </p:spPr>
        <p:txBody>
          <a:bodyPr wrap="square">
            <a:spAutoFit/>
          </a:bodyPr>
          <a:lstStyle/>
          <a:p>
            <a:pPr>
              <a:lnSpc>
                <a:spcPct val="90000"/>
              </a:lnSpc>
              <a:spcBef>
                <a:spcPts val="1000"/>
              </a:spcBef>
            </a:pPr>
            <a:r>
              <a:rPr lang="es-ES" sz="2200" dirty="0">
                <a:solidFill>
                  <a:srgbClr val="003772"/>
                </a:solidFill>
                <a:latin typeface="Arial" panose="020B0604020202020204" pitchFamily="34" charset="0"/>
                <a:cs typeface="Arial" panose="020B0604020202020204" pitchFamily="34" charset="0"/>
              </a:rPr>
              <a:t>Presentación del estudio de caso</a:t>
            </a:r>
          </a:p>
        </p:txBody>
      </p:sp>
      <p:sp>
        <p:nvSpPr>
          <p:cNvPr id="5" name="3 Marcador de número de diapositiva">
            <a:extLst>
              <a:ext uri="{FF2B5EF4-FFF2-40B4-BE49-F238E27FC236}">
                <a16:creationId xmlns:a16="http://schemas.microsoft.com/office/drawing/2014/main" id="{9ED2E9DF-F52A-05E7-86D3-01777873AFEB}"/>
              </a:ext>
            </a:extLst>
          </p:cNvPr>
          <p:cNvSpPr txBox="1">
            <a:spLocks/>
          </p:cNvSpPr>
          <p:nvPr/>
        </p:nvSpPr>
        <p:spPr>
          <a:xfrm>
            <a:off x="9420499" y="6356350"/>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defPPr>
              <a:defRPr lang="es-ES"/>
            </a:defPPr>
            <a:lvl1pPr marL="0" algn="l" defTabSz="914400" rtl="0" eaLnBrk="1" latinLnBrk="0" hangingPunct="1">
              <a:spcBef>
                <a:spcPct val="20000"/>
              </a:spcBef>
              <a:buClr>
                <a:schemeClr val="bg2"/>
              </a:buClr>
              <a:buSzPct val="75000"/>
              <a:buFont typeface="Wingdings" panose="05000000000000000000" pitchFamily="2" charset="2"/>
              <a:buChar char="n"/>
              <a:defRPr sz="3200" kern="1200">
                <a:solidFill>
                  <a:schemeClr val="tx1"/>
                </a:solidFill>
                <a:latin typeface="Arial" panose="020B0604020202020204" pitchFamily="34" charset="0"/>
                <a:ea typeface="+mn-ea"/>
                <a:cs typeface="+mn-cs"/>
              </a:defRPr>
            </a:lvl1pPr>
            <a:lvl2pPr marL="742950" indent="-285750" algn="l" defTabSz="914400" rtl="0" eaLnBrk="1" latinLnBrk="0" hangingPunct="1">
              <a:spcBef>
                <a:spcPct val="20000"/>
              </a:spcBef>
              <a:buClr>
                <a:schemeClr val="accent2"/>
              </a:buClr>
              <a:buSzPct val="80000"/>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defTabSz="914400" rtl="0" eaLnBrk="1" latinLnBrk="0" hangingPunct="1">
              <a:spcBef>
                <a:spcPct val="20000"/>
              </a:spcBef>
              <a:buClr>
                <a:schemeClr val="bg2"/>
              </a:buClr>
              <a:buSzPct val="65000"/>
              <a:buFont typeface="Wingdings" panose="05000000000000000000" pitchFamily="2" charset="2"/>
              <a:buChar char="n"/>
              <a:defRPr sz="2400" kern="1200">
                <a:solidFill>
                  <a:schemeClr val="tx1"/>
                </a:solidFill>
                <a:latin typeface="Arial" panose="020B0604020202020204" pitchFamily="34" charset="0"/>
                <a:ea typeface="+mn-ea"/>
                <a:cs typeface="+mn-cs"/>
              </a:defRPr>
            </a:lvl3pPr>
            <a:lvl4pPr marL="1600200" indent="-228600" algn="l" defTabSz="914400" rtl="0" eaLnBrk="1" latinLnBrk="0" hangingPunct="1">
              <a:spcBef>
                <a:spcPct val="20000"/>
              </a:spcBef>
              <a:buClr>
                <a:schemeClr val="accent2"/>
              </a:buClr>
              <a:buSzPct val="70000"/>
              <a:buFont typeface="Wingdings" panose="05000000000000000000" pitchFamily="2" charset="2"/>
              <a:buChar char="¨"/>
              <a:defRPr sz="2000" kern="1200">
                <a:solidFill>
                  <a:schemeClr val="tx1"/>
                </a:solidFill>
                <a:latin typeface="Arial" panose="020B0604020202020204" pitchFamily="34" charset="0"/>
                <a:ea typeface="+mn-ea"/>
                <a:cs typeface="+mn-cs"/>
              </a:defRPr>
            </a:lvl4pPr>
            <a:lvl5pPr marL="2057400" indent="-228600" algn="l" defTabSz="914400" rtl="0" eaLnBrk="1" latinLnBrk="0" hangingPunct="1">
              <a:spcBef>
                <a:spcPct val="20000"/>
              </a:spcBef>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9pPr>
          </a:lstStyle>
          <a:p>
            <a:pPr algn="r">
              <a:spcBef>
                <a:spcPts val="0"/>
              </a:spcBef>
              <a:spcAft>
                <a:spcPts val="600"/>
              </a:spcAft>
              <a:buClrTx/>
              <a:buSzTx/>
              <a:buFont typeface="Wingdings" panose="05000000000000000000" pitchFamily="2" charset="2"/>
              <a:buNone/>
              <a:defRPr/>
            </a:pPr>
            <a:fld id="{AF0AE83C-7C43-4EDB-B42E-0A2ED1773DE0}" type="slidenum">
              <a:rPr lang="en-US" altLang="es-ES" sz="1200" smtClean="0">
                <a:solidFill>
                  <a:srgbClr val="FFFFFF"/>
                </a:solidFill>
                <a:latin typeface="Calibri" panose="020F0502020204030204"/>
              </a:rPr>
              <a:pPr algn="r">
                <a:spcBef>
                  <a:spcPts val="0"/>
                </a:spcBef>
                <a:spcAft>
                  <a:spcPts val="600"/>
                </a:spcAft>
                <a:buClrTx/>
                <a:buSzTx/>
                <a:buFont typeface="Wingdings" panose="05000000000000000000" pitchFamily="2" charset="2"/>
                <a:buNone/>
                <a:defRPr/>
              </a:pPr>
              <a:t>2</a:t>
            </a:fld>
            <a:endParaRPr lang="en-US" altLang="es-ES" sz="1200" dirty="0">
              <a:solidFill>
                <a:srgbClr val="FFFFFF"/>
              </a:solidFill>
              <a:latin typeface="Calibri" panose="020F0502020204030204"/>
            </a:endParaRPr>
          </a:p>
        </p:txBody>
      </p:sp>
    </p:spTree>
    <p:extLst>
      <p:ext uri="{BB962C8B-B14F-4D97-AF65-F5344CB8AC3E}">
        <p14:creationId xmlns:p14="http://schemas.microsoft.com/office/powerpoint/2010/main" val="4082427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8DF42B-746A-7F03-9632-0196BF7F67F7}"/>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descr="Texto&#10;&#10;El contenido generado por IA puede ser incorrecto.">
            <a:extLst>
              <a:ext uri="{FF2B5EF4-FFF2-40B4-BE49-F238E27FC236}">
                <a16:creationId xmlns:a16="http://schemas.microsoft.com/office/drawing/2014/main" id="{E857AEAF-85E6-D960-3BA9-5FDE0B7DC015}"/>
              </a:ext>
            </a:extLst>
          </p:cNvPr>
          <p:cNvPicPr>
            <a:picLocks noChangeAspect="1"/>
          </p:cNvPicPr>
          <p:nvPr/>
        </p:nvPicPr>
        <p:blipFill>
          <a:blip r:embed="rId3">
            <a:extLst>
              <a:ext uri="{28A0092B-C50C-407E-A947-70E740481C1C}">
                <a14:useLocalDpi xmlns:a14="http://schemas.microsoft.com/office/drawing/2010/main" val="0"/>
              </a:ext>
            </a:extLst>
          </a:blip>
          <a:srcRect l="13682" r="21622"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6" name="CuadroTexto 5">
            <a:extLst>
              <a:ext uri="{FF2B5EF4-FFF2-40B4-BE49-F238E27FC236}">
                <a16:creationId xmlns:a16="http://schemas.microsoft.com/office/drawing/2014/main" id="{B7116AED-FF3E-96FE-E40E-BC83F0F67684}"/>
              </a:ext>
            </a:extLst>
          </p:cNvPr>
          <p:cNvSpPr txBox="1"/>
          <p:nvPr/>
        </p:nvSpPr>
        <p:spPr>
          <a:xfrm>
            <a:off x="510433" y="2735740"/>
            <a:ext cx="3905156" cy="1516979"/>
          </a:xfrm>
          <a:prstGeom prst="rect">
            <a:avLst/>
          </a:prstGeom>
        </p:spPr>
        <p:txBody>
          <a:bodyPr vert="horz" lIns="91440" tIns="45720" rIns="91440" bIns="45720" rtlCol="0" anchor="b">
            <a:normAutofit/>
          </a:bodyPr>
          <a:lstStyle>
            <a:defPPr>
              <a:defRPr lang="es-ES"/>
            </a:defPPr>
            <a:lvl1pPr>
              <a:defRPr sz="3200" b="1">
                <a:solidFill>
                  <a:srgbClr val="003772"/>
                </a:solidFill>
                <a:latin typeface="Arial" panose="020B0604020202020204" pitchFamily="34" charset="0"/>
                <a:cs typeface="Arial" panose="020B0604020202020204" pitchFamily="34" charset="0"/>
              </a:defRPr>
            </a:lvl1pPr>
          </a:lstStyle>
          <a:p>
            <a:pPr>
              <a:lnSpc>
                <a:spcPct val="90000"/>
              </a:lnSpc>
              <a:spcBef>
                <a:spcPct val="0"/>
              </a:spcBef>
              <a:spcAft>
                <a:spcPts val="600"/>
              </a:spcAft>
            </a:pPr>
            <a:r>
              <a:rPr lang="es-ES" sz="4200" dirty="0">
                <a:latin typeface="+mn-lt"/>
                <a:cs typeface="+mn-cs"/>
              </a:rPr>
              <a:t>1. Análisis contextual</a:t>
            </a:r>
          </a:p>
        </p:txBody>
      </p:sp>
    </p:spTree>
    <p:extLst>
      <p:ext uri="{BB962C8B-B14F-4D97-AF65-F5344CB8AC3E}">
        <p14:creationId xmlns:p14="http://schemas.microsoft.com/office/powerpoint/2010/main" val="1238109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B2231-AB23-DE4E-0297-E61904076D14}"/>
            </a:ext>
          </a:extLst>
        </p:cNvPr>
        <p:cNvGrpSpPr/>
        <p:nvPr/>
      </p:nvGrpSpPr>
      <p:grpSpPr>
        <a:xfrm>
          <a:off x="0" y="0"/>
          <a:ext cx="0" cy="0"/>
          <a:chOff x="0" y="0"/>
          <a:chExt cx="0" cy="0"/>
        </a:xfrm>
      </p:grpSpPr>
      <p:sp>
        <p:nvSpPr>
          <p:cNvPr id="4099" name="Rectangle 3">
            <a:extLst>
              <a:ext uri="{FF2B5EF4-FFF2-40B4-BE49-F238E27FC236}">
                <a16:creationId xmlns:a16="http://schemas.microsoft.com/office/drawing/2014/main" id="{AA6A66F8-F9D7-AABB-A6C2-D9FC645E47CB}"/>
              </a:ext>
            </a:extLst>
          </p:cNvPr>
          <p:cNvSpPr>
            <a:spLocks noGrp="1" noChangeArrowheads="1"/>
          </p:cNvSpPr>
          <p:nvPr>
            <p:ph idx="1"/>
          </p:nvPr>
        </p:nvSpPr>
        <p:spPr>
          <a:xfrm>
            <a:off x="110516" y="1414871"/>
            <a:ext cx="10615863" cy="743637"/>
          </a:xfrm>
        </p:spPr>
        <p:txBody>
          <a:bodyPr>
            <a:normAutofit/>
          </a:bodyPr>
          <a:lstStyle/>
          <a:p>
            <a:pPr marL="0" indent="0" algn="ctr">
              <a:buNone/>
              <a:defRPr/>
            </a:pPr>
            <a:r>
              <a:rPr lang="es-ES" sz="1900" b="1" dirty="0">
                <a:solidFill>
                  <a:srgbClr val="003772"/>
                </a:solidFill>
              </a:rPr>
              <a:t>¿Qué organismo ejerce en la Comunidad Autónoma las competencias en materia de fomento de las políticas públicas de incentivos para el empleo, de su calidad y estabilidad?</a:t>
            </a:r>
            <a:endParaRPr lang="es-ES" sz="1900" dirty="0">
              <a:solidFill>
                <a:srgbClr val="003772"/>
              </a:solidFill>
            </a:endParaRPr>
          </a:p>
        </p:txBody>
      </p:sp>
      <p:sp>
        <p:nvSpPr>
          <p:cNvPr id="9220" name="3 Marcador de número de diapositiva">
            <a:extLst>
              <a:ext uri="{FF2B5EF4-FFF2-40B4-BE49-F238E27FC236}">
                <a16:creationId xmlns:a16="http://schemas.microsoft.com/office/drawing/2014/main" id="{C830A3BA-5E6F-6195-BAC1-2632D8C2534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022B5D9-89AF-4C01-A6B5-B0A330C3083F}" type="slidenum">
              <a:rPr lang="es-ES" altLang="es-ES" sz="1000">
                <a:solidFill>
                  <a:schemeClr val="bg2"/>
                </a:solidFill>
                <a:latin typeface="Arial Black" panose="020B0A04020102020204" pitchFamily="34" charset="0"/>
              </a:rPr>
              <a:pPr>
                <a:spcBef>
                  <a:spcPct val="0"/>
                </a:spcBef>
                <a:buClrTx/>
                <a:buSzTx/>
                <a:buFontTx/>
                <a:buNone/>
              </a:pPr>
              <a:t>4</a:t>
            </a:fld>
            <a:endParaRPr lang="es-ES" altLang="es-ES" sz="1000">
              <a:solidFill>
                <a:schemeClr val="bg2"/>
              </a:solidFill>
              <a:latin typeface="Arial Black" panose="020B0A04020102020204" pitchFamily="34" charset="0"/>
            </a:endParaRPr>
          </a:p>
        </p:txBody>
      </p:sp>
      <p:sp>
        <p:nvSpPr>
          <p:cNvPr id="4" name="CuadroTexto 3">
            <a:extLst>
              <a:ext uri="{FF2B5EF4-FFF2-40B4-BE49-F238E27FC236}">
                <a16:creationId xmlns:a16="http://schemas.microsoft.com/office/drawing/2014/main" id="{907DD206-1AD3-F9A2-31BC-E9163AF4412D}"/>
              </a:ext>
            </a:extLst>
          </p:cNvPr>
          <p:cNvSpPr txBox="1"/>
          <p:nvPr/>
        </p:nvSpPr>
        <p:spPr>
          <a:xfrm>
            <a:off x="171938" y="509157"/>
            <a:ext cx="6096000" cy="397032"/>
          </a:xfrm>
          <a:prstGeom prst="rect">
            <a:avLst/>
          </a:prstGeom>
          <a:noFill/>
        </p:spPr>
        <p:txBody>
          <a:bodyPr wrap="square">
            <a:spAutoFit/>
          </a:bodyPr>
          <a:lstStyle/>
          <a:p>
            <a:pPr>
              <a:lnSpc>
                <a:spcPct val="90000"/>
              </a:lnSpc>
              <a:spcBef>
                <a:spcPts val="1000"/>
              </a:spcBef>
            </a:pPr>
            <a:r>
              <a:rPr lang="es-ES" sz="2200" dirty="0">
                <a:solidFill>
                  <a:srgbClr val="003772"/>
                </a:solidFill>
                <a:latin typeface="Arial" panose="020B0604020202020204" pitchFamily="34" charset="0"/>
                <a:cs typeface="Arial" panose="020B0604020202020204" pitchFamily="34" charset="0"/>
              </a:rPr>
              <a:t>Análisis de contexto</a:t>
            </a:r>
          </a:p>
        </p:txBody>
      </p:sp>
      <p:sp>
        <p:nvSpPr>
          <p:cNvPr id="5" name="3 Marcador de número de diapositiva">
            <a:extLst>
              <a:ext uri="{FF2B5EF4-FFF2-40B4-BE49-F238E27FC236}">
                <a16:creationId xmlns:a16="http://schemas.microsoft.com/office/drawing/2014/main" id="{835CD344-3EA6-F0DC-2408-273714A20094}"/>
              </a:ext>
            </a:extLst>
          </p:cNvPr>
          <p:cNvSpPr txBox="1">
            <a:spLocks/>
          </p:cNvSpPr>
          <p:nvPr/>
        </p:nvSpPr>
        <p:spPr>
          <a:xfrm>
            <a:off x="9420499" y="6356350"/>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defPPr>
              <a:defRPr lang="es-ES"/>
            </a:defPPr>
            <a:lvl1pPr marL="0" algn="l" defTabSz="914400" rtl="0" eaLnBrk="1" latinLnBrk="0" hangingPunct="1">
              <a:spcBef>
                <a:spcPct val="20000"/>
              </a:spcBef>
              <a:buClr>
                <a:schemeClr val="bg2"/>
              </a:buClr>
              <a:buSzPct val="75000"/>
              <a:buFont typeface="Wingdings" panose="05000000000000000000" pitchFamily="2" charset="2"/>
              <a:buChar char="n"/>
              <a:defRPr sz="3200" kern="1200">
                <a:solidFill>
                  <a:schemeClr val="tx1"/>
                </a:solidFill>
                <a:latin typeface="Arial" panose="020B0604020202020204" pitchFamily="34" charset="0"/>
                <a:ea typeface="+mn-ea"/>
                <a:cs typeface="+mn-cs"/>
              </a:defRPr>
            </a:lvl1pPr>
            <a:lvl2pPr marL="742950" indent="-285750" algn="l" defTabSz="914400" rtl="0" eaLnBrk="1" latinLnBrk="0" hangingPunct="1">
              <a:spcBef>
                <a:spcPct val="20000"/>
              </a:spcBef>
              <a:buClr>
                <a:schemeClr val="accent2"/>
              </a:buClr>
              <a:buSzPct val="80000"/>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defTabSz="914400" rtl="0" eaLnBrk="1" latinLnBrk="0" hangingPunct="1">
              <a:spcBef>
                <a:spcPct val="20000"/>
              </a:spcBef>
              <a:buClr>
                <a:schemeClr val="bg2"/>
              </a:buClr>
              <a:buSzPct val="65000"/>
              <a:buFont typeface="Wingdings" panose="05000000000000000000" pitchFamily="2" charset="2"/>
              <a:buChar char="n"/>
              <a:defRPr sz="2400" kern="1200">
                <a:solidFill>
                  <a:schemeClr val="tx1"/>
                </a:solidFill>
                <a:latin typeface="Arial" panose="020B0604020202020204" pitchFamily="34" charset="0"/>
                <a:ea typeface="+mn-ea"/>
                <a:cs typeface="+mn-cs"/>
              </a:defRPr>
            </a:lvl3pPr>
            <a:lvl4pPr marL="1600200" indent="-228600" algn="l" defTabSz="914400" rtl="0" eaLnBrk="1" latinLnBrk="0" hangingPunct="1">
              <a:spcBef>
                <a:spcPct val="20000"/>
              </a:spcBef>
              <a:buClr>
                <a:schemeClr val="accent2"/>
              </a:buClr>
              <a:buSzPct val="70000"/>
              <a:buFont typeface="Wingdings" panose="05000000000000000000" pitchFamily="2" charset="2"/>
              <a:buChar char="¨"/>
              <a:defRPr sz="2000" kern="1200">
                <a:solidFill>
                  <a:schemeClr val="tx1"/>
                </a:solidFill>
                <a:latin typeface="Arial" panose="020B0604020202020204" pitchFamily="34" charset="0"/>
                <a:ea typeface="+mn-ea"/>
                <a:cs typeface="+mn-cs"/>
              </a:defRPr>
            </a:lvl4pPr>
            <a:lvl5pPr marL="2057400" indent="-228600" algn="l" defTabSz="914400" rtl="0" eaLnBrk="1" latinLnBrk="0" hangingPunct="1">
              <a:spcBef>
                <a:spcPct val="20000"/>
              </a:spcBef>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9pPr>
          </a:lstStyle>
          <a:p>
            <a:pPr algn="r">
              <a:spcBef>
                <a:spcPts val="0"/>
              </a:spcBef>
              <a:spcAft>
                <a:spcPts val="600"/>
              </a:spcAft>
              <a:buClrTx/>
              <a:buSzTx/>
              <a:buFont typeface="Wingdings" panose="05000000000000000000" pitchFamily="2" charset="2"/>
              <a:buNone/>
              <a:defRPr/>
            </a:pPr>
            <a:fld id="{AF0AE83C-7C43-4EDB-B42E-0A2ED1773DE0}" type="slidenum">
              <a:rPr lang="en-US" altLang="es-ES" sz="1200" smtClean="0">
                <a:solidFill>
                  <a:srgbClr val="FFFFFF"/>
                </a:solidFill>
                <a:latin typeface="Calibri" panose="020F0502020204030204"/>
              </a:rPr>
              <a:pPr algn="r">
                <a:spcBef>
                  <a:spcPts val="0"/>
                </a:spcBef>
                <a:spcAft>
                  <a:spcPts val="600"/>
                </a:spcAft>
                <a:buClrTx/>
                <a:buSzTx/>
                <a:buFont typeface="Wingdings" panose="05000000000000000000" pitchFamily="2" charset="2"/>
                <a:buNone/>
                <a:defRPr/>
              </a:pPr>
              <a:t>4</a:t>
            </a:fld>
            <a:endParaRPr lang="en-US" altLang="es-ES" sz="1200" dirty="0">
              <a:solidFill>
                <a:srgbClr val="FFFFFF"/>
              </a:solidFill>
              <a:latin typeface="Calibri" panose="020F0502020204030204"/>
            </a:endParaRPr>
          </a:p>
        </p:txBody>
      </p:sp>
      <p:sp>
        <p:nvSpPr>
          <p:cNvPr id="3" name="CuadroTexto 2">
            <a:extLst>
              <a:ext uri="{FF2B5EF4-FFF2-40B4-BE49-F238E27FC236}">
                <a16:creationId xmlns:a16="http://schemas.microsoft.com/office/drawing/2014/main" id="{71C92855-5F66-7950-087B-170A3C1AAC1E}"/>
              </a:ext>
            </a:extLst>
          </p:cNvPr>
          <p:cNvSpPr txBox="1"/>
          <p:nvPr/>
        </p:nvSpPr>
        <p:spPr>
          <a:xfrm>
            <a:off x="28301" y="2158508"/>
            <a:ext cx="10780295" cy="3846438"/>
          </a:xfrm>
          <a:prstGeom prst="rect">
            <a:avLst/>
          </a:prstGeom>
          <a:noFill/>
        </p:spPr>
        <p:txBody>
          <a:bodyPr wrap="square">
            <a:spAutoFit/>
          </a:bodyPr>
          <a:lstStyle/>
          <a:p>
            <a:pPr marL="285750" indent="-285750" algn="just">
              <a:lnSpc>
                <a:spcPct val="115000"/>
              </a:lnSpc>
              <a:spcAft>
                <a:spcPts val="800"/>
              </a:spcAft>
              <a:buFont typeface="Arial" panose="020B0604020202020204" pitchFamily="34" charset="0"/>
              <a:buChar char="•"/>
            </a:pPr>
            <a:r>
              <a:rPr lang="es-ES" sz="1800" kern="100" dirty="0">
                <a:effectLst/>
                <a:latin typeface="Calibri" panose="020F0502020204030204" pitchFamily="34" charset="0"/>
                <a:ea typeface="Aptos" panose="020B0004020202020204" pitchFamily="34" charset="0"/>
                <a:cs typeface="Times New Roman" panose="02020603050405020304" pitchFamily="18" charset="0"/>
              </a:rPr>
              <a:t>El artículo 63.1.1.º del Estatuto de Autonomía para Andalucía atribuye a la Comunidad Autónoma, en el marco de la legislación básica del Estado, las competencias ejecutivas en materia de empleo y relaciones laborales, que incluyen, en todo caso, las </a:t>
            </a:r>
            <a:r>
              <a:rPr lang="es-ES" sz="1800" b="1" kern="100" dirty="0">
                <a:solidFill>
                  <a:schemeClr val="accent1"/>
                </a:solidFill>
                <a:effectLst/>
                <a:latin typeface="Calibri" panose="020F0502020204030204" pitchFamily="34" charset="0"/>
                <a:ea typeface="Aptos" panose="020B0004020202020204" pitchFamily="34" charset="0"/>
                <a:cs typeface="Times New Roman" panose="02020603050405020304" pitchFamily="18" charset="0"/>
              </a:rPr>
              <a:t>políticas activas de empleo</a:t>
            </a:r>
            <a:r>
              <a:rPr lang="es-ES" sz="1800" kern="100" dirty="0">
                <a:effectLst/>
                <a:latin typeface="Calibri" panose="020F0502020204030204" pitchFamily="34" charset="0"/>
                <a:ea typeface="Aptos" panose="020B0004020202020204" pitchFamily="34" charset="0"/>
                <a:cs typeface="Times New Roman" panose="02020603050405020304" pitchFamily="18" charset="0"/>
              </a:rPr>
              <a:t>, así como la </a:t>
            </a:r>
            <a:r>
              <a:rPr lang="es-ES" sz="1800" kern="100" dirty="0">
                <a:solidFill>
                  <a:schemeClr val="accent1"/>
                </a:solidFill>
                <a:effectLst/>
                <a:latin typeface="Calibri" panose="020F0502020204030204" pitchFamily="34" charset="0"/>
                <a:ea typeface="Aptos" panose="020B0004020202020204" pitchFamily="34" charset="0"/>
                <a:cs typeface="Times New Roman" panose="02020603050405020304" pitchFamily="18" charset="0"/>
              </a:rPr>
              <a:t>gestión de las subvenciones correspondientes, la intermediación laboral y el fomento del empleo</a:t>
            </a:r>
            <a:r>
              <a:rPr lang="es-ES" sz="1800" kern="100" dirty="0">
                <a:effectLst/>
                <a:latin typeface="Calibri" panose="020F0502020204030204" pitchFamily="34" charset="0"/>
                <a:ea typeface="Aptos" panose="020B0004020202020204" pitchFamily="34" charset="0"/>
                <a:cs typeface="Times New Roman" panose="02020603050405020304" pitchFamily="18" charset="0"/>
              </a:rPr>
              <a:t>.</a:t>
            </a:r>
          </a:p>
          <a:p>
            <a:pPr marL="285750" indent="-285750" algn="just">
              <a:lnSpc>
                <a:spcPct val="115000"/>
              </a:lnSpc>
              <a:spcAft>
                <a:spcPts val="800"/>
              </a:spcAft>
              <a:buFont typeface="Arial" panose="020B0604020202020204" pitchFamily="34" charset="0"/>
              <a:buChar char="•"/>
            </a:pPr>
            <a:endParaRPr lang="es-ES" kern="100" dirty="0">
              <a:latin typeface="Calibri" panose="020F0502020204030204" pitchFamily="34" charset="0"/>
              <a:ea typeface="Aptos" panose="020B0004020202020204" pitchFamily="34" charset="0"/>
              <a:cs typeface="Times New Roman" panose="02020603050405020304" pitchFamily="18" charset="0"/>
            </a:endParaRPr>
          </a:p>
          <a:p>
            <a:pPr marL="285750" indent="-285750" algn="just">
              <a:lnSpc>
                <a:spcPct val="115000"/>
              </a:lnSpc>
              <a:spcAft>
                <a:spcPts val="800"/>
              </a:spcAft>
              <a:buFont typeface="Arial" panose="020B0604020202020204" pitchFamily="34" charset="0"/>
              <a:buChar char="•"/>
            </a:pPr>
            <a:endParaRPr lang="es-ES" sz="1800" kern="100" dirty="0">
              <a:effectLst/>
              <a:latin typeface="Calibri" panose="020F0502020204030204" pitchFamily="34" charset="0"/>
              <a:ea typeface="Aptos" panose="020B0004020202020204" pitchFamily="34" charset="0"/>
              <a:cs typeface="Times New Roman" panose="02020603050405020304" pitchFamily="18" charset="0"/>
            </a:endParaRPr>
          </a:p>
          <a:p>
            <a:pPr algn="just">
              <a:lnSpc>
                <a:spcPct val="115000"/>
              </a:lnSpc>
              <a:spcAft>
                <a:spcPts val="800"/>
              </a:spcAft>
            </a:pPr>
            <a:endParaRPr lang="es-ES" sz="1000" kern="100" dirty="0">
              <a:effectLst/>
              <a:latin typeface="Calibri" panose="020F0502020204030204" pitchFamily="34" charset="0"/>
              <a:ea typeface="Aptos" panose="020B0004020202020204" pitchFamily="34" charset="0"/>
              <a:cs typeface="Times New Roman" panose="02020603050405020304" pitchFamily="18" charset="0"/>
            </a:endParaRPr>
          </a:p>
          <a:p>
            <a:pPr marL="285750" indent="-285750" algn="just">
              <a:lnSpc>
                <a:spcPct val="115000"/>
              </a:lnSpc>
              <a:spcAft>
                <a:spcPts val="800"/>
              </a:spcAft>
              <a:buFont typeface="Arial" panose="020B0604020202020204" pitchFamily="34" charset="0"/>
              <a:buChar char="•"/>
            </a:pPr>
            <a:r>
              <a:rPr lang="es-ES" sz="1800" kern="100" dirty="0">
                <a:effectLst/>
                <a:latin typeface="Calibri" panose="020F0502020204030204" pitchFamily="34" charset="0"/>
                <a:ea typeface="Aptos" panose="020B0004020202020204" pitchFamily="34" charset="0"/>
                <a:cs typeface="Times New Roman" panose="02020603050405020304" pitchFamily="18" charset="0"/>
              </a:rPr>
              <a:t>Por su parte, el Decreto 155/2022, de 9 de agosto, por el que se regula la estructura orgánica de la Consejería de Empleo, Empresa y Trabajo Autónomo, dispone en su artículo 1.j) </a:t>
            </a:r>
            <a:r>
              <a:rPr lang="es-ES" sz="1800" kern="100" dirty="0">
                <a:solidFill>
                  <a:schemeClr val="accent1"/>
                </a:solidFill>
                <a:effectLst/>
                <a:latin typeface="Calibri" panose="020F0502020204030204" pitchFamily="34" charset="0"/>
                <a:ea typeface="Aptos" panose="020B0004020202020204" pitchFamily="34" charset="0"/>
                <a:cs typeface="Times New Roman" panose="02020603050405020304" pitchFamily="18" charset="0"/>
              </a:rPr>
              <a:t>que corresponde a la Consejería de Empleo, Empresa y Trabajo Autónomo las competencias atribuidas a la Comunidad Autónoma de Andalucía sobre el </a:t>
            </a:r>
            <a:r>
              <a:rPr lang="es-ES" sz="1800" b="1" kern="100" dirty="0">
                <a:solidFill>
                  <a:schemeClr val="accent1"/>
                </a:solidFill>
                <a:effectLst/>
                <a:latin typeface="Calibri" panose="020F0502020204030204" pitchFamily="34" charset="0"/>
                <a:ea typeface="Aptos" panose="020B0004020202020204" pitchFamily="34" charset="0"/>
                <a:cs typeface="Times New Roman" panose="02020603050405020304" pitchFamily="18" charset="0"/>
              </a:rPr>
              <a:t>fomento de las políticas de incentivos para el empleo, de su calidad y estabilidad.</a:t>
            </a:r>
            <a:endParaRPr lang="es-ES" sz="2800" kern="100" dirty="0">
              <a:solidFill>
                <a:schemeClr val="accent1"/>
              </a:solidFill>
              <a:effectLst/>
              <a:latin typeface="Calibri" panose="020F0502020204030204" pitchFamily="34" charset="0"/>
              <a:ea typeface="Aptos" panose="020B0004020202020204" pitchFamily="34" charset="0"/>
              <a:cs typeface="Times New Roman" panose="02020603050405020304" pitchFamily="18" charset="0"/>
            </a:endParaRPr>
          </a:p>
        </p:txBody>
      </p:sp>
      <p:sp>
        <p:nvSpPr>
          <p:cNvPr id="6" name="Flecha: hacia abajo 5">
            <a:extLst>
              <a:ext uri="{FF2B5EF4-FFF2-40B4-BE49-F238E27FC236}">
                <a16:creationId xmlns:a16="http://schemas.microsoft.com/office/drawing/2014/main" id="{9D0D2D06-643C-8A0D-68A5-3FE8DDE1CBC7}"/>
              </a:ext>
            </a:extLst>
          </p:cNvPr>
          <p:cNvSpPr/>
          <p:nvPr/>
        </p:nvSpPr>
        <p:spPr>
          <a:xfrm>
            <a:off x="5081563" y="3636558"/>
            <a:ext cx="673768" cy="890337"/>
          </a:xfrm>
          <a:prstGeom prst="downArrow">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588829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03357-4F6D-25A6-F24A-D08318C5E381}"/>
            </a:ext>
          </a:extLst>
        </p:cNvPr>
        <p:cNvGrpSpPr/>
        <p:nvPr/>
      </p:nvGrpSpPr>
      <p:grpSpPr>
        <a:xfrm>
          <a:off x="0" y="0"/>
          <a:ext cx="0" cy="0"/>
          <a:chOff x="0" y="0"/>
          <a:chExt cx="0" cy="0"/>
        </a:xfrm>
      </p:grpSpPr>
      <p:sp>
        <p:nvSpPr>
          <p:cNvPr id="4099" name="Rectangle 3">
            <a:extLst>
              <a:ext uri="{FF2B5EF4-FFF2-40B4-BE49-F238E27FC236}">
                <a16:creationId xmlns:a16="http://schemas.microsoft.com/office/drawing/2014/main" id="{B1EA9939-554A-0966-BAD1-5C3909EE5AA5}"/>
              </a:ext>
            </a:extLst>
          </p:cNvPr>
          <p:cNvSpPr>
            <a:spLocks noGrp="1" noChangeArrowheads="1"/>
          </p:cNvSpPr>
          <p:nvPr>
            <p:ph idx="1"/>
          </p:nvPr>
        </p:nvSpPr>
        <p:spPr>
          <a:xfrm>
            <a:off x="816369" y="1608500"/>
            <a:ext cx="10615863" cy="397032"/>
          </a:xfrm>
        </p:spPr>
        <p:txBody>
          <a:bodyPr>
            <a:normAutofit/>
          </a:bodyPr>
          <a:lstStyle/>
          <a:p>
            <a:pPr marL="0" indent="0" algn="ctr">
              <a:buNone/>
              <a:defRPr/>
            </a:pPr>
            <a:r>
              <a:rPr lang="es-ES" sz="1900" b="1" dirty="0">
                <a:solidFill>
                  <a:srgbClr val="003772"/>
                </a:solidFill>
              </a:rPr>
              <a:t>¿Cuál es el objetivo que se persigue con la aprobación del Programa?</a:t>
            </a:r>
            <a:endParaRPr lang="es-ES" sz="1900" dirty="0">
              <a:solidFill>
                <a:srgbClr val="003772"/>
              </a:solidFill>
            </a:endParaRPr>
          </a:p>
        </p:txBody>
      </p:sp>
      <p:sp>
        <p:nvSpPr>
          <p:cNvPr id="9220" name="3 Marcador de número de diapositiva">
            <a:extLst>
              <a:ext uri="{FF2B5EF4-FFF2-40B4-BE49-F238E27FC236}">
                <a16:creationId xmlns:a16="http://schemas.microsoft.com/office/drawing/2014/main" id="{04ED1457-F22D-C3DC-F7CC-CD0190E85ED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022B5D9-89AF-4C01-A6B5-B0A330C3083F}" type="slidenum">
              <a:rPr lang="es-ES" altLang="es-ES" sz="1000">
                <a:solidFill>
                  <a:schemeClr val="bg2"/>
                </a:solidFill>
                <a:latin typeface="Arial Black" panose="020B0A04020102020204" pitchFamily="34" charset="0"/>
              </a:rPr>
              <a:pPr>
                <a:spcBef>
                  <a:spcPct val="0"/>
                </a:spcBef>
                <a:buClrTx/>
                <a:buSzTx/>
                <a:buFontTx/>
                <a:buNone/>
              </a:pPr>
              <a:t>5</a:t>
            </a:fld>
            <a:endParaRPr lang="es-ES" altLang="es-ES" sz="1000">
              <a:solidFill>
                <a:schemeClr val="bg2"/>
              </a:solidFill>
              <a:latin typeface="Arial Black" panose="020B0A04020102020204" pitchFamily="34" charset="0"/>
            </a:endParaRPr>
          </a:p>
        </p:txBody>
      </p:sp>
      <p:sp>
        <p:nvSpPr>
          <p:cNvPr id="4" name="CuadroTexto 3">
            <a:extLst>
              <a:ext uri="{FF2B5EF4-FFF2-40B4-BE49-F238E27FC236}">
                <a16:creationId xmlns:a16="http://schemas.microsoft.com/office/drawing/2014/main" id="{D51A96DB-C1B1-2D7D-700D-9B2B8F9A1EE6}"/>
              </a:ext>
            </a:extLst>
          </p:cNvPr>
          <p:cNvSpPr txBox="1"/>
          <p:nvPr/>
        </p:nvSpPr>
        <p:spPr>
          <a:xfrm>
            <a:off x="171938" y="509157"/>
            <a:ext cx="6096000" cy="397032"/>
          </a:xfrm>
          <a:prstGeom prst="rect">
            <a:avLst/>
          </a:prstGeom>
          <a:noFill/>
        </p:spPr>
        <p:txBody>
          <a:bodyPr wrap="square">
            <a:spAutoFit/>
          </a:bodyPr>
          <a:lstStyle/>
          <a:p>
            <a:pPr>
              <a:lnSpc>
                <a:spcPct val="90000"/>
              </a:lnSpc>
              <a:spcBef>
                <a:spcPts val="1000"/>
              </a:spcBef>
            </a:pPr>
            <a:r>
              <a:rPr lang="es-ES" sz="2200" dirty="0">
                <a:solidFill>
                  <a:srgbClr val="003772"/>
                </a:solidFill>
                <a:latin typeface="Arial" panose="020B0604020202020204" pitchFamily="34" charset="0"/>
                <a:cs typeface="Arial" panose="020B0604020202020204" pitchFamily="34" charset="0"/>
              </a:rPr>
              <a:t>Análisis de contexto</a:t>
            </a:r>
          </a:p>
        </p:txBody>
      </p:sp>
      <p:sp>
        <p:nvSpPr>
          <p:cNvPr id="5" name="3 Marcador de número de diapositiva">
            <a:extLst>
              <a:ext uri="{FF2B5EF4-FFF2-40B4-BE49-F238E27FC236}">
                <a16:creationId xmlns:a16="http://schemas.microsoft.com/office/drawing/2014/main" id="{E4D99734-2234-E39A-CA76-A9BDB112B68F}"/>
              </a:ext>
            </a:extLst>
          </p:cNvPr>
          <p:cNvSpPr txBox="1">
            <a:spLocks/>
          </p:cNvSpPr>
          <p:nvPr/>
        </p:nvSpPr>
        <p:spPr>
          <a:xfrm>
            <a:off x="9420499" y="6356350"/>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defPPr>
              <a:defRPr lang="es-ES"/>
            </a:defPPr>
            <a:lvl1pPr marL="0" algn="l" defTabSz="914400" rtl="0" eaLnBrk="1" latinLnBrk="0" hangingPunct="1">
              <a:spcBef>
                <a:spcPct val="20000"/>
              </a:spcBef>
              <a:buClr>
                <a:schemeClr val="bg2"/>
              </a:buClr>
              <a:buSzPct val="75000"/>
              <a:buFont typeface="Wingdings" panose="05000000000000000000" pitchFamily="2" charset="2"/>
              <a:buChar char="n"/>
              <a:defRPr sz="3200" kern="1200">
                <a:solidFill>
                  <a:schemeClr val="tx1"/>
                </a:solidFill>
                <a:latin typeface="Arial" panose="020B0604020202020204" pitchFamily="34" charset="0"/>
                <a:ea typeface="+mn-ea"/>
                <a:cs typeface="+mn-cs"/>
              </a:defRPr>
            </a:lvl1pPr>
            <a:lvl2pPr marL="742950" indent="-285750" algn="l" defTabSz="914400" rtl="0" eaLnBrk="1" latinLnBrk="0" hangingPunct="1">
              <a:spcBef>
                <a:spcPct val="20000"/>
              </a:spcBef>
              <a:buClr>
                <a:schemeClr val="accent2"/>
              </a:buClr>
              <a:buSzPct val="80000"/>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defTabSz="914400" rtl="0" eaLnBrk="1" latinLnBrk="0" hangingPunct="1">
              <a:spcBef>
                <a:spcPct val="20000"/>
              </a:spcBef>
              <a:buClr>
                <a:schemeClr val="bg2"/>
              </a:buClr>
              <a:buSzPct val="65000"/>
              <a:buFont typeface="Wingdings" panose="05000000000000000000" pitchFamily="2" charset="2"/>
              <a:buChar char="n"/>
              <a:defRPr sz="2400" kern="1200">
                <a:solidFill>
                  <a:schemeClr val="tx1"/>
                </a:solidFill>
                <a:latin typeface="Arial" panose="020B0604020202020204" pitchFamily="34" charset="0"/>
                <a:ea typeface="+mn-ea"/>
                <a:cs typeface="+mn-cs"/>
              </a:defRPr>
            </a:lvl3pPr>
            <a:lvl4pPr marL="1600200" indent="-228600" algn="l" defTabSz="914400" rtl="0" eaLnBrk="1" latinLnBrk="0" hangingPunct="1">
              <a:spcBef>
                <a:spcPct val="20000"/>
              </a:spcBef>
              <a:buClr>
                <a:schemeClr val="accent2"/>
              </a:buClr>
              <a:buSzPct val="70000"/>
              <a:buFont typeface="Wingdings" panose="05000000000000000000" pitchFamily="2" charset="2"/>
              <a:buChar char="¨"/>
              <a:defRPr sz="2000" kern="1200">
                <a:solidFill>
                  <a:schemeClr val="tx1"/>
                </a:solidFill>
                <a:latin typeface="Arial" panose="020B0604020202020204" pitchFamily="34" charset="0"/>
                <a:ea typeface="+mn-ea"/>
                <a:cs typeface="+mn-cs"/>
              </a:defRPr>
            </a:lvl4pPr>
            <a:lvl5pPr marL="2057400" indent="-228600" algn="l" defTabSz="914400" rtl="0" eaLnBrk="1" latinLnBrk="0" hangingPunct="1">
              <a:spcBef>
                <a:spcPct val="20000"/>
              </a:spcBef>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9pPr>
          </a:lstStyle>
          <a:p>
            <a:pPr algn="r">
              <a:spcBef>
                <a:spcPts val="0"/>
              </a:spcBef>
              <a:spcAft>
                <a:spcPts val="600"/>
              </a:spcAft>
              <a:buClrTx/>
              <a:buSzTx/>
              <a:buFont typeface="Wingdings" panose="05000000000000000000" pitchFamily="2" charset="2"/>
              <a:buNone/>
              <a:defRPr/>
            </a:pPr>
            <a:fld id="{AF0AE83C-7C43-4EDB-B42E-0A2ED1773DE0}" type="slidenum">
              <a:rPr lang="en-US" altLang="es-ES" sz="1200" smtClean="0">
                <a:solidFill>
                  <a:srgbClr val="FFFFFF"/>
                </a:solidFill>
                <a:latin typeface="Calibri" panose="020F0502020204030204"/>
              </a:rPr>
              <a:pPr algn="r">
                <a:spcBef>
                  <a:spcPts val="0"/>
                </a:spcBef>
                <a:spcAft>
                  <a:spcPts val="600"/>
                </a:spcAft>
                <a:buClrTx/>
                <a:buSzTx/>
                <a:buFont typeface="Wingdings" panose="05000000000000000000" pitchFamily="2" charset="2"/>
                <a:buNone/>
                <a:defRPr/>
              </a:pPr>
              <a:t>5</a:t>
            </a:fld>
            <a:endParaRPr lang="en-US" altLang="es-ES" sz="1200" dirty="0">
              <a:solidFill>
                <a:srgbClr val="FFFFFF"/>
              </a:solidFill>
              <a:latin typeface="Calibri" panose="020F0502020204030204"/>
            </a:endParaRPr>
          </a:p>
        </p:txBody>
      </p:sp>
      <p:sp>
        <p:nvSpPr>
          <p:cNvPr id="2" name="Rectángulo 1">
            <a:extLst>
              <a:ext uri="{FF2B5EF4-FFF2-40B4-BE49-F238E27FC236}">
                <a16:creationId xmlns:a16="http://schemas.microsoft.com/office/drawing/2014/main" id="{4F592EE2-D403-1448-D9C8-7D67F26268C5}"/>
              </a:ext>
            </a:extLst>
          </p:cNvPr>
          <p:cNvSpPr/>
          <p:nvPr/>
        </p:nvSpPr>
        <p:spPr>
          <a:xfrm>
            <a:off x="10006490" y="1251284"/>
            <a:ext cx="2213811" cy="56067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26" name="Picture 2">
            <a:extLst>
              <a:ext uri="{FF2B5EF4-FFF2-40B4-BE49-F238E27FC236}">
                <a16:creationId xmlns:a16="http://schemas.microsoft.com/office/drawing/2014/main" id="{ACF0176F-6F47-83F3-9CB9-B8DCF0C54F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01" y="4157663"/>
            <a:ext cx="12192000" cy="2700337"/>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D4DC373E-B035-FF82-CBCE-B0ECE2571482}"/>
              </a:ext>
            </a:extLst>
          </p:cNvPr>
          <p:cNvSpPr txBox="1"/>
          <p:nvPr/>
        </p:nvSpPr>
        <p:spPr>
          <a:xfrm>
            <a:off x="877790" y="3025815"/>
            <a:ext cx="10780295" cy="1131848"/>
          </a:xfrm>
          <a:prstGeom prst="rect">
            <a:avLst/>
          </a:prstGeom>
          <a:solidFill>
            <a:schemeClr val="bg1"/>
          </a:solidFill>
        </p:spPr>
        <p:txBody>
          <a:bodyPr wrap="square">
            <a:spAutoFit/>
          </a:bodyPr>
          <a:lstStyle/>
          <a:p>
            <a:pPr algn="just">
              <a:lnSpc>
                <a:spcPct val="115000"/>
              </a:lnSpc>
              <a:spcAft>
                <a:spcPts val="800"/>
              </a:spcAft>
            </a:pPr>
            <a:r>
              <a:rPr lang="es-ES" i="1" kern="100" dirty="0">
                <a:latin typeface="Calibri" panose="020F0502020204030204" pitchFamily="34" charset="0"/>
                <a:ea typeface="Aptos" panose="020B0004020202020204" pitchFamily="34" charset="0"/>
                <a:cs typeface="Times New Roman" panose="02020603050405020304" pitchFamily="18" charset="0"/>
              </a:rPr>
              <a:t>“E</a:t>
            </a:r>
            <a:r>
              <a:rPr lang="es-ES" sz="1800" i="1" kern="100" dirty="0">
                <a:effectLst/>
                <a:latin typeface="Calibri" panose="020F0502020204030204" pitchFamily="34" charset="0"/>
                <a:ea typeface="Aptos" panose="020B0004020202020204" pitchFamily="34" charset="0"/>
                <a:cs typeface="Times New Roman" panose="02020603050405020304" pitchFamily="18" charset="0"/>
              </a:rPr>
              <a:t>s objetivo prioritario y urgente de nuestra Comunidad Autónoma </a:t>
            </a:r>
            <a:r>
              <a:rPr lang="es-ES" sz="1800" b="1" i="1" kern="100" dirty="0">
                <a:solidFill>
                  <a:schemeClr val="accent1"/>
                </a:solidFill>
                <a:effectLst/>
                <a:latin typeface="Calibri" panose="020F0502020204030204" pitchFamily="34" charset="0"/>
                <a:ea typeface="Aptos" panose="020B0004020202020204" pitchFamily="34" charset="0"/>
                <a:cs typeface="Times New Roman" panose="02020603050405020304" pitchFamily="18" charset="0"/>
              </a:rPr>
              <a:t>abordar las necesidades de las personas desempleadas</a:t>
            </a:r>
            <a:r>
              <a:rPr lang="es-ES" sz="1800" i="1" kern="100" dirty="0">
                <a:effectLst/>
                <a:latin typeface="Calibri" panose="020F0502020204030204" pitchFamily="34" charset="0"/>
                <a:ea typeface="Aptos" panose="020B0004020202020204" pitchFamily="34" charset="0"/>
                <a:cs typeface="Times New Roman" panose="02020603050405020304" pitchFamily="18" charset="0"/>
              </a:rPr>
              <a:t>, así como establecer unas </a:t>
            </a:r>
            <a:r>
              <a:rPr lang="es-ES" sz="1800" b="1" i="1" kern="100" dirty="0">
                <a:solidFill>
                  <a:schemeClr val="accent1"/>
                </a:solidFill>
                <a:effectLst/>
                <a:latin typeface="Calibri" panose="020F0502020204030204" pitchFamily="34" charset="0"/>
                <a:ea typeface="Aptos" panose="020B0004020202020204" pitchFamily="34" charset="0"/>
                <a:cs typeface="Times New Roman" panose="02020603050405020304" pitchFamily="18" charset="0"/>
              </a:rPr>
              <a:t>bases sólidas para su inserción laboral sostenible</a:t>
            </a:r>
            <a:r>
              <a:rPr lang="es-ES" sz="1800" i="1" kern="100" dirty="0">
                <a:effectLst/>
                <a:latin typeface="Calibri" panose="020F0502020204030204" pitchFamily="34" charset="0"/>
                <a:ea typeface="Aptos" panose="020B0004020202020204" pitchFamily="34" charset="0"/>
                <a:cs typeface="Times New Roman" panose="02020603050405020304" pitchFamily="18" charset="0"/>
              </a:rPr>
              <a:t>.”</a:t>
            </a:r>
          </a:p>
          <a:p>
            <a:pPr algn="just">
              <a:lnSpc>
                <a:spcPct val="115000"/>
              </a:lnSpc>
              <a:spcAft>
                <a:spcPts val="800"/>
              </a:spcAft>
            </a:pPr>
            <a:endParaRPr lang="es-ES" kern="100" dirty="0">
              <a:latin typeface="Calibri" panose="020F0502020204030204" pitchFamily="34" charset="0"/>
              <a:ea typeface="Aptos" panose="020B0004020202020204" pitchFamily="34" charset="0"/>
              <a:cs typeface="Times New Roman" panose="02020603050405020304" pitchFamily="18" charset="0"/>
            </a:endParaRPr>
          </a:p>
        </p:txBody>
      </p:sp>
      <p:sp>
        <p:nvSpPr>
          <p:cNvPr id="6" name="Flecha: hacia abajo 5">
            <a:extLst>
              <a:ext uri="{FF2B5EF4-FFF2-40B4-BE49-F238E27FC236}">
                <a16:creationId xmlns:a16="http://schemas.microsoft.com/office/drawing/2014/main" id="{90D95298-AEBC-C8E2-33F6-4537DE444886}"/>
              </a:ext>
            </a:extLst>
          </p:cNvPr>
          <p:cNvSpPr/>
          <p:nvPr/>
        </p:nvSpPr>
        <p:spPr>
          <a:xfrm>
            <a:off x="5422232" y="2086757"/>
            <a:ext cx="673768" cy="890337"/>
          </a:xfrm>
          <a:prstGeom prst="downArrow">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a:extLst>
              <a:ext uri="{FF2B5EF4-FFF2-40B4-BE49-F238E27FC236}">
                <a16:creationId xmlns:a16="http://schemas.microsoft.com/office/drawing/2014/main" id="{0721309F-533B-7362-5EDE-753DC0DB16DF}"/>
              </a:ext>
            </a:extLst>
          </p:cNvPr>
          <p:cNvSpPr txBox="1"/>
          <p:nvPr/>
        </p:nvSpPr>
        <p:spPr>
          <a:xfrm>
            <a:off x="6045641" y="2207896"/>
            <a:ext cx="6118058" cy="307777"/>
          </a:xfrm>
          <a:prstGeom prst="rect">
            <a:avLst/>
          </a:prstGeom>
          <a:noFill/>
        </p:spPr>
        <p:txBody>
          <a:bodyPr wrap="square">
            <a:spAutoFit/>
          </a:bodyPr>
          <a:lstStyle/>
          <a:p>
            <a:r>
              <a:rPr lang="es-ES" sz="1400" b="1" dirty="0">
                <a:solidFill>
                  <a:srgbClr val="003772"/>
                </a:solidFill>
              </a:rPr>
              <a:t> </a:t>
            </a:r>
            <a:r>
              <a:rPr lang="es-ES" sz="1400" dirty="0">
                <a:solidFill>
                  <a:srgbClr val="003772"/>
                </a:solidFill>
              </a:rPr>
              <a:t>Orden de 3 de octubre de 2024</a:t>
            </a:r>
            <a:endParaRPr lang="es-ES" sz="1400" dirty="0"/>
          </a:p>
        </p:txBody>
      </p:sp>
    </p:spTree>
    <p:extLst>
      <p:ext uri="{BB962C8B-B14F-4D97-AF65-F5344CB8AC3E}">
        <p14:creationId xmlns:p14="http://schemas.microsoft.com/office/powerpoint/2010/main" val="3995395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F5DCEC-3532-7AE1-FAB9-CE45CB56AF67}"/>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descr="Imagen que contiene colorido, sostener, pequeño, hombre&#10;&#10;El contenido generado por IA puede ser incorrecto.">
            <a:extLst>
              <a:ext uri="{FF2B5EF4-FFF2-40B4-BE49-F238E27FC236}">
                <a16:creationId xmlns:a16="http://schemas.microsoft.com/office/drawing/2014/main" id="{482CFC9D-3D8F-C8D3-3457-A601653F1337}"/>
              </a:ext>
            </a:extLst>
          </p:cNvPr>
          <p:cNvPicPr>
            <a:picLocks noChangeAspect="1"/>
          </p:cNvPicPr>
          <p:nvPr/>
        </p:nvPicPr>
        <p:blipFill>
          <a:blip r:embed="rId3">
            <a:extLst>
              <a:ext uri="{28A0092B-C50C-407E-A947-70E740481C1C}">
                <a14:useLocalDpi xmlns:a14="http://schemas.microsoft.com/office/drawing/2010/main" val="0"/>
              </a:ext>
            </a:extLst>
          </a:blip>
          <a:srcRect l="6219" t="9091" r="15356"/>
          <a:stretch>
            <a:fillRect/>
          </a:stretch>
        </p:blipFill>
        <p:spPr>
          <a:xfrm>
            <a:off x="3523488" y="10"/>
            <a:ext cx="8668512" cy="6857990"/>
          </a:xfrm>
          <a:prstGeom prst="rect">
            <a:avLst/>
          </a:prstGeom>
        </p:spPr>
      </p:pic>
      <p:sp>
        <p:nvSpPr>
          <p:cNvPr id="31" name="Rectangle 30">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CuadroTexto 5">
            <a:extLst>
              <a:ext uri="{FF2B5EF4-FFF2-40B4-BE49-F238E27FC236}">
                <a16:creationId xmlns:a16="http://schemas.microsoft.com/office/drawing/2014/main" id="{A1217C00-69CF-390D-B216-6A115CE9CAB0}"/>
              </a:ext>
            </a:extLst>
          </p:cNvPr>
          <p:cNvSpPr txBox="1"/>
          <p:nvPr/>
        </p:nvSpPr>
        <p:spPr>
          <a:xfrm>
            <a:off x="477981" y="1122363"/>
            <a:ext cx="4023360" cy="3204134"/>
          </a:xfrm>
          <a:prstGeom prst="rect">
            <a:avLst/>
          </a:prstGeom>
        </p:spPr>
        <p:txBody>
          <a:bodyPr vert="horz" lIns="91440" tIns="45720" rIns="91440" bIns="45720" rtlCol="0" anchor="b">
            <a:normAutofit/>
          </a:bodyPr>
          <a:lstStyle>
            <a:defPPr>
              <a:defRPr lang="es-ES"/>
            </a:defPPr>
            <a:lvl1pPr>
              <a:lnSpc>
                <a:spcPct val="90000"/>
              </a:lnSpc>
              <a:spcBef>
                <a:spcPct val="0"/>
              </a:spcBef>
              <a:spcAft>
                <a:spcPts val="600"/>
              </a:spcAft>
              <a:defRPr sz="4200" b="1">
                <a:solidFill>
                  <a:srgbClr val="003772"/>
                </a:solidFill>
              </a:defRPr>
            </a:lvl1pPr>
          </a:lstStyle>
          <a:p>
            <a:r>
              <a:rPr lang="en-US" sz="4800">
                <a:solidFill>
                  <a:schemeClr val="tx1"/>
                </a:solidFill>
                <a:latin typeface="+mj-lt"/>
                <a:ea typeface="+mj-ea"/>
                <a:cs typeface="+mj-cs"/>
              </a:rPr>
              <a:t>Programa Emplea-T</a:t>
            </a:r>
          </a:p>
        </p:txBody>
      </p:sp>
      <p:sp>
        <p:nvSpPr>
          <p:cNvPr id="33" name="Rectangle 3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5" name="Rectangle 3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logo-junta-andalucia-consejeria-empleo - Mecenazgo UGR">
            <a:extLst>
              <a:ext uri="{FF2B5EF4-FFF2-40B4-BE49-F238E27FC236}">
                <a16:creationId xmlns:a16="http://schemas.microsoft.com/office/drawing/2014/main" id="{7DA77C7F-9EE1-2A7A-27D8-7B8D5F902A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469" y="4949695"/>
            <a:ext cx="2871019" cy="7859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8517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C37ED-3190-0FF6-1947-B6205CB5A704}"/>
            </a:ext>
          </a:extLst>
        </p:cNvPr>
        <p:cNvGrpSpPr/>
        <p:nvPr/>
      </p:nvGrpSpPr>
      <p:grpSpPr>
        <a:xfrm>
          <a:off x="0" y="0"/>
          <a:ext cx="0" cy="0"/>
          <a:chOff x="0" y="0"/>
          <a:chExt cx="0" cy="0"/>
        </a:xfrm>
      </p:grpSpPr>
      <p:sp>
        <p:nvSpPr>
          <p:cNvPr id="4099" name="Rectangle 3">
            <a:extLst>
              <a:ext uri="{FF2B5EF4-FFF2-40B4-BE49-F238E27FC236}">
                <a16:creationId xmlns:a16="http://schemas.microsoft.com/office/drawing/2014/main" id="{8BFFF79D-54D2-BD86-24F3-893CA3EC71E2}"/>
              </a:ext>
            </a:extLst>
          </p:cNvPr>
          <p:cNvSpPr>
            <a:spLocks noGrp="1" noChangeArrowheads="1"/>
          </p:cNvSpPr>
          <p:nvPr>
            <p:ph idx="1"/>
          </p:nvPr>
        </p:nvSpPr>
        <p:spPr>
          <a:xfrm>
            <a:off x="110516" y="1414872"/>
            <a:ext cx="10615863" cy="397032"/>
          </a:xfrm>
        </p:spPr>
        <p:txBody>
          <a:bodyPr>
            <a:normAutofit/>
          </a:bodyPr>
          <a:lstStyle/>
          <a:p>
            <a:pPr marL="0" indent="0" algn="ctr">
              <a:buNone/>
              <a:defRPr/>
            </a:pPr>
            <a:r>
              <a:rPr lang="es-ES" sz="1900" b="1" dirty="0">
                <a:solidFill>
                  <a:srgbClr val="003772"/>
                </a:solidFill>
              </a:rPr>
              <a:t>¿ Cuál es la finalidad del Programa Emplea-T?</a:t>
            </a:r>
            <a:endParaRPr lang="es-ES" sz="1900" dirty="0">
              <a:solidFill>
                <a:srgbClr val="003772"/>
              </a:solidFill>
            </a:endParaRPr>
          </a:p>
        </p:txBody>
      </p:sp>
      <p:sp>
        <p:nvSpPr>
          <p:cNvPr id="9220" name="3 Marcador de número de diapositiva">
            <a:extLst>
              <a:ext uri="{FF2B5EF4-FFF2-40B4-BE49-F238E27FC236}">
                <a16:creationId xmlns:a16="http://schemas.microsoft.com/office/drawing/2014/main" id="{67A0F0E8-ED18-3062-0DE0-CC72736775D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022B5D9-89AF-4C01-A6B5-B0A330C3083F}" type="slidenum">
              <a:rPr lang="es-ES" altLang="es-ES" sz="1000">
                <a:solidFill>
                  <a:schemeClr val="bg2"/>
                </a:solidFill>
                <a:latin typeface="Arial Black" panose="020B0A04020102020204" pitchFamily="34" charset="0"/>
              </a:rPr>
              <a:pPr>
                <a:spcBef>
                  <a:spcPct val="0"/>
                </a:spcBef>
                <a:buClrTx/>
                <a:buSzTx/>
                <a:buFontTx/>
                <a:buNone/>
              </a:pPr>
              <a:t>7</a:t>
            </a:fld>
            <a:endParaRPr lang="es-ES" altLang="es-ES" sz="1000">
              <a:solidFill>
                <a:schemeClr val="bg2"/>
              </a:solidFill>
              <a:latin typeface="Arial Black" panose="020B0A04020102020204" pitchFamily="34" charset="0"/>
            </a:endParaRPr>
          </a:p>
        </p:txBody>
      </p:sp>
      <p:sp>
        <p:nvSpPr>
          <p:cNvPr id="4" name="CuadroTexto 3">
            <a:extLst>
              <a:ext uri="{FF2B5EF4-FFF2-40B4-BE49-F238E27FC236}">
                <a16:creationId xmlns:a16="http://schemas.microsoft.com/office/drawing/2014/main" id="{AB0CFB75-1566-E0B1-DE32-D0E701E7C6D0}"/>
              </a:ext>
            </a:extLst>
          </p:cNvPr>
          <p:cNvSpPr txBox="1"/>
          <p:nvPr/>
        </p:nvSpPr>
        <p:spPr>
          <a:xfrm>
            <a:off x="171938" y="509157"/>
            <a:ext cx="6096000" cy="397032"/>
          </a:xfrm>
          <a:prstGeom prst="rect">
            <a:avLst/>
          </a:prstGeom>
          <a:noFill/>
        </p:spPr>
        <p:txBody>
          <a:bodyPr wrap="square">
            <a:spAutoFit/>
          </a:bodyPr>
          <a:lstStyle/>
          <a:p>
            <a:pPr>
              <a:lnSpc>
                <a:spcPct val="90000"/>
              </a:lnSpc>
              <a:spcBef>
                <a:spcPts val="1000"/>
              </a:spcBef>
            </a:pPr>
            <a:r>
              <a:rPr lang="es-ES" sz="2200" dirty="0">
                <a:solidFill>
                  <a:srgbClr val="003772"/>
                </a:solidFill>
                <a:latin typeface="Arial" panose="020B0604020202020204" pitchFamily="34" charset="0"/>
                <a:cs typeface="Arial" panose="020B0604020202020204" pitchFamily="34" charset="0"/>
              </a:rPr>
              <a:t>Análisis de contexto</a:t>
            </a:r>
          </a:p>
        </p:txBody>
      </p:sp>
      <p:sp>
        <p:nvSpPr>
          <p:cNvPr id="5" name="3 Marcador de número de diapositiva">
            <a:extLst>
              <a:ext uri="{FF2B5EF4-FFF2-40B4-BE49-F238E27FC236}">
                <a16:creationId xmlns:a16="http://schemas.microsoft.com/office/drawing/2014/main" id="{B8E07754-80FD-610A-A6CC-A7E3A93BDCC0}"/>
              </a:ext>
            </a:extLst>
          </p:cNvPr>
          <p:cNvSpPr txBox="1">
            <a:spLocks/>
          </p:cNvSpPr>
          <p:nvPr/>
        </p:nvSpPr>
        <p:spPr>
          <a:xfrm>
            <a:off x="9420499" y="6356350"/>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defPPr>
              <a:defRPr lang="es-ES"/>
            </a:defPPr>
            <a:lvl1pPr marL="0" algn="l" defTabSz="914400" rtl="0" eaLnBrk="1" latinLnBrk="0" hangingPunct="1">
              <a:spcBef>
                <a:spcPct val="20000"/>
              </a:spcBef>
              <a:buClr>
                <a:schemeClr val="bg2"/>
              </a:buClr>
              <a:buSzPct val="75000"/>
              <a:buFont typeface="Wingdings" panose="05000000000000000000" pitchFamily="2" charset="2"/>
              <a:buChar char="n"/>
              <a:defRPr sz="3200" kern="1200">
                <a:solidFill>
                  <a:schemeClr val="tx1"/>
                </a:solidFill>
                <a:latin typeface="Arial" panose="020B0604020202020204" pitchFamily="34" charset="0"/>
                <a:ea typeface="+mn-ea"/>
                <a:cs typeface="+mn-cs"/>
              </a:defRPr>
            </a:lvl1pPr>
            <a:lvl2pPr marL="742950" indent="-285750" algn="l" defTabSz="914400" rtl="0" eaLnBrk="1" latinLnBrk="0" hangingPunct="1">
              <a:spcBef>
                <a:spcPct val="20000"/>
              </a:spcBef>
              <a:buClr>
                <a:schemeClr val="accent2"/>
              </a:buClr>
              <a:buSzPct val="80000"/>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defTabSz="914400" rtl="0" eaLnBrk="1" latinLnBrk="0" hangingPunct="1">
              <a:spcBef>
                <a:spcPct val="20000"/>
              </a:spcBef>
              <a:buClr>
                <a:schemeClr val="bg2"/>
              </a:buClr>
              <a:buSzPct val="65000"/>
              <a:buFont typeface="Wingdings" panose="05000000000000000000" pitchFamily="2" charset="2"/>
              <a:buChar char="n"/>
              <a:defRPr sz="2400" kern="1200">
                <a:solidFill>
                  <a:schemeClr val="tx1"/>
                </a:solidFill>
                <a:latin typeface="Arial" panose="020B0604020202020204" pitchFamily="34" charset="0"/>
                <a:ea typeface="+mn-ea"/>
                <a:cs typeface="+mn-cs"/>
              </a:defRPr>
            </a:lvl3pPr>
            <a:lvl4pPr marL="1600200" indent="-228600" algn="l" defTabSz="914400" rtl="0" eaLnBrk="1" latinLnBrk="0" hangingPunct="1">
              <a:spcBef>
                <a:spcPct val="20000"/>
              </a:spcBef>
              <a:buClr>
                <a:schemeClr val="accent2"/>
              </a:buClr>
              <a:buSzPct val="70000"/>
              <a:buFont typeface="Wingdings" panose="05000000000000000000" pitchFamily="2" charset="2"/>
              <a:buChar char="¨"/>
              <a:defRPr sz="2000" kern="1200">
                <a:solidFill>
                  <a:schemeClr val="tx1"/>
                </a:solidFill>
                <a:latin typeface="Arial" panose="020B0604020202020204" pitchFamily="34" charset="0"/>
                <a:ea typeface="+mn-ea"/>
                <a:cs typeface="+mn-cs"/>
              </a:defRPr>
            </a:lvl4pPr>
            <a:lvl5pPr marL="2057400" indent="-228600" algn="l" defTabSz="914400" rtl="0" eaLnBrk="1" latinLnBrk="0" hangingPunct="1">
              <a:spcBef>
                <a:spcPct val="20000"/>
              </a:spcBef>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9pPr>
          </a:lstStyle>
          <a:p>
            <a:pPr algn="r">
              <a:spcBef>
                <a:spcPts val="0"/>
              </a:spcBef>
              <a:spcAft>
                <a:spcPts val="600"/>
              </a:spcAft>
              <a:buClrTx/>
              <a:buSzTx/>
              <a:buFont typeface="Wingdings" panose="05000000000000000000" pitchFamily="2" charset="2"/>
              <a:buNone/>
              <a:defRPr/>
            </a:pPr>
            <a:fld id="{AF0AE83C-7C43-4EDB-B42E-0A2ED1773DE0}" type="slidenum">
              <a:rPr lang="en-US" altLang="es-ES" sz="1200" smtClean="0">
                <a:solidFill>
                  <a:srgbClr val="FFFFFF"/>
                </a:solidFill>
                <a:latin typeface="Calibri" panose="020F0502020204030204"/>
              </a:rPr>
              <a:pPr algn="r">
                <a:spcBef>
                  <a:spcPts val="0"/>
                </a:spcBef>
                <a:spcAft>
                  <a:spcPts val="600"/>
                </a:spcAft>
                <a:buClrTx/>
                <a:buSzTx/>
                <a:buFont typeface="Wingdings" panose="05000000000000000000" pitchFamily="2" charset="2"/>
                <a:buNone/>
                <a:defRPr/>
              </a:pPr>
              <a:t>7</a:t>
            </a:fld>
            <a:endParaRPr lang="en-US" altLang="es-ES" sz="1200" dirty="0">
              <a:solidFill>
                <a:srgbClr val="FFFFFF"/>
              </a:solidFill>
              <a:latin typeface="Calibri" panose="020F0502020204030204"/>
            </a:endParaRPr>
          </a:p>
        </p:txBody>
      </p:sp>
      <p:sp>
        <p:nvSpPr>
          <p:cNvPr id="3" name="CuadroTexto 2">
            <a:extLst>
              <a:ext uri="{FF2B5EF4-FFF2-40B4-BE49-F238E27FC236}">
                <a16:creationId xmlns:a16="http://schemas.microsoft.com/office/drawing/2014/main" id="{E8C11CC1-49AD-C664-C7D5-9E21C7314D4F}"/>
              </a:ext>
            </a:extLst>
          </p:cNvPr>
          <p:cNvSpPr txBox="1"/>
          <p:nvPr/>
        </p:nvSpPr>
        <p:spPr>
          <a:xfrm>
            <a:off x="28301" y="2158508"/>
            <a:ext cx="10780295" cy="3426836"/>
          </a:xfrm>
          <a:prstGeom prst="rect">
            <a:avLst/>
          </a:prstGeom>
          <a:noFill/>
        </p:spPr>
        <p:txBody>
          <a:bodyPr wrap="square">
            <a:spAutoFit/>
          </a:bodyPr>
          <a:lstStyle/>
          <a:p>
            <a:pPr marL="285750" indent="-285750" algn="just">
              <a:lnSpc>
                <a:spcPct val="115000"/>
              </a:lnSpc>
              <a:spcAft>
                <a:spcPts val="800"/>
              </a:spcAft>
              <a:buFont typeface="Arial" panose="020B0604020202020204" pitchFamily="34" charset="0"/>
              <a:buChar char="•"/>
            </a:pPr>
            <a:r>
              <a:rPr lang="es-ES" sz="2000" kern="100" dirty="0">
                <a:latin typeface="Calibri" panose="020F0502020204030204" pitchFamily="34" charset="0"/>
                <a:ea typeface="Aptos" panose="020B0004020202020204" pitchFamily="34" charset="0"/>
                <a:cs typeface="Times New Roman" panose="02020603050405020304" pitchFamily="18" charset="0"/>
              </a:rPr>
              <a:t>El Programa Emplea-T, tiene como objetivo fomentar el empleo y la competitividad empresarial, </a:t>
            </a:r>
            <a:r>
              <a:rPr lang="es-ES" sz="20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implementando actuaciones que faciliten la mejora de la empleabilidad y favorezcan la inserción laboral</a:t>
            </a:r>
            <a:r>
              <a:rPr lang="es-ES" sz="2000" kern="100" dirty="0">
                <a:latin typeface="Calibri" panose="020F0502020204030204" pitchFamily="34" charset="0"/>
                <a:ea typeface="Aptos" panose="020B0004020202020204" pitchFamily="34" charset="0"/>
                <a:cs typeface="Times New Roman" panose="02020603050405020304" pitchFamily="18" charset="0"/>
              </a:rPr>
              <a:t>, con </a:t>
            </a:r>
            <a:r>
              <a:rPr lang="es-ES" sz="2000" u="sng"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especial atención a colectivos vulnerables</a:t>
            </a:r>
            <a:r>
              <a:rPr lang="es-ES" sz="2000" kern="100" dirty="0">
                <a:latin typeface="Calibri" panose="020F0502020204030204" pitchFamily="34" charset="0"/>
                <a:ea typeface="Aptos" panose="020B0004020202020204" pitchFamily="34" charset="0"/>
                <a:cs typeface="Times New Roman" panose="02020603050405020304" pitchFamily="18" charset="0"/>
              </a:rPr>
              <a:t> por tener estos mayor dificultad para acceder al mercado laboral.</a:t>
            </a:r>
          </a:p>
          <a:p>
            <a:pPr marL="285750" indent="-285750" algn="just">
              <a:lnSpc>
                <a:spcPct val="115000"/>
              </a:lnSpc>
              <a:spcAft>
                <a:spcPts val="800"/>
              </a:spcAft>
              <a:buFont typeface="Arial" panose="020B0604020202020204" pitchFamily="34" charset="0"/>
              <a:buChar char="•"/>
            </a:pPr>
            <a:endParaRPr lang="es-ES" kern="100" dirty="0">
              <a:latin typeface="Calibri" panose="020F0502020204030204" pitchFamily="34" charset="0"/>
              <a:ea typeface="Aptos" panose="020B0004020202020204" pitchFamily="34" charset="0"/>
              <a:cs typeface="Times New Roman" panose="02020603050405020304" pitchFamily="18" charset="0"/>
            </a:endParaRPr>
          </a:p>
          <a:p>
            <a:pPr marL="285750" indent="-285750" algn="just">
              <a:lnSpc>
                <a:spcPct val="115000"/>
              </a:lnSpc>
              <a:spcAft>
                <a:spcPts val="800"/>
              </a:spcAft>
              <a:buFont typeface="Arial" panose="020B0604020202020204" pitchFamily="34" charset="0"/>
              <a:buChar char="•"/>
            </a:pPr>
            <a:r>
              <a:rPr lang="es-ES" sz="2000" kern="100" dirty="0">
                <a:latin typeface="Calibri" panose="020F0502020204030204" pitchFamily="34" charset="0"/>
                <a:ea typeface="Aptos" panose="020B0004020202020204" pitchFamily="34" charset="0"/>
                <a:cs typeface="Times New Roman" panose="02020603050405020304" pitchFamily="18" charset="0"/>
              </a:rPr>
              <a:t>En el contexto laboral actual, es esencial implementar medidas que revitalicen el tejido productivo andaluz, reactiven la actividad empresarial</a:t>
            </a:r>
            <a:r>
              <a:rPr lang="es-ES" sz="20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 promuevan la creación de empleo estable de calidad</a:t>
            </a:r>
            <a:r>
              <a:rPr lang="es-ES" sz="2000" kern="100" dirty="0">
                <a:latin typeface="Calibri" panose="020F0502020204030204" pitchFamily="34" charset="0"/>
                <a:ea typeface="Aptos" panose="020B0004020202020204" pitchFamily="34" charset="0"/>
                <a:cs typeface="Times New Roman" panose="02020603050405020304" pitchFamily="18" charset="0"/>
              </a:rPr>
              <a:t> y </a:t>
            </a:r>
            <a:r>
              <a:rPr lang="es-ES" sz="20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faciliten el acceso al trabajo de las personas desempleadas</a:t>
            </a:r>
            <a:r>
              <a:rPr lang="es-ES" sz="2000" kern="100" dirty="0">
                <a:latin typeface="Calibri" panose="020F0502020204030204" pitchFamily="34" charset="0"/>
                <a:ea typeface="Aptos" panose="020B0004020202020204" pitchFamily="34" charset="0"/>
                <a:cs typeface="Times New Roman" panose="02020603050405020304" pitchFamily="18" charset="0"/>
              </a:rPr>
              <a:t>, al mismo tiempo que se </a:t>
            </a:r>
            <a:r>
              <a:rPr lang="es-ES" sz="20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reduzca la temporalidad mediante el fomento de la contratación indefinida ordinaria.</a:t>
            </a:r>
          </a:p>
        </p:txBody>
      </p:sp>
    </p:spTree>
    <p:extLst>
      <p:ext uri="{BB962C8B-B14F-4D97-AF65-F5344CB8AC3E}">
        <p14:creationId xmlns:p14="http://schemas.microsoft.com/office/powerpoint/2010/main" val="3882716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41F3F-1494-2843-28A1-B9450C075F1C}"/>
            </a:ext>
          </a:extLst>
        </p:cNvPr>
        <p:cNvGrpSpPr/>
        <p:nvPr/>
      </p:nvGrpSpPr>
      <p:grpSpPr>
        <a:xfrm>
          <a:off x="0" y="0"/>
          <a:ext cx="0" cy="0"/>
          <a:chOff x="0" y="0"/>
          <a:chExt cx="0" cy="0"/>
        </a:xfrm>
      </p:grpSpPr>
      <p:sp>
        <p:nvSpPr>
          <p:cNvPr id="4099" name="Rectangle 3">
            <a:extLst>
              <a:ext uri="{FF2B5EF4-FFF2-40B4-BE49-F238E27FC236}">
                <a16:creationId xmlns:a16="http://schemas.microsoft.com/office/drawing/2014/main" id="{FC0D322D-B1E1-725D-0C6E-48D4CAB61883}"/>
              </a:ext>
            </a:extLst>
          </p:cNvPr>
          <p:cNvSpPr>
            <a:spLocks noGrp="1" noChangeArrowheads="1"/>
          </p:cNvSpPr>
          <p:nvPr>
            <p:ph idx="1"/>
          </p:nvPr>
        </p:nvSpPr>
        <p:spPr>
          <a:xfrm>
            <a:off x="110516" y="1414872"/>
            <a:ext cx="10615863" cy="397032"/>
          </a:xfrm>
        </p:spPr>
        <p:txBody>
          <a:bodyPr vert="horz" lIns="91440" tIns="45720" rIns="91440" bIns="45720" rtlCol="0">
            <a:noAutofit/>
          </a:bodyPr>
          <a:lstStyle/>
          <a:p>
            <a:pPr marL="0" indent="0" algn="ctr">
              <a:buNone/>
            </a:pPr>
            <a:r>
              <a:rPr lang="es-ES" sz="1900" b="1" dirty="0">
                <a:solidFill>
                  <a:srgbClr val="003772"/>
                </a:solidFill>
              </a:rPr>
              <a:t>¿ A qué segmento de la población o del mercado laboral se dirige este instrumento público de incentivo al empleo?</a:t>
            </a:r>
          </a:p>
        </p:txBody>
      </p:sp>
      <p:sp>
        <p:nvSpPr>
          <p:cNvPr id="4" name="CuadroTexto 3">
            <a:extLst>
              <a:ext uri="{FF2B5EF4-FFF2-40B4-BE49-F238E27FC236}">
                <a16:creationId xmlns:a16="http://schemas.microsoft.com/office/drawing/2014/main" id="{FA64D8E4-C13F-76F2-EBB0-D4DF3FF5D3B8}"/>
              </a:ext>
            </a:extLst>
          </p:cNvPr>
          <p:cNvSpPr txBox="1"/>
          <p:nvPr/>
        </p:nvSpPr>
        <p:spPr>
          <a:xfrm>
            <a:off x="171938" y="509157"/>
            <a:ext cx="6096000" cy="397032"/>
          </a:xfrm>
          <a:prstGeom prst="rect">
            <a:avLst/>
          </a:prstGeom>
          <a:noFill/>
        </p:spPr>
        <p:txBody>
          <a:bodyPr wrap="square">
            <a:spAutoFit/>
          </a:bodyPr>
          <a:lstStyle/>
          <a:p>
            <a:pPr>
              <a:lnSpc>
                <a:spcPct val="90000"/>
              </a:lnSpc>
              <a:spcBef>
                <a:spcPts val="1000"/>
              </a:spcBef>
            </a:pPr>
            <a:r>
              <a:rPr lang="es-ES" sz="2200" dirty="0">
                <a:solidFill>
                  <a:srgbClr val="003772"/>
                </a:solidFill>
                <a:latin typeface="Arial" panose="020B0604020202020204" pitchFamily="34" charset="0"/>
                <a:cs typeface="Arial" panose="020B0604020202020204" pitchFamily="34" charset="0"/>
              </a:rPr>
              <a:t>Análisis de contexto</a:t>
            </a:r>
          </a:p>
        </p:txBody>
      </p:sp>
      <p:sp>
        <p:nvSpPr>
          <p:cNvPr id="5" name="3 Marcador de número de diapositiva">
            <a:extLst>
              <a:ext uri="{FF2B5EF4-FFF2-40B4-BE49-F238E27FC236}">
                <a16:creationId xmlns:a16="http://schemas.microsoft.com/office/drawing/2014/main" id="{747CDA71-5C40-F3EF-45A6-FC7DB32683CE}"/>
              </a:ext>
            </a:extLst>
          </p:cNvPr>
          <p:cNvSpPr txBox="1">
            <a:spLocks/>
          </p:cNvSpPr>
          <p:nvPr/>
        </p:nvSpPr>
        <p:spPr>
          <a:xfrm>
            <a:off x="9420499" y="6356350"/>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defPPr>
              <a:defRPr lang="es-ES"/>
            </a:defPPr>
            <a:lvl1pPr marL="0" algn="l" defTabSz="914400" rtl="0" eaLnBrk="1" latinLnBrk="0" hangingPunct="1">
              <a:spcBef>
                <a:spcPct val="20000"/>
              </a:spcBef>
              <a:buClr>
                <a:schemeClr val="bg2"/>
              </a:buClr>
              <a:buSzPct val="75000"/>
              <a:buFont typeface="Wingdings" panose="05000000000000000000" pitchFamily="2" charset="2"/>
              <a:buChar char="n"/>
              <a:defRPr sz="3200" kern="1200">
                <a:solidFill>
                  <a:schemeClr val="tx1"/>
                </a:solidFill>
                <a:latin typeface="Arial" panose="020B0604020202020204" pitchFamily="34" charset="0"/>
                <a:ea typeface="+mn-ea"/>
                <a:cs typeface="+mn-cs"/>
              </a:defRPr>
            </a:lvl1pPr>
            <a:lvl2pPr marL="742950" indent="-285750" algn="l" defTabSz="914400" rtl="0" eaLnBrk="1" latinLnBrk="0" hangingPunct="1">
              <a:spcBef>
                <a:spcPct val="20000"/>
              </a:spcBef>
              <a:buClr>
                <a:schemeClr val="accent2"/>
              </a:buClr>
              <a:buSzPct val="80000"/>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defTabSz="914400" rtl="0" eaLnBrk="1" latinLnBrk="0" hangingPunct="1">
              <a:spcBef>
                <a:spcPct val="20000"/>
              </a:spcBef>
              <a:buClr>
                <a:schemeClr val="bg2"/>
              </a:buClr>
              <a:buSzPct val="65000"/>
              <a:buFont typeface="Wingdings" panose="05000000000000000000" pitchFamily="2" charset="2"/>
              <a:buChar char="n"/>
              <a:defRPr sz="2400" kern="1200">
                <a:solidFill>
                  <a:schemeClr val="tx1"/>
                </a:solidFill>
                <a:latin typeface="Arial" panose="020B0604020202020204" pitchFamily="34" charset="0"/>
                <a:ea typeface="+mn-ea"/>
                <a:cs typeface="+mn-cs"/>
              </a:defRPr>
            </a:lvl3pPr>
            <a:lvl4pPr marL="1600200" indent="-228600" algn="l" defTabSz="914400" rtl="0" eaLnBrk="1" latinLnBrk="0" hangingPunct="1">
              <a:spcBef>
                <a:spcPct val="20000"/>
              </a:spcBef>
              <a:buClr>
                <a:schemeClr val="accent2"/>
              </a:buClr>
              <a:buSzPct val="70000"/>
              <a:buFont typeface="Wingdings" panose="05000000000000000000" pitchFamily="2" charset="2"/>
              <a:buChar char="¨"/>
              <a:defRPr sz="2000" kern="1200">
                <a:solidFill>
                  <a:schemeClr val="tx1"/>
                </a:solidFill>
                <a:latin typeface="Arial" panose="020B0604020202020204" pitchFamily="34" charset="0"/>
                <a:ea typeface="+mn-ea"/>
                <a:cs typeface="+mn-cs"/>
              </a:defRPr>
            </a:lvl4pPr>
            <a:lvl5pPr marL="2057400" indent="-228600" algn="l" defTabSz="914400" rtl="0" eaLnBrk="1" latinLnBrk="0" hangingPunct="1">
              <a:spcBef>
                <a:spcPct val="20000"/>
              </a:spcBef>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9pPr>
          </a:lstStyle>
          <a:p>
            <a:pPr algn="r">
              <a:spcBef>
                <a:spcPts val="0"/>
              </a:spcBef>
              <a:spcAft>
                <a:spcPts val="600"/>
              </a:spcAft>
              <a:buClrTx/>
              <a:buSzTx/>
              <a:buFont typeface="Wingdings" panose="05000000000000000000" pitchFamily="2" charset="2"/>
              <a:buNone/>
              <a:defRPr/>
            </a:pPr>
            <a:fld id="{AF0AE83C-7C43-4EDB-B42E-0A2ED1773DE0}" type="slidenum">
              <a:rPr lang="en-US" altLang="es-ES" sz="1200" smtClean="0">
                <a:solidFill>
                  <a:srgbClr val="FFFFFF"/>
                </a:solidFill>
                <a:latin typeface="Calibri" panose="020F0502020204030204"/>
              </a:rPr>
              <a:pPr algn="r">
                <a:spcBef>
                  <a:spcPts val="0"/>
                </a:spcBef>
                <a:spcAft>
                  <a:spcPts val="600"/>
                </a:spcAft>
                <a:buClrTx/>
                <a:buSzTx/>
                <a:buFont typeface="Wingdings" panose="05000000000000000000" pitchFamily="2" charset="2"/>
                <a:buNone/>
                <a:defRPr/>
              </a:pPr>
              <a:t>8</a:t>
            </a:fld>
            <a:endParaRPr lang="en-US" altLang="es-ES" sz="1200" dirty="0">
              <a:solidFill>
                <a:srgbClr val="FFFFFF"/>
              </a:solidFill>
              <a:latin typeface="Calibri" panose="020F0502020204030204"/>
            </a:endParaRPr>
          </a:p>
        </p:txBody>
      </p:sp>
      <p:sp>
        <p:nvSpPr>
          <p:cNvPr id="3" name="CuadroTexto 2">
            <a:extLst>
              <a:ext uri="{FF2B5EF4-FFF2-40B4-BE49-F238E27FC236}">
                <a16:creationId xmlns:a16="http://schemas.microsoft.com/office/drawing/2014/main" id="{3660BC2D-B5C3-556D-C17E-3A55A99FCCF3}"/>
              </a:ext>
            </a:extLst>
          </p:cNvPr>
          <p:cNvSpPr txBox="1"/>
          <p:nvPr/>
        </p:nvSpPr>
        <p:spPr>
          <a:xfrm>
            <a:off x="28301" y="2351015"/>
            <a:ext cx="10780295" cy="3782830"/>
          </a:xfrm>
          <a:prstGeom prst="rect">
            <a:avLst/>
          </a:prstGeom>
          <a:noFill/>
        </p:spPr>
        <p:txBody>
          <a:bodyPr wrap="square">
            <a:spAutoFit/>
          </a:bodyPr>
          <a:lstStyle/>
          <a:p>
            <a:pPr marL="285750" indent="-285750" algn="just">
              <a:lnSpc>
                <a:spcPct val="115000"/>
              </a:lnSpc>
              <a:spcAft>
                <a:spcPts val="800"/>
              </a:spcAft>
              <a:buFont typeface="Arial" panose="020B0604020202020204" pitchFamily="34" charset="0"/>
              <a:buChar char="•"/>
            </a:pPr>
            <a:r>
              <a:rPr lang="es-ES" kern="100" dirty="0">
                <a:latin typeface="Calibri" panose="020F0502020204030204" pitchFamily="34" charset="0"/>
                <a:ea typeface="Aptos" panose="020B0004020202020204" pitchFamily="34" charset="0"/>
                <a:cs typeface="Times New Roman" panose="02020603050405020304" pitchFamily="18" charset="0"/>
              </a:rPr>
              <a:t>La concesión de subvenciones se focaliza en activar el mercado laboral, fomentar la recuperación de la actividad laboral e impulsar la creación de empleo estable e indefinido, y de calidad, </a:t>
            </a:r>
            <a:r>
              <a:rPr lang="es-ES"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en todos los sectores productivos</a:t>
            </a:r>
            <a:r>
              <a:rPr lang="es-ES" kern="100" dirty="0">
                <a:latin typeface="Calibri" panose="020F0502020204030204" pitchFamily="34" charset="0"/>
                <a:ea typeface="Aptos" panose="020B0004020202020204" pitchFamily="34" charset="0"/>
                <a:cs typeface="Times New Roman" panose="02020603050405020304" pitchFamily="18" charset="0"/>
              </a:rPr>
              <a:t>, mediante la </a:t>
            </a:r>
            <a:r>
              <a:rPr lang="es-ES"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contratación indefinida ordinaria *</a:t>
            </a:r>
            <a:r>
              <a:rPr lang="es-ES"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 </a:t>
            </a:r>
            <a:r>
              <a:rPr lang="es-ES" kern="100" dirty="0">
                <a:latin typeface="Calibri" panose="020F0502020204030204" pitchFamily="34" charset="0"/>
                <a:ea typeface="Aptos" panose="020B0004020202020204" pitchFamily="34" charset="0"/>
                <a:cs typeface="Times New Roman" panose="02020603050405020304" pitchFamily="18" charset="0"/>
              </a:rPr>
              <a:t>de </a:t>
            </a:r>
            <a:r>
              <a:rPr lang="es-ES" u="sng"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personas jóvenes desempleadas</a:t>
            </a:r>
            <a:r>
              <a:rPr lang="es-ES" kern="100" dirty="0">
                <a:latin typeface="Calibri" panose="020F0502020204030204" pitchFamily="34" charset="0"/>
                <a:ea typeface="Aptos" panose="020B0004020202020204" pitchFamily="34" charset="0"/>
                <a:cs typeface="Times New Roman" panose="02020603050405020304" pitchFamily="18" charset="0"/>
              </a:rPr>
              <a:t>, así como de personas desempleadas </a:t>
            </a:r>
            <a:r>
              <a:rPr lang="es-ES" u="sng"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pertenecientes a colectivos vulnerables</a:t>
            </a:r>
            <a:r>
              <a:rPr lang="es-ES" kern="100" dirty="0">
                <a:latin typeface="Calibri" panose="020F0502020204030204" pitchFamily="34" charset="0"/>
                <a:ea typeface="Aptos" panose="020B0004020202020204" pitchFamily="34" charset="0"/>
                <a:cs typeface="Times New Roman" panose="02020603050405020304" pitchFamily="18" charset="0"/>
              </a:rPr>
              <a:t> que presentan mayores dificultades para acceder al mercado de trabajo.</a:t>
            </a:r>
          </a:p>
          <a:p>
            <a:pPr algn="just">
              <a:lnSpc>
                <a:spcPct val="115000"/>
              </a:lnSpc>
              <a:spcAft>
                <a:spcPts val="800"/>
              </a:spcAft>
            </a:pPr>
            <a:endParaRPr lang="es-ES" kern="100" dirty="0">
              <a:latin typeface="Calibri" panose="020F0502020204030204" pitchFamily="34" charset="0"/>
              <a:ea typeface="Aptos" panose="020B0004020202020204" pitchFamily="34" charset="0"/>
              <a:cs typeface="Times New Roman" panose="02020603050405020304" pitchFamily="18" charset="0"/>
            </a:endParaRPr>
          </a:p>
          <a:p>
            <a:pPr marL="285750" indent="-285750" algn="just">
              <a:lnSpc>
                <a:spcPct val="115000"/>
              </a:lnSpc>
              <a:spcAft>
                <a:spcPts val="800"/>
              </a:spcAft>
              <a:buFont typeface="Arial" panose="020B0604020202020204" pitchFamily="34" charset="0"/>
              <a:buChar char="•"/>
            </a:pPr>
            <a:r>
              <a:rPr lang="es-ES" kern="100" dirty="0">
                <a:latin typeface="Calibri" panose="020F0502020204030204" pitchFamily="34" charset="0"/>
                <a:ea typeface="Aptos" panose="020B0004020202020204" pitchFamily="34" charset="0"/>
                <a:cs typeface="Times New Roman" panose="02020603050405020304" pitchFamily="18" charset="0"/>
              </a:rPr>
              <a:t>Respecto a las personas destinatarias de las presentes subvenciones, y con el fin de potenciar la contratación indefinida ordinaria de los </a:t>
            </a:r>
            <a:r>
              <a:rPr lang="es-ES"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grupos de población con mayores dificultades de acceso al mercado laboral </a:t>
            </a:r>
            <a:r>
              <a:rPr lang="es-ES" kern="100" dirty="0">
                <a:latin typeface="Calibri" panose="020F0502020204030204" pitchFamily="34" charset="0"/>
                <a:ea typeface="Aptos" panose="020B0004020202020204" pitchFamily="34" charset="0"/>
                <a:cs typeface="Times New Roman" panose="02020603050405020304" pitchFamily="18" charset="0"/>
              </a:rPr>
              <a:t>y a un trabajo estable, se incentivará la contratación de </a:t>
            </a:r>
            <a:r>
              <a:rPr lang="es-ES" u="sng"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personas jóvenes menores de 30 años</a:t>
            </a:r>
            <a:r>
              <a:rPr lang="es-ES" kern="100" dirty="0">
                <a:latin typeface="Calibri" panose="020F0502020204030204" pitchFamily="34" charset="0"/>
                <a:ea typeface="Aptos" panose="020B0004020202020204" pitchFamily="34" charset="0"/>
                <a:cs typeface="Times New Roman" panose="02020603050405020304" pitchFamily="18" charset="0"/>
              </a:rPr>
              <a:t>, </a:t>
            </a:r>
            <a:r>
              <a:rPr lang="es-ES" u="sng"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personas desempleadas de larga duración</a:t>
            </a:r>
            <a:r>
              <a:rPr lang="es-ES" kern="100" dirty="0">
                <a:latin typeface="Calibri" panose="020F0502020204030204" pitchFamily="34" charset="0"/>
                <a:ea typeface="Aptos" panose="020B0004020202020204" pitchFamily="34" charset="0"/>
                <a:cs typeface="Times New Roman" panose="02020603050405020304" pitchFamily="18" charset="0"/>
              </a:rPr>
              <a:t>, </a:t>
            </a:r>
            <a:r>
              <a:rPr lang="es-ES" u="sng"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personas mayores de 45 años </a:t>
            </a:r>
            <a:r>
              <a:rPr lang="es-ES" kern="100" dirty="0">
                <a:latin typeface="Calibri" panose="020F0502020204030204" pitchFamily="34" charset="0"/>
                <a:ea typeface="Aptos" panose="020B0004020202020204" pitchFamily="34" charset="0"/>
                <a:cs typeface="Times New Roman" panose="02020603050405020304" pitchFamily="18" charset="0"/>
              </a:rPr>
              <a:t>y </a:t>
            </a:r>
            <a:r>
              <a:rPr lang="es-ES" u="sng"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personas con discapacidad</a:t>
            </a:r>
            <a:r>
              <a:rPr lang="es-ES" kern="100" dirty="0">
                <a:latin typeface="Calibri" panose="020F0502020204030204" pitchFamily="34" charset="0"/>
                <a:ea typeface="Aptos" panose="020B0004020202020204" pitchFamily="34" charset="0"/>
                <a:cs typeface="Times New Roman" panose="02020603050405020304" pitchFamily="18" charset="0"/>
              </a:rPr>
              <a:t>, </a:t>
            </a:r>
            <a:r>
              <a:rPr lang="es-ES" u="sng"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con especial atención a la incorporación de las mujeres al mercado laboral. </a:t>
            </a:r>
            <a:r>
              <a:rPr lang="es-ES" sz="1400"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[para más información véase el art 3. Definiciones]</a:t>
            </a:r>
            <a:endParaRPr lang="es-ES"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endParaRPr>
          </a:p>
        </p:txBody>
      </p:sp>
      <p:sp>
        <p:nvSpPr>
          <p:cNvPr id="2" name="CuadroTexto 1">
            <a:extLst>
              <a:ext uri="{FF2B5EF4-FFF2-40B4-BE49-F238E27FC236}">
                <a16:creationId xmlns:a16="http://schemas.microsoft.com/office/drawing/2014/main" id="{90AB66C8-C38A-646A-C157-5003B9104953}"/>
              </a:ext>
            </a:extLst>
          </p:cNvPr>
          <p:cNvSpPr txBox="1"/>
          <p:nvPr/>
        </p:nvSpPr>
        <p:spPr>
          <a:xfrm>
            <a:off x="419325" y="6335676"/>
            <a:ext cx="9998243" cy="461665"/>
          </a:xfrm>
          <a:prstGeom prst="rect">
            <a:avLst/>
          </a:prstGeom>
          <a:noFill/>
        </p:spPr>
        <p:txBody>
          <a:bodyPr wrap="square" rtlCol="0">
            <a:spAutoFit/>
          </a:bodyPr>
          <a:lstStyle/>
          <a:p>
            <a:r>
              <a:rPr lang="es-ES" sz="1200" dirty="0">
                <a:latin typeface="Calibri" panose="020F0502020204030204" pitchFamily="34" charset="0"/>
                <a:ea typeface="Calibri" panose="020F0502020204030204" pitchFamily="34" charset="0"/>
                <a:cs typeface="Calibri" panose="020F0502020204030204" pitchFamily="34" charset="0"/>
              </a:rPr>
              <a:t>* La contratación indefinida ordinaria subvencionada deberá mantenerse durante un periodo mínimo de veinticuatro meses desde el inicio de la relación laboral. [L1 a L6]</a:t>
            </a:r>
          </a:p>
        </p:txBody>
      </p:sp>
    </p:spTree>
    <p:extLst>
      <p:ext uri="{BB962C8B-B14F-4D97-AF65-F5344CB8AC3E}">
        <p14:creationId xmlns:p14="http://schemas.microsoft.com/office/powerpoint/2010/main" val="221787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6E525-6894-D7F7-F491-73796036E628}"/>
            </a:ext>
          </a:extLst>
        </p:cNvPr>
        <p:cNvGrpSpPr/>
        <p:nvPr/>
      </p:nvGrpSpPr>
      <p:grpSpPr>
        <a:xfrm>
          <a:off x="0" y="0"/>
          <a:ext cx="0" cy="0"/>
          <a:chOff x="0" y="0"/>
          <a:chExt cx="0" cy="0"/>
        </a:xfrm>
      </p:grpSpPr>
      <p:sp>
        <p:nvSpPr>
          <p:cNvPr id="4099" name="Rectangle 3">
            <a:extLst>
              <a:ext uri="{FF2B5EF4-FFF2-40B4-BE49-F238E27FC236}">
                <a16:creationId xmlns:a16="http://schemas.microsoft.com/office/drawing/2014/main" id="{ED91E889-894B-53FC-F520-10BC415EB852}"/>
              </a:ext>
            </a:extLst>
          </p:cNvPr>
          <p:cNvSpPr>
            <a:spLocks noGrp="1" noChangeArrowheads="1"/>
          </p:cNvSpPr>
          <p:nvPr>
            <p:ph idx="1"/>
          </p:nvPr>
        </p:nvSpPr>
        <p:spPr>
          <a:xfrm>
            <a:off x="110516" y="1414872"/>
            <a:ext cx="10615863" cy="397032"/>
          </a:xfrm>
        </p:spPr>
        <p:txBody>
          <a:bodyPr vert="horz" lIns="91440" tIns="45720" rIns="91440" bIns="45720" rtlCol="0">
            <a:noAutofit/>
          </a:bodyPr>
          <a:lstStyle/>
          <a:p>
            <a:pPr marL="0" indent="0" algn="ctr">
              <a:buNone/>
            </a:pPr>
            <a:r>
              <a:rPr lang="es-ES" sz="1900" b="1" dirty="0">
                <a:solidFill>
                  <a:srgbClr val="003772"/>
                </a:solidFill>
              </a:rPr>
              <a:t>¿ Cómo se estructuran  las distintas líneas de actuación subvencionables?</a:t>
            </a:r>
          </a:p>
        </p:txBody>
      </p:sp>
      <p:sp>
        <p:nvSpPr>
          <p:cNvPr id="9220" name="3 Marcador de número de diapositiva">
            <a:extLst>
              <a:ext uri="{FF2B5EF4-FFF2-40B4-BE49-F238E27FC236}">
                <a16:creationId xmlns:a16="http://schemas.microsoft.com/office/drawing/2014/main" id="{691B6A6F-B069-6795-013E-577ED045696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022B5D9-89AF-4C01-A6B5-B0A330C3083F}" type="slidenum">
              <a:rPr lang="es-ES" altLang="es-ES" sz="1000">
                <a:solidFill>
                  <a:schemeClr val="bg2"/>
                </a:solidFill>
                <a:latin typeface="Arial Black" panose="020B0A04020102020204" pitchFamily="34" charset="0"/>
              </a:rPr>
              <a:pPr>
                <a:spcBef>
                  <a:spcPct val="0"/>
                </a:spcBef>
                <a:buClrTx/>
                <a:buSzTx/>
                <a:buFontTx/>
                <a:buNone/>
              </a:pPr>
              <a:t>9</a:t>
            </a:fld>
            <a:endParaRPr lang="es-ES" altLang="es-ES" sz="1000">
              <a:solidFill>
                <a:schemeClr val="bg2"/>
              </a:solidFill>
              <a:latin typeface="Arial Black" panose="020B0A04020102020204" pitchFamily="34" charset="0"/>
            </a:endParaRPr>
          </a:p>
        </p:txBody>
      </p:sp>
      <p:sp>
        <p:nvSpPr>
          <p:cNvPr id="4" name="CuadroTexto 3">
            <a:extLst>
              <a:ext uri="{FF2B5EF4-FFF2-40B4-BE49-F238E27FC236}">
                <a16:creationId xmlns:a16="http://schemas.microsoft.com/office/drawing/2014/main" id="{BBA0A938-3E9C-82E8-3A13-3BC4775BA9C4}"/>
              </a:ext>
            </a:extLst>
          </p:cNvPr>
          <p:cNvSpPr txBox="1"/>
          <p:nvPr/>
        </p:nvSpPr>
        <p:spPr>
          <a:xfrm>
            <a:off x="171938" y="509157"/>
            <a:ext cx="6096000" cy="397032"/>
          </a:xfrm>
          <a:prstGeom prst="rect">
            <a:avLst/>
          </a:prstGeom>
          <a:noFill/>
        </p:spPr>
        <p:txBody>
          <a:bodyPr wrap="square">
            <a:spAutoFit/>
          </a:bodyPr>
          <a:lstStyle/>
          <a:p>
            <a:pPr>
              <a:lnSpc>
                <a:spcPct val="90000"/>
              </a:lnSpc>
              <a:spcBef>
                <a:spcPts val="1000"/>
              </a:spcBef>
            </a:pPr>
            <a:r>
              <a:rPr lang="es-ES" sz="2200" dirty="0">
                <a:solidFill>
                  <a:srgbClr val="003772"/>
                </a:solidFill>
                <a:latin typeface="Arial" panose="020B0604020202020204" pitchFamily="34" charset="0"/>
                <a:cs typeface="Arial" panose="020B0604020202020204" pitchFamily="34" charset="0"/>
              </a:rPr>
              <a:t>Análisis de contexto</a:t>
            </a:r>
          </a:p>
        </p:txBody>
      </p:sp>
      <p:sp>
        <p:nvSpPr>
          <p:cNvPr id="5" name="3 Marcador de número de diapositiva">
            <a:extLst>
              <a:ext uri="{FF2B5EF4-FFF2-40B4-BE49-F238E27FC236}">
                <a16:creationId xmlns:a16="http://schemas.microsoft.com/office/drawing/2014/main" id="{8D38C3A3-8172-56D3-17C9-AF5B272A34F3}"/>
              </a:ext>
            </a:extLst>
          </p:cNvPr>
          <p:cNvSpPr txBox="1">
            <a:spLocks/>
          </p:cNvSpPr>
          <p:nvPr/>
        </p:nvSpPr>
        <p:spPr>
          <a:xfrm>
            <a:off x="9420499" y="6356350"/>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defPPr>
              <a:defRPr lang="es-ES"/>
            </a:defPPr>
            <a:lvl1pPr marL="0" algn="l" defTabSz="914400" rtl="0" eaLnBrk="1" latinLnBrk="0" hangingPunct="1">
              <a:spcBef>
                <a:spcPct val="20000"/>
              </a:spcBef>
              <a:buClr>
                <a:schemeClr val="bg2"/>
              </a:buClr>
              <a:buSzPct val="75000"/>
              <a:buFont typeface="Wingdings" panose="05000000000000000000" pitchFamily="2" charset="2"/>
              <a:buChar char="n"/>
              <a:defRPr sz="3200" kern="1200">
                <a:solidFill>
                  <a:schemeClr val="tx1"/>
                </a:solidFill>
                <a:latin typeface="Arial" panose="020B0604020202020204" pitchFamily="34" charset="0"/>
                <a:ea typeface="+mn-ea"/>
                <a:cs typeface="+mn-cs"/>
              </a:defRPr>
            </a:lvl1pPr>
            <a:lvl2pPr marL="742950" indent="-285750" algn="l" defTabSz="914400" rtl="0" eaLnBrk="1" latinLnBrk="0" hangingPunct="1">
              <a:spcBef>
                <a:spcPct val="20000"/>
              </a:spcBef>
              <a:buClr>
                <a:schemeClr val="accent2"/>
              </a:buClr>
              <a:buSzPct val="80000"/>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defTabSz="914400" rtl="0" eaLnBrk="1" latinLnBrk="0" hangingPunct="1">
              <a:spcBef>
                <a:spcPct val="20000"/>
              </a:spcBef>
              <a:buClr>
                <a:schemeClr val="bg2"/>
              </a:buClr>
              <a:buSzPct val="65000"/>
              <a:buFont typeface="Wingdings" panose="05000000000000000000" pitchFamily="2" charset="2"/>
              <a:buChar char="n"/>
              <a:defRPr sz="2400" kern="1200">
                <a:solidFill>
                  <a:schemeClr val="tx1"/>
                </a:solidFill>
                <a:latin typeface="Arial" panose="020B0604020202020204" pitchFamily="34" charset="0"/>
                <a:ea typeface="+mn-ea"/>
                <a:cs typeface="+mn-cs"/>
              </a:defRPr>
            </a:lvl3pPr>
            <a:lvl4pPr marL="1600200" indent="-228600" algn="l" defTabSz="914400" rtl="0" eaLnBrk="1" latinLnBrk="0" hangingPunct="1">
              <a:spcBef>
                <a:spcPct val="20000"/>
              </a:spcBef>
              <a:buClr>
                <a:schemeClr val="accent2"/>
              </a:buClr>
              <a:buSzPct val="70000"/>
              <a:buFont typeface="Wingdings" panose="05000000000000000000" pitchFamily="2" charset="2"/>
              <a:buChar char="¨"/>
              <a:defRPr sz="2000" kern="1200">
                <a:solidFill>
                  <a:schemeClr val="tx1"/>
                </a:solidFill>
                <a:latin typeface="Arial" panose="020B0604020202020204" pitchFamily="34" charset="0"/>
                <a:ea typeface="+mn-ea"/>
                <a:cs typeface="+mn-cs"/>
              </a:defRPr>
            </a:lvl4pPr>
            <a:lvl5pPr marL="2057400" indent="-228600" algn="l" defTabSz="914400" rtl="0" eaLnBrk="1" latinLnBrk="0" hangingPunct="1">
              <a:spcBef>
                <a:spcPct val="20000"/>
              </a:spcBef>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9pPr>
          </a:lstStyle>
          <a:p>
            <a:pPr algn="r">
              <a:spcBef>
                <a:spcPts val="0"/>
              </a:spcBef>
              <a:spcAft>
                <a:spcPts val="600"/>
              </a:spcAft>
              <a:buClrTx/>
              <a:buSzTx/>
              <a:buFont typeface="Wingdings" panose="05000000000000000000" pitchFamily="2" charset="2"/>
              <a:buNone/>
              <a:defRPr/>
            </a:pPr>
            <a:fld id="{AF0AE83C-7C43-4EDB-B42E-0A2ED1773DE0}" type="slidenum">
              <a:rPr lang="en-US" altLang="es-ES" sz="1200" smtClean="0">
                <a:solidFill>
                  <a:srgbClr val="FFFFFF"/>
                </a:solidFill>
                <a:latin typeface="Calibri" panose="020F0502020204030204"/>
              </a:rPr>
              <a:pPr algn="r">
                <a:spcBef>
                  <a:spcPts val="0"/>
                </a:spcBef>
                <a:spcAft>
                  <a:spcPts val="600"/>
                </a:spcAft>
                <a:buClrTx/>
                <a:buSzTx/>
                <a:buFont typeface="Wingdings" panose="05000000000000000000" pitchFamily="2" charset="2"/>
                <a:buNone/>
                <a:defRPr/>
              </a:pPr>
              <a:t>9</a:t>
            </a:fld>
            <a:endParaRPr lang="en-US" altLang="es-ES" sz="1200" dirty="0">
              <a:solidFill>
                <a:srgbClr val="FFFFFF"/>
              </a:solidFill>
              <a:latin typeface="Calibri" panose="020F0502020204030204"/>
            </a:endParaRPr>
          </a:p>
        </p:txBody>
      </p:sp>
      <p:sp>
        <p:nvSpPr>
          <p:cNvPr id="3" name="CuadroTexto 2">
            <a:extLst>
              <a:ext uri="{FF2B5EF4-FFF2-40B4-BE49-F238E27FC236}">
                <a16:creationId xmlns:a16="http://schemas.microsoft.com/office/drawing/2014/main" id="{6F0DCC0E-F0D3-34A5-78CF-8578FAEB8B08}"/>
              </a:ext>
            </a:extLst>
          </p:cNvPr>
          <p:cNvSpPr txBox="1"/>
          <p:nvPr/>
        </p:nvSpPr>
        <p:spPr>
          <a:xfrm>
            <a:off x="28301" y="1918876"/>
            <a:ext cx="10780295" cy="4902176"/>
          </a:xfrm>
          <a:prstGeom prst="rect">
            <a:avLst/>
          </a:prstGeom>
          <a:noFill/>
        </p:spPr>
        <p:txBody>
          <a:bodyPr wrap="square">
            <a:spAutoFit/>
          </a:bodyPr>
          <a:lstStyle/>
          <a:p>
            <a:pPr marL="285750" indent="-285750" algn="just">
              <a:lnSpc>
                <a:spcPct val="115000"/>
              </a:lnSpc>
              <a:spcAft>
                <a:spcPts val="800"/>
              </a:spcAft>
              <a:buFont typeface="Arial" panose="020B0604020202020204" pitchFamily="34" charset="0"/>
              <a:buChar char="•"/>
            </a:pPr>
            <a:r>
              <a:rPr lang="es-ES" sz="17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Línea 1. </a:t>
            </a:r>
            <a:r>
              <a:rPr lang="es-ES" sz="1700" kern="100" dirty="0">
                <a:latin typeface="Calibri" panose="020F0502020204030204" pitchFamily="34" charset="0"/>
                <a:ea typeface="Aptos" panose="020B0004020202020204" pitchFamily="34" charset="0"/>
                <a:cs typeface="Times New Roman" panose="02020603050405020304" pitchFamily="18" charset="0"/>
              </a:rPr>
              <a:t>Incentivo a la primera contratación indefinida ordinaria por parte de personas trabajadoras autónomas.</a:t>
            </a:r>
          </a:p>
          <a:p>
            <a:pPr marL="285750" indent="-285750" algn="just">
              <a:lnSpc>
                <a:spcPct val="115000"/>
              </a:lnSpc>
              <a:spcAft>
                <a:spcPts val="800"/>
              </a:spcAft>
              <a:buFont typeface="Arial" panose="020B0604020202020204" pitchFamily="34" charset="0"/>
              <a:buChar char="•"/>
            </a:pPr>
            <a:r>
              <a:rPr lang="es-ES" sz="17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Línea 2. </a:t>
            </a:r>
            <a:r>
              <a:rPr lang="es-ES" sz="1700" kern="100" dirty="0">
                <a:latin typeface="Calibri" panose="020F0502020204030204" pitchFamily="34" charset="0"/>
                <a:ea typeface="Aptos" panose="020B0004020202020204" pitchFamily="34" charset="0"/>
                <a:cs typeface="Times New Roman" panose="02020603050405020304" pitchFamily="18" charset="0"/>
              </a:rPr>
              <a:t>Incentivo a la segunda o sucesivas contrataciones indefinidas ordinarias por parte de personas trabajadoras autónomas, y a cualquier contratación indefinida ordinaria por parte de pymes</a:t>
            </a:r>
          </a:p>
          <a:p>
            <a:pPr marL="285750" indent="-285750" algn="just">
              <a:lnSpc>
                <a:spcPct val="115000"/>
              </a:lnSpc>
              <a:spcAft>
                <a:spcPts val="800"/>
              </a:spcAft>
              <a:buFont typeface="Arial" panose="020B0604020202020204" pitchFamily="34" charset="0"/>
              <a:buChar char="•"/>
            </a:pPr>
            <a:r>
              <a:rPr lang="es-ES" sz="17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Línea 3</a:t>
            </a:r>
            <a:r>
              <a:rPr lang="es-ES" sz="1700" kern="100" dirty="0">
                <a:latin typeface="Calibri" panose="020F0502020204030204" pitchFamily="34" charset="0"/>
                <a:ea typeface="Aptos" panose="020B0004020202020204" pitchFamily="34" charset="0"/>
                <a:cs typeface="Times New Roman" panose="02020603050405020304" pitchFamily="18" charset="0"/>
              </a:rPr>
              <a:t>. Incentivo a la conversión de contratos indefinidos ordinarios de jornada parcial a jornada completa por parte de personas trabajadoras autónomas y pymes</a:t>
            </a:r>
          </a:p>
          <a:p>
            <a:pPr marL="285750" indent="-285750" algn="just">
              <a:lnSpc>
                <a:spcPct val="115000"/>
              </a:lnSpc>
              <a:spcAft>
                <a:spcPts val="800"/>
              </a:spcAft>
              <a:buFont typeface="Arial" panose="020B0604020202020204" pitchFamily="34" charset="0"/>
              <a:buChar char="•"/>
            </a:pPr>
            <a:r>
              <a:rPr lang="es-ES" sz="17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Línea 4</a:t>
            </a:r>
            <a:r>
              <a:rPr lang="es-ES" sz="1700" kern="100" dirty="0">
                <a:latin typeface="Calibri" panose="020F0502020204030204" pitchFamily="34" charset="0"/>
                <a:ea typeface="Aptos" panose="020B0004020202020204" pitchFamily="34" charset="0"/>
                <a:cs typeface="Times New Roman" panose="02020603050405020304" pitchFamily="18" charset="0"/>
              </a:rPr>
              <a:t>. Incentivo a la contratación indefinida ordinaria de personas con discapacidad por parte de personas trabajadoras autónomas y pymes</a:t>
            </a:r>
          </a:p>
          <a:p>
            <a:pPr marL="285750" indent="-285750" algn="just">
              <a:lnSpc>
                <a:spcPct val="115000"/>
              </a:lnSpc>
              <a:spcAft>
                <a:spcPts val="800"/>
              </a:spcAft>
              <a:buFont typeface="Arial" panose="020B0604020202020204" pitchFamily="34" charset="0"/>
              <a:buChar char="•"/>
            </a:pPr>
            <a:r>
              <a:rPr lang="es-ES" sz="17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Línea 5. </a:t>
            </a:r>
            <a:r>
              <a:rPr lang="es-ES" sz="1700" kern="100" dirty="0">
                <a:latin typeface="Calibri" panose="020F0502020204030204" pitchFamily="34" charset="0"/>
                <a:ea typeface="Aptos" panose="020B0004020202020204" pitchFamily="34" charset="0"/>
                <a:cs typeface="Times New Roman" panose="02020603050405020304" pitchFamily="18" charset="0"/>
              </a:rPr>
              <a:t>Incentivo a la contratación indefinida ordinaria de personas que hayan realizado prácticas no laborales en el marco del Programa de Experiencias Profesionales para el Empleo (EPES) por parte de personas trabajadoras autónomas y pymes</a:t>
            </a:r>
          </a:p>
          <a:p>
            <a:pPr marL="285750" indent="-285750" algn="just">
              <a:lnSpc>
                <a:spcPct val="115000"/>
              </a:lnSpc>
              <a:spcAft>
                <a:spcPts val="800"/>
              </a:spcAft>
              <a:buFont typeface="Arial" panose="020B0604020202020204" pitchFamily="34" charset="0"/>
              <a:buChar char="•"/>
            </a:pPr>
            <a:r>
              <a:rPr lang="es-ES" sz="17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Línea 6. </a:t>
            </a:r>
            <a:r>
              <a:rPr lang="es-ES" sz="1700" kern="100" dirty="0">
                <a:latin typeface="Calibri" panose="020F0502020204030204" pitchFamily="34" charset="0"/>
                <a:ea typeface="Aptos" panose="020B0004020202020204" pitchFamily="34" charset="0"/>
                <a:cs typeface="Times New Roman" panose="02020603050405020304" pitchFamily="18" charset="0"/>
              </a:rPr>
              <a:t>Incentivo a la contratación indefinida ordinaria de personas jóvenes menores de 30 años beneficiarias del Sistema Nacional de Garantía Juvenil por parte de personas trabajadoras autónomas y pymes.</a:t>
            </a:r>
          </a:p>
          <a:p>
            <a:pPr marL="285750" indent="-285750" algn="just">
              <a:lnSpc>
                <a:spcPct val="115000"/>
              </a:lnSpc>
              <a:spcAft>
                <a:spcPts val="800"/>
              </a:spcAft>
              <a:buFont typeface="Arial" panose="020B0604020202020204" pitchFamily="34" charset="0"/>
              <a:buChar char="•"/>
            </a:pPr>
            <a:r>
              <a:rPr lang="es-ES" sz="17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Línea 7. </a:t>
            </a:r>
            <a:r>
              <a:rPr lang="es-ES" sz="1700" kern="100" dirty="0">
                <a:latin typeface="Calibri" panose="020F0502020204030204" pitchFamily="34" charset="0"/>
                <a:ea typeface="Aptos" panose="020B0004020202020204" pitchFamily="34" charset="0"/>
                <a:cs typeface="Times New Roman" panose="02020603050405020304" pitchFamily="18" charset="0"/>
              </a:rPr>
              <a:t>Incentivo para el fomento del empleo de personas jóvenes menores de 30 años beneficiarias del Sistema Nacional de Garantía Juvenil por parte de corporaciones locales.</a:t>
            </a:r>
          </a:p>
        </p:txBody>
      </p:sp>
    </p:spTree>
    <p:extLst>
      <p:ext uri="{BB962C8B-B14F-4D97-AF65-F5344CB8AC3E}">
        <p14:creationId xmlns:p14="http://schemas.microsoft.com/office/powerpoint/2010/main" val="959768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03E15-8642-FD9D-4C93-E347F0EA3D1A}"/>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44166B34-44E7-BC83-F2D4-9ED0FFA76D5E}"/>
              </a:ext>
            </a:extLst>
          </p:cNvPr>
          <p:cNvPicPr>
            <a:picLocks noChangeAspect="1"/>
          </p:cNvPicPr>
          <p:nvPr/>
        </p:nvPicPr>
        <p:blipFill>
          <a:blip r:embed="rId3"/>
          <a:stretch>
            <a:fillRect/>
          </a:stretch>
        </p:blipFill>
        <p:spPr>
          <a:xfrm>
            <a:off x="171938" y="2498243"/>
            <a:ext cx="6969967" cy="4359757"/>
          </a:xfrm>
          <a:prstGeom prst="rect">
            <a:avLst/>
          </a:prstGeom>
        </p:spPr>
      </p:pic>
      <p:sp>
        <p:nvSpPr>
          <p:cNvPr id="4099" name="Rectangle 3">
            <a:extLst>
              <a:ext uri="{FF2B5EF4-FFF2-40B4-BE49-F238E27FC236}">
                <a16:creationId xmlns:a16="http://schemas.microsoft.com/office/drawing/2014/main" id="{A728BB7A-D052-9C4A-D8AF-E56133CB3AC0}"/>
              </a:ext>
            </a:extLst>
          </p:cNvPr>
          <p:cNvSpPr>
            <a:spLocks noGrp="1" noChangeArrowheads="1"/>
          </p:cNvSpPr>
          <p:nvPr>
            <p:ph idx="1"/>
          </p:nvPr>
        </p:nvSpPr>
        <p:spPr>
          <a:xfrm>
            <a:off x="110516" y="1414872"/>
            <a:ext cx="10615863" cy="397032"/>
          </a:xfrm>
        </p:spPr>
        <p:txBody>
          <a:bodyPr vert="horz" lIns="91440" tIns="45720" rIns="91440" bIns="45720" rtlCol="0">
            <a:noAutofit/>
          </a:bodyPr>
          <a:lstStyle/>
          <a:p>
            <a:pPr marL="0" indent="0" algn="ctr">
              <a:buNone/>
            </a:pPr>
            <a:r>
              <a:rPr lang="es-ES" sz="1900" b="1" dirty="0">
                <a:solidFill>
                  <a:srgbClr val="003772"/>
                </a:solidFill>
              </a:rPr>
              <a:t>¿ Qué tipo de Políticas Activas de Empleo se están promocionando?</a:t>
            </a:r>
          </a:p>
        </p:txBody>
      </p:sp>
      <p:sp>
        <p:nvSpPr>
          <p:cNvPr id="4" name="CuadroTexto 3">
            <a:extLst>
              <a:ext uri="{FF2B5EF4-FFF2-40B4-BE49-F238E27FC236}">
                <a16:creationId xmlns:a16="http://schemas.microsoft.com/office/drawing/2014/main" id="{535C4B72-AD17-C78E-C394-93F9BBE07810}"/>
              </a:ext>
            </a:extLst>
          </p:cNvPr>
          <p:cNvSpPr txBox="1"/>
          <p:nvPr/>
        </p:nvSpPr>
        <p:spPr>
          <a:xfrm>
            <a:off x="171938" y="509157"/>
            <a:ext cx="6096000" cy="397032"/>
          </a:xfrm>
          <a:prstGeom prst="rect">
            <a:avLst/>
          </a:prstGeom>
          <a:noFill/>
        </p:spPr>
        <p:txBody>
          <a:bodyPr wrap="square">
            <a:spAutoFit/>
          </a:bodyPr>
          <a:lstStyle/>
          <a:p>
            <a:pPr>
              <a:lnSpc>
                <a:spcPct val="90000"/>
              </a:lnSpc>
              <a:spcBef>
                <a:spcPts val="1000"/>
              </a:spcBef>
            </a:pPr>
            <a:r>
              <a:rPr lang="es-ES" sz="2200" dirty="0">
                <a:solidFill>
                  <a:srgbClr val="003772"/>
                </a:solidFill>
                <a:latin typeface="Arial" panose="020B0604020202020204" pitchFamily="34" charset="0"/>
                <a:cs typeface="Arial" panose="020B0604020202020204" pitchFamily="34" charset="0"/>
              </a:rPr>
              <a:t>Análisis de contexto</a:t>
            </a:r>
          </a:p>
        </p:txBody>
      </p:sp>
      <p:sp>
        <p:nvSpPr>
          <p:cNvPr id="5" name="3 Marcador de número de diapositiva">
            <a:extLst>
              <a:ext uri="{FF2B5EF4-FFF2-40B4-BE49-F238E27FC236}">
                <a16:creationId xmlns:a16="http://schemas.microsoft.com/office/drawing/2014/main" id="{2AE0227F-4AD8-D552-849E-C64A13803978}"/>
              </a:ext>
            </a:extLst>
          </p:cNvPr>
          <p:cNvSpPr txBox="1">
            <a:spLocks/>
          </p:cNvSpPr>
          <p:nvPr/>
        </p:nvSpPr>
        <p:spPr>
          <a:xfrm>
            <a:off x="9420499" y="6356350"/>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defPPr>
              <a:defRPr lang="es-ES"/>
            </a:defPPr>
            <a:lvl1pPr marL="0" algn="l" defTabSz="914400" rtl="0" eaLnBrk="1" latinLnBrk="0" hangingPunct="1">
              <a:spcBef>
                <a:spcPct val="20000"/>
              </a:spcBef>
              <a:buClr>
                <a:schemeClr val="bg2"/>
              </a:buClr>
              <a:buSzPct val="75000"/>
              <a:buFont typeface="Wingdings" panose="05000000000000000000" pitchFamily="2" charset="2"/>
              <a:buChar char="n"/>
              <a:defRPr sz="3200" kern="1200">
                <a:solidFill>
                  <a:schemeClr val="tx1"/>
                </a:solidFill>
                <a:latin typeface="Arial" panose="020B0604020202020204" pitchFamily="34" charset="0"/>
                <a:ea typeface="+mn-ea"/>
                <a:cs typeface="+mn-cs"/>
              </a:defRPr>
            </a:lvl1pPr>
            <a:lvl2pPr marL="742950" indent="-285750" algn="l" defTabSz="914400" rtl="0" eaLnBrk="1" latinLnBrk="0" hangingPunct="1">
              <a:spcBef>
                <a:spcPct val="20000"/>
              </a:spcBef>
              <a:buClr>
                <a:schemeClr val="accent2"/>
              </a:buClr>
              <a:buSzPct val="80000"/>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defTabSz="914400" rtl="0" eaLnBrk="1" latinLnBrk="0" hangingPunct="1">
              <a:spcBef>
                <a:spcPct val="20000"/>
              </a:spcBef>
              <a:buClr>
                <a:schemeClr val="bg2"/>
              </a:buClr>
              <a:buSzPct val="65000"/>
              <a:buFont typeface="Wingdings" panose="05000000000000000000" pitchFamily="2" charset="2"/>
              <a:buChar char="n"/>
              <a:defRPr sz="2400" kern="1200">
                <a:solidFill>
                  <a:schemeClr val="tx1"/>
                </a:solidFill>
                <a:latin typeface="Arial" panose="020B0604020202020204" pitchFamily="34" charset="0"/>
                <a:ea typeface="+mn-ea"/>
                <a:cs typeface="+mn-cs"/>
              </a:defRPr>
            </a:lvl3pPr>
            <a:lvl4pPr marL="1600200" indent="-228600" algn="l" defTabSz="914400" rtl="0" eaLnBrk="1" latinLnBrk="0" hangingPunct="1">
              <a:spcBef>
                <a:spcPct val="20000"/>
              </a:spcBef>
              <a:buClr>
                <a:schemeClr val="accent2"/>
              </a:buClr>
              <a:buSzPct val="70000"/>
              <a:buFont typeface="Wingdings" panose="05000000000000000000" pitchFamily="2" charset="2"/>
              <a:buChar char="¨"/>
              <a:defRPr sz="2000" kern="1200">
                <a:solidFill>
                  <a:schemeClr val="tx1"/>
                </a:solidFill>
                <a:latin typeface="Arial" panose="020B0604020202020204" pitchFamily="34" charset="0"/>
                <a:ea typeface="+mn-ea"/>
                <a:cs typeface="+mn-cs"/>
              </a:defRPr>
            </a:lvl4pPr>
            <a:lvl5pPr marL="2057400" indent="-228600" algn="l" defTabSz="914400" rtl="0" eaLnBrk="1" latinLnBrk="0" hangingPunct="1">
              <a:spcBef>
                <a:spcPct val="20000"/>
              </a:spcBef>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9pPr>
          </a:lstStyle>
          <a:p>
            <a:pPr algn="r">
              <a:spcBef>
                <a:spcPts val="0"/>
              </a:spcBef>
              <a:spcAft>
                <a:spcPts val="600"/>
              </a:spcAft>
              <a:buClrTx/>
              <a:buSzTx/>
              <a:buFont typeface="Wingdings" panose="05000000000000000000" pitchFamily="2" charset="2"/>
              <a:buNone/>
              <a:defRPr/>
            </a:pPr>
            <a:fld id="{AF0AE83C-7C43-4EDB-B42E-0A2ED1773DE0}" type="slidenum">
              <a:rPr lang="en-US" altLang="es-ES" sz="1200" smtClean="0">
                <a:solidFill>
                  <a:srgbClr val="FFFFFF"/>
                </a:solidFill>
                <a:latin typeface="Calibri" panose="020F0502020204030204"/>
              </a:rPr>
              <a:pPr algn="r">
                <a:spcBef>
                  <a:spcPts val="0"/>
                </a:spcBef>
                <a:spcAft>
                  <a:spcPts val="600"/>
                </a:spcAft>
                <a:buClrTx/>
                <a:buSzTx/>
                <a:buFont typeface="Wingdings" panose="05000000000000000000" pitchFamily="2" charset="2"/>
                <a:buNone/>
                <a:defRPr/>
              </a:pPr>
              <a:t>10</a:t>
            </a:fld>
            <a:endParaRPr lang="en-US" altLang="es-ES" sz="1200" dirty="0">
              <a:solidFill>
                <a:srgbClr val="FFFFFF"/>
              </a:solidFill>
              <a:latin typeface="Calibri" panose="020F0502020204030204"/>
            </a:endParaRPr>
          </a:p>
        </p:txBody>
      </p:sp>
      <p:sp>
        <p:nvSpPr>
          <p:cNvPr id="6" name="CuadroTexto 5">
            <a:extLst>
              <a:ext uri="{FF2B5EF4-FFF2-40B4-BE49-F238E27FC236}">
                <a16:creationId xmlns:a16="http://schemas.microsoft.com/office/drawing/2014/main" id="{52092C51-72C7-76CE-FA56-9DBBBD99E41E}"/>
              </a:ext>
            </a:extLst>
          </p:cNvPr>
          <p:cNvSpPr txBox="1"/>
          <p:nvPr/>
        </p:nvSpPr>
        <p:spPr>
          <a:xfrm>
            <a:off x="2767263" y="2072000"/>
            <a:ext cx="1636295" cy="369332"/>
          </a:xfrm>
          <a:prstGeom prst="rect">
            <a:avLst/>
          </a:prstGeom>
          <a:noFill/>
        </p:spPr>
        <p:txBody>
          <a:bodyPr wrap="square" rtlCol="0">
            <a:spAutoFit/>
          </a:bodyPr>
          <a:lstStyle/>
          <a:p>
            <a:r>
              <a:rPr lang="es-ES" dirty="0">
                <a:solidFill>
                  <a:schemeClr val="accent1"/>
                </a:solidFill>
              </a:rPr>
              <a:t>Recordatorio</a:t>
            </a:r>
          </a:p>
        </p:txBody>
      </p:sp>
      <p:cxnSp>
        <p:nvCxnSpPr>
          <p:cNvPr id="9" name="Conector recto de flecha 8">
            <a:extLst>
              <a:ext uri="{FF2B5EF4-FFF2-40B4-BE49-F238E27FC236}">
                <a16:creationId xmlns:a16="http://schemas.microsoft.com/office/drawing/2014/main" id="{53A4586D-DB43-0FCA-00F7-049E44792421}"/>
              </a:ext>
            </a:extLst>
          </p:cNvPr>
          <p:cNvCxnSpPr>
            <a:cxnSpLocks/>
          </p:cNvCxnSpPr>
          <p:nvPr/>
        </p:nvCxnSpPr>
        <p:spPr>
          <a:xfrm>
            <a:off x="5450305" y="3946358"/>
            <a:ext cx="2923674" cy="0"/>
          </a:xfrm>
          <a:prstGeom prst="straightConnector1">
            <a:avLst/>
          </a:prstGeom>
          <a:ln w="9525">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ector recto de flecha 11">
            <a:extLst>
              <a:ext uri="{FF2B5EF4-FFF2-40B4-BE49-F238E27FC236}">
                <a16:creationId xmlns:a16="http://schemas.microsoft.com/office/drawing/2014/main" id="{73BCCC9C-3A82-C7FF-9A34-D69D81C447AD}"/>
              </a:ext>
            </a:extLst>
          </p:cNvPr>
          <p:cNvCxnSpPr>
            <a:cxnSpLocks/>
          </p:cNvCxnSpPr>
          <p:nvPr/>
        </p:nvCxnSpPr>
        <p:spPr>
          <a:xfrm>
            <a:off x="6267938" y="4483769"/>
            <a:ext cx="2106041" cy="0"/>
          </a:xfrm>
          <a:prstGeom prst="straightConnector1">
            <a:avLst/>
          </a:prstGeom>
          <a:ln w="9525">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ector recto de flecha 13">
            <a:extLst>
              <a:ext uri="{FF2B5EF4-FFF2-40B4-BE49-F238E27FC236}">
                <a16:creationId xmlns:a16="http://schemas.microsoft.com/office/drawing/2014/main" id="{59AA6930-DB66-2D8C-10AB-786243B7F38B}"/>
              </a:ext>
            </a:extLst>
          </p:cNvPr>
          <p:cNvCxnSpPr>
            <a:cxnSpLocks/>
          </p:cNvCxnSpPr>
          <p:nvPr/>
        </p:nvCxnSpPr>
        <p:spPr>
          <a:xfrm>
            <a:off x="5450305" y="4989095"/>
            <a:ext cx="2923674" cy="0"/>
          </a:xfrm>
          <a:prstGeom prst="straightConnector1">
            <a:avLst/>
          </a:prstGeom>
          <a:ln w="9525">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5" name="CuadroTexto 14">
            <a:extLst>
              <a:ext uri="{FF2B5EF4-FFF2-40B4-BE49-F238E27FC236}">
                <a16:creationId xmlns:a16="http://schemas.microsoft.com/office/drawing/2014/main" id="{3D399528-18FB-C114-CCD3-0D42D6517A74}"/>
              </a:ext>
            </a:extLst>
          </p:cNvPr>
          <p:cNvSpPr txBox="1"/>
          <p:nvPr/>
        </p:nvSpPr>
        <p:spPr>
          <a:xfrm>
            <a:off x="8578516" y="3776349"/>
            <a:ext cx="2658979" cy="307777"/>
          </a:xfrm>
          <a:prstGeom prst="rect">
            <a:avLst/>
          </a:prstGeom>
          <a:noFill/>
        </p:spPr>
        <p:txBody>
          <a:bodyPr wrap="square" rtlCol="0">
            <a:spAutoFit/>
          </a:bodyPr>
          <a:lstStyle/>
          <a:p>
            <a:r>
              <a:rPr lang="es-ES" sz="1400" dirty="0">
                <a:latin typeface="Calibri" panose="020F0502020204030204" pitchFamily="34" charset="0"/>
                <a:ea typeface="Calibri" panose="020F0502020204030204" pitchFamily="34" charset="0"/>
                <a:cs typeface="Calibri" panose="020F0502020204030204" pitchFamily="34" charset="0"/>
              </a:rPr>
              <a:t>Especialmente a través de la L7</a:t>
            </a:r>
          </a:p>
        </p:txBody>
      </p:sp>
      <p:sp>
        <p:nvSpPr>
          <p:cNvPr id="16" name="CuadroTexto 15">
            <a:extLst>
              <a:ext uri="{FF2B5EF4-FFF2-40B4-BE49-F238E27FC236}">
                <a16:creationId xmlns:a16="http://schemas.microsoft.com/office/drawing/2014/main" id="{179E8F55-0E5B-B725-04E1-98296832AC3B}"/>
              </a:ext>
            </a:extLst>
          </p:cNvPr>
          <p:cNvSpPr txBox="1"/>
          <p:nvPr/>
        </p:nvSpPr>
        <p:spPr>
          <a:xfrm>
            <a:off x="8578516" y="4329880"/>
            <a:ext cx="2658979" cy="523220"/>
          </a:xfrm>
          <a:prstGeom prst="rect">
            <a:avLst/>
          </a:prstGeom>
          <a:noFill/>
        </p:spPr>
        <p:txBody>
          <a:bodyPr wrap="square" rtlCol="0">
            <a:spAutoFit/>
          </a:bodyPr>
          <a:lstStyle/>
          <a:p>
            <a:r>
              <a:rPr lang="es-ES" sz="1400" dirty="0">
                <a:latin typeface="Calibri" panose="020F0502020204030204" pitchFamily="34" charset="0"/>
                <a:ea typeface="Calibri" panose="020F0502020204030204" pitchFamily="34" charset="0"/>
                <a:cs typeface="Calibri" panose="020F0502020204030204" pitchFamily="34" charset="0"/>
              </a:rPr>
              <a:t>Especialmente a través de la L4, L5, L6</a:t>
            </a:r>
          </a:p>
        </p:txBody>
      </p:sp>
      <p:sp>
        <p:nvSpPr>
          <p:cNvPr id="17" name="CuadroTexto 16">
            <a:extLst>
              <a:ext uri="{FF2B5EF4-FFF2-40B4-BE49-F238E27FC236}">
                <a16:creationId xmlns:a16="http://schemas.microsoft.com/office/drawing/2014/main" id="{8F83205D-C038-5FC5-5275-A563B8EE9B38}"/>
              </a:ext>
            </a:extLst>
          </p:cNvPr>
          <p:cNvSpPr txBox="1"/>
          <p:nvPr/>
        </p:nvSpPr>
        <p:spPr>
          <a:xfrm>
            <a:off x="8578515" y="4809637"/>
            <a:ext cx="2658979" cy="523220"/>
          </a:xfrm>
          <a:prstGeom prst="rect">
            <a:avLst/>
          </a:prstGeom>
          <a:noFill/>
        </p:spPr>
        <p:txBody>
          <a:bodyPr wrap="square" rtlCol="0">
            <a:spAutoFit/>
          </a:bodyPr>
          <a:lstStyle/>
          <a:p>
            <a:r>
              <a:rPr lang="es-ES" sz="1400" dirty="0">
                <a:latin typeface="Calibri" panose="020F0502020204030204" pitchFamily="34" charset="0"/>
                <a:ea typeface="Calibri" panose="020F0502020204030204" pitchFamily="34" charset="0"/>
                <a:cs typeface="Calibri" panose="020F0502020204030204" pitchFamily="34" charset="0"/>
              </a:rPr>
              <a:t>Especialmente a través de la L1, L2, L3</a:t>
            </a:r>
          </a:p>
        </p:txBody>
      </p:sp>
    </p:spTree>
    <p:extLst>
      <p:ext uri="{BB962C8B-B14F-4D97-AF65-F5344CB8AC3E}">
        <p14:creationId xmlns:p14="http://schemas.microsoft.com/office/powerpoint/2010/main" val="335335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B5918-019C-D31C-6E24-4E66DBD6D4FF}"/>
            </a:ext>
          </a:extLst>
        </p:cNvPr>
        <p:cNvGrpSpPr/>
        <p:nvPr/>
      </p:nvGrpSpPr>
      <p:grpSpPr>
        <a:xfrm>
          <a:off x="0" y="0"/>
          <a:ext cx="0" cy="0"/>
          <a:chOff x="0" y="0"/>
          <a:chExt cx="0" cy="0"/>
        </a:xfrm>
      </p:grpSpPr>
      <p:sp>
        <p:nvSpPr>
          <p:cNvPr id="4099" name="Rectangle 3">
            <a:extLst>
              <a:ext uri="{FF2B5EF4-FFF2-40B4-BE49-F238E27FC236}">
                <a16:creationId xmlns:a16="http://schemas.microsoft.com/office/drawing/2014/main" id="{DB6AFB0D-8FD5-D41E-D09E-C523EC05A2A1}"/>
              </a:ext>
            </a:extLst>
          </p:cNvPr>
          <p:cNvSpPr>
            <a:spLocks noGrp="1" noChangeArrowheads="1"/>
          </p:cNvSpPr>
          <p:nvPr>
            <p:ph idx="1"/>
          </p:nvPr>
        </p:nvSpPr>
        <p:spPr>
          <a:xfrm>
            <a:off x="110516" y="1414872"/>
            <a:ext cx="10615863" cy="397032"/>
          </a:xfrm>
        </p:spPr>
        <p:txBody>
          <a:bodyPr vert="horz" lIns="91440" tIns="45720" rIns="91440" bIns="45720" rtlCol="0">
            <a:noAutofit/>
          </a:bodyPr>
          <a:lstStyle/>
          <a:p>
            <a:pPr marL="0" indent="0" algn="ctr">
              <a:buNone/>
            </a:pPr>
            <a:r>
              <a:rPr lang="es-ES" sz="1900" b="1" dirty="0">
                <a:solidFill>
                  <a:srgbClr val="003772"/>
                </a:solidFill>
              </a:rPr>
              <a:t>¿ Cuál es la dimensión económica del Programa Emplea-T ?</a:t>
            </a:r>
          </a:p>
        </p:txBody>
      </p:sp>
      <p:sp>
        <p:nvSpPr>
          <p:cNvPr id="4" name="CuadroTexto 3">
            <a:extLst>
              <a:ext uri="{FF2B5EF4-FFF2-40B4-BE49-F238E27FC236}">
                <a16:creationId xmlns:a16="http://schemas.microsoft.com/office/drawing/2014/main" id="{54E54BAD-0EDF-3500-FBC9-5D30C0E0D5A0}"/>
              </a:ext>
            </a:extLst>
          </p:cNvPr>
          <p:cNvSpPr txBox="1"/>
          <p:nvPr/>
        </p:nvSpPr>
        <p:spPr>
          <a:xfrm>
            <a:off x="171938" y="509157"/>
            <a:ext cx="6096000" cy="397032"/>
          </a:xfrm>
          <a:prstGeom prst="rect">
            <a:avLst/>
          </a:prstGeom>
          <a:noFill/>
        </p:spPr>
        <p:txBody>
          <a:bodyPr wrap="square">
            <a:spAutoFit/>
          </a:bodyPr>
          <a:lstStyle/>
          <a:p>
            <a:pPr>
              <a:lnSpc>
                <a:spcPct val="90000"/>
              </a:lnSpc>
              <a:spcBef>
                <a:spcPts val="1000"/>
              </a:spcBef>
            </a:pPr>
            <a:r>
              <a:rPr lang="es-ES" sz="2200" dirty="0">
                <a:solidFill>
                  <a:srgbClr val="003772"/>
                </a:solidFill>
                <a:latin typeface="Arial" panose="020B0604020202020204" pitchFamily="34" charset="0"/>
                <a:cs typeface="Arial" panose="020B0604020202020204" pitchFamily="34" charset="0"/>
              </a:rPr>
              <a:t>Análisis de contexto</a:t>
            </a:r>
          </a:p>
        </p:txBody>
      </p:sp>
      <p:sp>
        <p:nvSpPr>
          <p:cNvPr id="5" name="3 Marcador de número de diapositiva">
            <a:extLst>
              <a:ext uri="{FF2B5EF4-FFF2-40B4-BE49-F238E27FC236}">
                <a16:creationId xmlns:a16="http://schemas.microsoft.com/office/drawing/2014/main" id="{01866100-319E-99C6-898F-A806FE50DE38}"/>
              </a:ext>
            </a:extLst>
          </p:cNvPr>
          <p:cNvSpPr txBox="1">
            <a:spLocks/>
          </p:cNvSpPr>
          <p:nvPr/>
        </p:nvSpPr>
        <p:spPr>
          <a:xfrm>
            <a:off x="9420499" y="6356350"/>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defPPr>
              <a:defRPr lang="es-ES"/>
            </a:defPPr>
            <a:lvl1pPr marL="0" algn="l" defTabSz="914400" rtl="0" eaLnBrk="1" latinLnBrk="0" hangingPunct="1">
              <a:spcBef>
                <a:spcPct val="20000"/>
              </a:spcBef>
              <a:buClr>
                <a:schemeClr val="bg2"/>
              </a:buClr>
              <a:buSzPct val="75000"/>
              <a:buFont typeface="Wingdings" panose="05000000000000000000" pitchFamily="2" charset="2"/>
              <a:buChar char="n"/>
              <a:defRPr sz="3200" kern="1200">
                <a:solidFill>
                  <a:schemeClr val="tx1"/>
                </a:solidFill>
                <a:latin typeface="Arial" panose="020B0604020202020204" pitchFamily="34" charset="0"/>
                <a:ea typeface="+mn-ea"/>
                <a:cs typeface="+mn-cs"/>
              </a:defRPr>
            </a:lvl1pPr>
            <a:lvl2pPr marL="742950" indent="-285750" algn="l" defTabSz="914400" rtl="0" eaLnBrk="1" latinLnBrk="0" hangingPunct="1">
              <a:spcBef>
                <a:spcPct val="20000"/>
              </a:spcBef>
              <a:buClr>
                <a:schemeClr val="accent2"/>
              </a:buClr>
              <a:buSzPct val="80000"/>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defTabSz="914400" rtl="0" eaLnBrk="1" latinLnBrk="0" hangingPunct="1">
              <a:spcBef>
                <a:spcPct val="20000"/>
              </a:spcBef>
              <a:buClr>
                <a:schemeClr val="bg2"/>
              </a:buClr>
              <a:buSzPct val="65000"/>
              <a:buFont typeface="Wingdings" panose="05000000000000000000" pitchFamily="2" charset="2"/>
              <a:buChar char="n"/>
              <a:defRPr sz="2400" kern="1200">
                <a:solidFill>
                  <a:schemeClr val="tx1"/>
                </a:solidFill>
                <a:latin typeface="Arial" panose="020B0604020202020204" pitchFamily="34" charset="0"/>
                <a:ea typeface="+mn-ea"/>
                <a:cs typeface="+mn-cs"/>
              </a:defRPr>
            </a:lvl3pPr>
            <a:lvl4pPr marL="1600200" indent="-228600" algn="l" defTabSz="914400" rtl="0" eaLnBrk="1" latinLnBrk="0" hangingPunct="1">
              <a:spcBef>
                <a:spcPct val="20000"/>
              </a:spcBef>
              <a:buClr>
                <a:schemeClr val="accent2"/>
              </a:buClr>
              <a:buSzPct val="70000"/>
              <a:buFont typeface="Wingdings" panose="05000000000000000000" pitchFamily="2" charset="2"/>
              <a:buChar char="¨"/>
              <a:defRPr sz="2000" kern="1200">
                <a:solidFill>
                  <a:schemeClr val="tx1"/>
                </a:solidFill>
                <a:latin typeface="Arial" panose="020B0604020202020204" pitchFamily="34" charset="0"/>
                <a:ea typeface="+mn-ea"/>
                <a:cs typeface="+mn-cs"/>
              </a:defRPr>
            </a:lvl4pPr>
            <a:lvl5pPr marL="2057400" indent="-228600" algn="l" defTabSz="914400" rtl="0" eaLnBrk="1" latinLnBrk="0" hangingPunct="1">
              <a:spcBef>
                <a:spcPct val="20000"/>
              </a:spcBef>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9pPr>
          </a:lstStyle>
          <a:p>
            <a:pPr algn="r">
              <a:spcBef>
                <a:spcPts val="0"/>
              </a:spcBef>
              <a:spcAft>
                <a:spcPts val="600"/>
              </a:spcAft>
              <a:buClrTx/>
              <a:buSzTx/>
              <a:buFont typeface="Wingdings" panose="05000000000000000000" pitchFamily="2" charset="2"/>
              <a:buNone/>
              <a:defRPr/>
            </a:pPr>
            <a:fld id="{AF0AE83C-7C43-4EDB-B42E-0A2ED1773DE0}" type="slidenum">
              <a:rPr lang="en-US" altLang="es-ES" sz="1200" smtClean="0">
                <a:solidFill>
                  <a:srgbClr val="FFFFFF"/>
                </a:solidFill>
                <a:latin typeface="Calibri" panose="020F0502020204030204"/>
              </a:rPr>
              <a:pPr algn="r">
                <a:spcBef>
                  <a:spcPts val="0"/>
                </a:spcBef>
                <a:spcAft>
                  <a:spcPts val="600"/>
                </a:spcAft>
                <a:buClrTx/>
                <a:buSzTx/>
                <a:buFont typeface="Wingdings" panose="05000000000000000000" pitchFamily="2" charset="2"/>
                <a:buNone/>
                <a:defRPr/>
              </a:pPr>
              <a:t>11</a:t>
            </a:fld>
            <a:endParaRPr lang="en-US" altLang="es-ES" sz="1200" dirty="0">
              <a:solidFill>
                <a:srgbClr val="FFFFFF"/>
              </a:solidFill>
              <a:latin typeface="Calibri" panose="020F0502020204030204"/>
            </a:endParaRPr>
          </a:p>
        </p:txBody>
      </p:sp>
      <p:sp>
        <p:nvSpPr>
          <p:cNvPr id="3" name="CuadroTexto 2">
            <a:extLst>
              <a:ext uri="{FF2B5EF4-FFF2-40B4-BE49-F238E27FC236}">
                <a16:creationId xmlns:a16="http://schemas.microsoft.com/office/drawing/2014/main" id="{98C25020-3089-CB8F-9F2D-F023010E9C28}"/>
              </a:ext>
            </a:extLst>
          </p:cNvPr>
          <p:cNvSpPr txBox="1"/>
          <p:nvPr/>
        </p:nvSpPr>
        <p:spPr>
          <a:xfrm>
            <a:off x="28301" y="1918876"/>
            <a:ext cx="10780295" cy="679481"/>
          </a:xfrm>
          <a:prstGeom prst="rect">
            <a:avLst/>
          </a:prstGeom>
          <a:noFill/>
        </p:spPr>
        <p:txBody>
          <a:bodyPr wrap="square">
            <a:spAutoFit/>
          </a:bodyPr>
          <a:lstStyle/>
          <a:p>
            <a:pPr marL="285750" indent="-285750" algn="just">
              <a:lnSpc>
                <a:spcPct val="115000"/>
              </a:lnSpc>
              <a:spcAft>
                <a:spcPts val="800"/>
              </a:spcAft>
              <a:buFont typeface="Arial" panose="020B0604020202020204" pitchFamily="34" charset="0"/>
              <a:buChar char="•"/>
            </a:pPr>
            <a:r>
              <a:rPr lang="es-ES" sz="17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El programa cuenta con una financiación global de </a:t>
            </a:r>
            <a:r>
              <a:rPr lang="es-ES" sz="20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296,7 millones de euros</a:t>
            </a:r>
            <a:r>
              <a:rPr lang="es-ES" sz="17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  </a:t>
            </a:r>
            <a:r>
              <a:rPr lang="es-ES" sz="14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[Fuente: Consejería de Empleo, Empresa y Trabajo Autónomo]</a:t>
            </a:r>
            <a:endParaRPr lang="es-ES" sz="17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endParaRPr>
          </a:p>
        </p:txBody>
      </p:sp>
      <p:pic>
        <p:nvPicPr>
          <p:cNvPr id="6" name="Imagen 5">
            <a:extLst>
              <a:ext uri="{FF2B5EF4-FFF2-40B4-BE49-F238E27FC236}">
                <a16:creationId xmlns:a16="http://schemas.microsoft.com/office/drawing/2014/main" id="{D70B99AB-A350-D6BF-62F2-994996509EFD}"/>
              </a:ext>
            </a:extLst>
          </p:cNvPr>
          <p:cNvPicPr>
            <a:picLocks noChangeAspect="1"/>
          </p:cNvPicPr>
          <p:nvPr/>
        </p:nvPicPr>
        <p:blipFill>
          <a:blip r:embed="rId3"/>
          <a:stretch>
            <a:fillRect/>
          </a:stretch>
        </p:blipFill>
        <p:spPr>
          <a:xfrm>
            <a:off x="1290876" y="2959702"/>
            <a:ext cx="7935148" cy="3275890"/>
          </a:xfrm>
          <a:prstGeom prst="rect">
            <a:avLst/>
          </a:prstGeom>
        </p:spPr>
      </p:pic>
      <p:sp>
        <p:nvSpPr>
          <p:cNvPr id="7" name="CuadroTexto 6">
            <a:extLst>
              <a:ext uri="{FF2B5EF4-FFF2-40B4-BE49-F238E27FC236}">
                <a16:creationId xmlns:a16="http://schemas.microsoft.com/office/drawing/2014/main" id="{68C15490-7B74-DE16-C407-4678BF5BB167}"/>
              </a:ext>
            </a:extLst>
          </p:cNvPr>
          <p:cNvSpPr txBox="1"/>
          <p:nvPr/>
        </p:nvSpPr>
        <p:spPr>
          <a:xfrm>
            <a:off x="2368442" y="6596937"/>
            <a:ext cx="6100010" cy="200055"/>
          </a:xfrm>
          <a:prstGeom prst="rect">
            <a:avLst/>
          </a:prstGeom>
          <a:noFill/>
        </p:spPr>
        <p:txBody>
          <a:bodyPr wrap="square">
            <a:spAutoFit/>
          </a:bodyPr>
          <a:lstStyle/>
          <a:p>
            <a:r>
              <a:rPr lang="es-ES" sz="700" kern="100" dirty="0">
                <a:solidFill>
                  <a:schemeClr val="bg1">
                    <a:lumMod val="75000"/>
                  </a:schemeClr>
                </a:solidFill>
                <a:latin typeface="Calibri" panose="020F0502020204030204" pitchFamily="34" charset="0"/>
                <a:ea typeface="Aptos" panose="020B0004020202020204" pitchFamily="34" charset="0"/>
                <a:cs typeface="Times New Roman" panose="02020603050405020304" pitchFamily="18" charset="0"/>
              </a:rPr>
              <a:t>https://www.juntadeandalucia.es/organismos/empleoempresaytrabajoautonomo/areas/incentivos-empleo/plan-empleo-juvenil/programa-empleat.html</a:t>
            </a:r>
            <a:endParaRPr lang="es-ES" sz="700" dirty="0"/>
          </a:p>
        </p:txBody>
      </p:sp>
      <p:sp>
        <p:nvSpPr>
          <p:cNvPr id="8" name="Rectángulo 7">
            <a:extLst>
              <a:ext uri="{FF2B5EF4-FFF2-40B4-BE49-F238E27FC236}">
                <a16:creationId xmlns:a16="http://schemas.microsoft.com/office/drawing/2014/main" id="{CA3D8AE7-597E-F90A-4D27-2307EDC63D92}"/>
              </a:ext>
            </a:extLst>
          </p:cNvPr>
          <p:cNvSpPr/>
          <p:nvPr/>
        </p:nvSpPr>
        <p:spPr>
          <a:xfrm>
            <a:off x="1251513" y="5824529"/>
            <a:ext cx="8097026" cy="5600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444277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EEE2A-2947-F64F-59F5-CCAAD9BC47A2}"/>
            </a:ext>
          </a:extLst>
        </p:cNvPr>
        <p:cNvGrpSpPr/>
        <p:nvPr/>
      </p:nvGrpSpPr>
      <p:grpSpPr>
        <a:xfrm>
          <a:off x="0" y="0"/>
          <a:ext cx="0" cy="0"/>
          <a:chOff x="0" y="0"/>
          <a:chExt cx="0" cy="0"/>
        </a:xfrm>
      </p:grpSpPr>
      <p:sp>
        <p:nvSpPr>
          <p:cNvPr id="4099" name="Rectangle 3">
            <a:extLst>
              <a:ext uri="{FF2B5EF4-FFF2-40B4-BE49-F238E27FC236}">
                <a16:creationId xmlns:a16="http://schemas.microsoft.com/office/drawing/2014/main" id="{75FD7BD9-3902-B416-3D07-1D56EDA3C758}"/>
              </a:ext>
            </a:extLst>
          </p:cNvPr>
          <p:cNvSpPr>
            <a:spLocks noGrp="1" noChangeArrowheads="1"/>
          </p:cNvSpPr>
          <p:nvPr>
            <p:ph idx="1"/>
          </p:nvPr>
        </p:nvSpPr>
        <p:spPr>
          <a:xfrm>
            <a:off x="110516" y="1414872"/>
            <a:ext cx="10615863" cy="397032"/>
          </a:xfrm>
        </p:spPr>
        <p:txBody>
          <a:bodyPr vert="horz" lIns="91440" tIns="45720" rIns="91440" bIns="45720" rtlCol="0">
            <a:noAutofit/>
          </a:bodyPr>
          <a:lstStyle/>
          <a:p>
            <a:pPr marL="0" indent="0" algn="ctr">
              <a:buNone/>
            </a:pPr>
            <a:r>
              <a:rPr lang="es-ES" sz="1900" b="1" dirty="0">
                <a:solidFill>
                  <a:srgbClr val="003772"/>
                </a:solidFill>
              </a:rPr>
              <a:t>¿ Cuál es la dimensión económica del Programa Emplea-T ?</a:t>
            </a:r>
          </a:p>
        </p:txBody>
      </p:sp>
      <p:sp>
        <p:nvSpPr>
          <p:cNvPr id="4" name="CuadroTexto 3">
            <a:extLst>
              <a:ext uri="{FF2B5EF4-FFF2-40B4-BE49-F238E27FC236}">
                <a16:creationId xmlns:a16="http://schemas.microsoft.com/office/drawing/2014/main" id="{651E5DCA-465C-1893-9B33-1475F1572D0F}"/>
              </a:ext>
            </a:extLst>
          </p:cNvPr>
          <p:cNvSpPr txBox="1"/>
          <p:nvPr/>
        </p:nvSpPr>
        <p:spPr>
          <a:xfrm>
            <a:off x="171938" y="509157"/>
            <a:ext cx="6096000" cy="397032"/>
          </a:xfrm>
          <a:prstGeom prst="rect">
            <a:avLst/>
          </a:prstGeom>
          <a:noFill/>
        </p:spPr>
        <p:txBody>
          <a:bodyPr wrap="square">
            <a:spAutoFit/>
          </a:bodyPr>
          <a:lstStyle/>
          <a:p>
            <a:pPr>
              <a:lnSpc>
                <a:spcPct val="90000"/>
              </a:lnSpc>
              <a:spcBef>
                <a:spcPts val="1000"/>
              </a:spcBef>
            </a:pPr>
            <a:r>
              <a:rPr lang="es-ES" sz="2200" dirty="0">
                <a:solidFill>
                  <a:srgbClr val="003772"/>
                </a:solidFill>
                <a:latin typeface="Arial" panose="020B0604020202020204" pitchFamily="34" charset="0"/>
                <a:cs typeface="Arial" panose="020B0604020202020204" pitchFamily="34" charset="0"/>
              </a:rPr>
              <a:t>Análisis de contexto</a:t>
            </a:r>
          </a:p>
        </p:txBody>
      </p:sp>
      <p:sp>
        <p:nvSpPr>
          <p:cNvPr id="5" name="3 Marcador de número de diapositiva">
            <a:extLst>
              <a:ext uri="{FF2B5EF4-FFF2-40B4-BE49-F238E27FC236}">
                <a16:creationId xmlns:a16="http://schemas.microsoft.com/office/drawing/2014/main" id="{5F8955F5-8867-6C36-05AB-8A6BBD87A1B1}"/>
              </a:ext>
            </a:extLst>
          </p:cNvPr>
          <p:cNvSpPr txBox="1">
            <a:spLocks/>
          </p:cNvSpPr>
          <p:nvPr/>
        </p:nvSpPr>
        <p:spPr>
          <a:xfrm>
            <a:off x="9420499" y="6356350"/>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defPPr>
              <a:defRPr lang="es-ES"/>
            </a:defPPr>
            <a:lvl1pPr marL="0" algn="l" defTabSz="914400" rtl="0" eaLnBrk="1" latinLnBrk="0" hangingPunct="1">
              <a:spcBef>
                <a:spcPct val="20000"/>
              </a:spcBef>
              <a:buClr>
                <a:schemeClr val="bg2"/>
              </a:buClr>
              <a:buSzPct val="75000"/>
              <a:buFont typeface="Wingdings" panose="05000000000000000000" pitchFamily="2" charset="2"/>
              <a:buChar char="n"/>
              <a:defRPr sz="3200" kern="1200">
                <a:solidFill>
                  <a:schemeClr val="tx1"/>
                </a:solidFill>
                <a:latin typeface="Arial" panose="020B0604020202020204" pitchFamily="34" charset="0"/>
                <a:ea typeface="+mn-ea"/>
                <a:cs typeface="+mn-cs"/>
              </a:defRPr>
            </a:lvl1pPr>
            <a:lvl2pPr marL="742950" indent="-285750" algn="l" defTabSz="914400" rtl="0" eaLnBrk="1" latinLnBrk="0" hangingPunct="1">
              <a:spcBef>
                <a:spcPct val="20000"/>
              </a:spcBef>
              <a:buClr>
                <a:schemeClr val="accent2"/>
              </a:buClr>
              <a:buSzPct val="80000"/>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defTabSz="914400" rtl="0" eaLnBrk="1" latinLnBrk="0" hangingPunct="1">
              <a:spcBef>
                <a:spcPct val="20000"/>
              </a:spcBef>
              <a:buClr>
                <a:schemeClr val="bg2"/>
              </a:buClr>
              <a:buSzPct val="65000"/>
              <a:buFont typeface="Wingdings" panose="05000000000000000000" pitchFamily="2" charset="2"/>
              <a:buChar char="n"/>
              <a:defRPr sz="2400" kern="1200">
                <a:solidFill>
                  <a:schemeClr val="tx1"/>
                </a:solidFill>
                <a:latin typeface="Arial" panose="020B0604020202020204" pitchFamily="34" charset="0"/>
                <a:ea typeface="+mn-ea"/>
                <a:cs typeface="+mn-cs"/>
              </a:defRPr>
            </a:lvl3pPr>
            <a:lvl4pPr marL="1600200" indent="-228600" algn="l" defTabSz="914400" rtl="0" eaLnBrk="1" latinLnBrk="0" hangingPunct="1">
              <a:spcBef>
                <a:spcPct val="20000"/>
              </a:spcBef>
              <a:buClr>
                <a:schemeClr val="accent2"/>
              </a:buClr>
              <a:buSzPct val="70000"/>
              <a:buFont typeface="Wingdings" panose="05000000000000000000" pitchFamily="2" charset="2"/>
              <a:buChar char="¨"/>
              <a:defRPr sz="2000" kern="1200">
                <a:solidFill>
                  <a:schemeClr val="tx1"/>
                </a:solidFill>
                <a:latin typeface="Arial" panose="020B0604020202020204" pitchFamily="34" charset="0"/>
                <a:ea typeface="+mn-ea"/>
                <a:cs typeface="+mn-cs"/>
              </a:defRPr>
            </a:lvl4pPr>
            <a:lvl5pPr marL="2057400" indent="-228600" algn="l" defTabSz="914400" rtl="0" eaLnBrk="1" latinLnBrk="0" hangingPunct="1">
              <a:spcBef>
                <a:spcPct val="20000"/>
              </a:spcBef>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9pPr>
          </a:lstStyle>
          <a:p>
            <a:pPr algn="r">
              <a:spcBef>
                <a:spcPts val="0"/>
              </a:spcBef>
              <a:spcAft>
                <a:spcPts val="600"/>
              </a:spcAft>
              <a:buClrTx/>
              <a:buSzTx/>
              <a:buFont typeface="Wingdings" panose="05000000000000000000" pitchFamily="2" charset="2"/>
              <a:buNone/>
              <a:defRPr/>
            </a:pPr>
            <a:fld id="{AF0AE83C-7C43-4EDB-B42E-0A2ED1773DE0}" type="slidenum">
              <a:rPr lang="en-US" altLang="es-ES" sz="1200" smtClean="0">
                <a:solidFill>
                  <a:srgbClr val="FFFFFF"/>
                </a:solidFill>
                <a:latin typeface="Calibri" panose="020F0502020204030204"/>
              </a:rPr>
              <a:pPr algn="r">
                <a:spcBef>
                  <a:spcPts val="0"/>
                </a:spcBef>
                <a:spcAft>
                  <a:spcPts val="600"/>
                </a:spcAft>
                <a:buClrTx/>
                <a:buSzTx/>
                <a:buFont typeface="Wingdings" panose="05000000000000000000" pitchFamily="2" charset="2"/>
                <a:buNone/>
                <a:defRPr/>
              </a:pPr>
              <a:t>12</a:t>
            </a:fld>
            <a:endParaRPr lang="en-US" altLang="es-ES" sz="1200" dirty="0">
              <a:solidFill>
                <a:srgbClr val="FFFFFF"/>
              </a:solidFill>
              <a:latin typeface="Calibri" panose="020F0502020204030204"/>
            </a:endParaRPr>
          </a:p>
        </p:txBody>
      </p:sp>
      <p:sp>
        <p:nvSpPr>
          <p:cNvPr id="3" name="CuadroTexto 2">
            <a:extLst>
              <a:ext uri="{FF2B5EF4-FFF2-40B4-BE49-F238E27FC236}">
                <a16:creationId xmlns:a16="http://schemas.microsoft.com/office/drawing/2014/main" id="{19384EDC-2F58-CDED-10D3-266B5A252DB1}"/>
              </a:ext>
            </a:extLst>
          </p:cNvPr>
          <p:cNvSpPr txBox="1"/>
          <p:nvPr/>
        </p:nvSpPr>
        <p:spPr>
          <a:xfrm>
            <a:off x="28301" y="1918876"/>
            <a:ext cx="10780295" cy="979884"/>
          </a:xfrm>
          <a:prstGeom prst="rect">
            <a:avLst/>
          </a:prstGeom>
          <a:noFill/>
        </p:spPr>
        <p:txBody>
          <a:bodyPr wrap="square">
            <a:spAutoFit/>
          </a:bodyPr>
          <a:lstStyle/>
          <a:p>
            <a:pPr marL="285750" indent="-285750" algn="just">
              <a:lnSpc>
                <a:spcPct val="115000"/>
              </a:lnSpc>
              <a:spcAft>
                <a:spcPts val="800"/>
              </a:spcAft>
              <a:buFont typeface="Arial" panose="020B0604020202020204" pitchFamily="34" charset="0"/>
              <a:buChar char="•"/>
            </a:pPr>
            <a:r>
              <a:rPr lang="es-ES" sz="17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El programa cuenta con una financiación global de </a:t>
            </a:r>
            <a:r>
              <a:rPr lang="es-ES" sz="20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296,7 millones de euros</a:t>
            </a:r>
            <a:r>
              <a:rPr lang="es-ES" sz="17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  </a:t>
            </a:r>
            <a:r>
              <a:rPr lang="es-ES" sz="14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[Fuente: Consejería de Empleo, Empresa y Trabajo Autónomo]</a:t>
            </a:r>
            <a:endParaRPr lang="es-ES" sz="17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es-ES" sz="1100" kern="100" dirty="0">
                <a:latin typeface="Calibri" panose="020F0502020204030204" pitchFamily="34" charset="0"/>
                <a:ea typeface="Aptos" panose="020B0004020202020204" pitchFamily="34" charset="0"/>
                <a:cs typeface="Times New Roman" panose="02020603050405020304" pitchFamily="18" charset="0"/>
              </a:rPr>
              <a:t>	</a:t>
            </a:r>
            <a:endParaRPr lang="es-ES" sz="1100" kern="100" dirty="0">
              <a:solidFill>
                <a:schemeClr val="bg1">
                  <a:lumMod val="75000"/>
                </a:schemeClr>
              </a:solidFill>
              <a:latin typeface="Calibri" panose="020F0502020204030204" pitchFamily="34" charset="0"/>
              <a:ea typeface="Aptos" panose="020B0004020202020204" pitchFamily="34" charset="0"/>
              <a:cs typeface="Times New Roman" panose="02020603050405020304" pitchFamily="18" charset="0"/>
            </a:endParaRPr>
          </a:p>
        </p:txBody>
      </p:sp>
      <p:pic>
        <p:nvPicPr>
          <p:cNvPr id="8" name="Imagen 7">
            <a:extLst>
              <a:ext uri="{FF2B5EF4-FFF2-40B4-BE49-F238E27FC236}">
                <a16:creationId xmlns:a16="http://schemas.microsoft.com/office/drawing/2014/main" id="{844A6529-AB80-2B52-D2CA-4E4456D77EBF}"/>
              </a:ext>
            </a:extLst>
          </p:cNvPr>
          <p:cNvPicPr>
            <a:picLocks noChangeAspect="1"/>
          </p:cNvPicPr>
          <p:nvPr/>
        </p:nvPicPr>
        <p:blipFill>
          <a:blip r:embed="rId3"/>
          <a:stretch>
            <a:fillRect/>
          </a:stretch>
        </p:blipFill>
        <p:spPr>
          <a:xfrm>
            <a:off x="1291133" y="2861351"/>
            <a:ext cx="8342411" cy="3631522"/>
          </a:xfrm>
          <a:prstGeom prst="rect">
            <a:avLst/>
          </a:prstGeom>
        </p:spPr>
      </p:pic>
      <p:sp>
        <p:nvSpPr>
          <p:cNvPr id="10" name="Rectángulo 9">
            <a:extLst>
              <a:ext uri="{FF2B5EF4-FFF2-40B4-BE49-F238E27FC236}">
                <a16:creationId xmlns:a16="http://schemas.microsoft.com/office/drawing/2014/main" id="{28826541-A851-C17E-FDD8-0A4574192FF9}"/>
              </a:ext>
            </a:extLst>
          </p:cNvPr>
          <p:cNvSpPr/>
          <p:nvPr/>
        </p:nvSpPr>
        <p:spPr>
          <a:xfrm>
            <a:off x="1251513" y="5932816"/>
            <a:ext cx="8097026" cy="5600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CuadroTexto 1">
            <a:extLst>
              <a:ext uri="{FF2B5EF4-FFF2-40B4-BE49-F238E27FC236}">
                <a16:creationId xmlns:a16="http://schemas.microsoft.com/office/drawing/2014/main" id="{F642615F-C0AF-E3E3-28B7-E37CD3DA70A0}"/>
              </a:ext>
            </a:extLst>
          </p:cNvPr>
          <p:cNvSpPr txBox="1"/>
          <p:nvPr/>
        </p:nvSpPr>
        <p:spPr>
          <a:xfrm>
            <a:off x="2368442" y="6596937"/>
            <a:ext cx="6100010" cy="200055"/>
          </a:xfrm>
          <a:prstGeom prst="rect">
            <a:avLst/>
          </a:prstGeom>
          <a:noFill/>
        </p:spPr>
        <p:txBody>
          <a:bodyPr wrap="square">
            <a:spAutoFit/>
          </a:bodyPr>
          <a:lstStyle/>
          <a:p>
            <a:r>
              <a:rPr lang="es-ES" sz="700" kern="100" dirty="0">
                <a:solidFill>
                  <a:schemeClr val="bg1">
                    <a:lumMod val="75000"/>
                  </a:schemeClr>
                </a:solidFill>
                <a:latin typeface="Calibri" panose="020F0502020204030204" pitchFamily="34" charset="0"/>
                <a:ea typeface="Aptos" panose="020B0004020202020204" pitchFamily="34" charset="0"/>
                <a:cs typeface="Times New Roman" panose="02020603050405020304" pitchFamily="18" charset="0"/>
              </a:rPr>
              <a:t>https://www.juntadeandalucia.es/organismos/empleoempresaytrabajoautonomo/areas/incentivos-empleo/plan-empleo-juvenil/programa-empleat.html</a:t>
            </a:r>
            <a:endParaRPr lang="es-ES" sz="700" dirty="0"/>
          </a:p>
        </p:txBody>
      </p:sp>
    </p:spTree>
    <p:extLst>
      <p:ext uri="{BB962C8B-B14F-4D97-AF65-F5344CB8AC3E}">
        <p14:creationId xmlns:p14="http://schemas.microsoft.com/office/powerpoint/2010/main" val="145583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4793B-D508-BD19-660A-DEFCBF6A5329}"/>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CAD25036-FA48-F1B5-8ECC-A8ED105641FD}"/>
              </a:ext>
            </a:extLst>
          </p:cNvPr>
          <p:cNvPicPr>
            <a:picLocks noChangeAspect="1"/>
          </p:cNvPicPr>
          <p:nvPr/>
        </p:nvPicPr>
        <p:blipFill>
          <a:blip r:embed="rId3"/>
          <a:stretch>
            <a:fillRect/>
          </a:stretch>
        </p:blipFill>
        <p:spPr>
          <a:xfrm>
            <a:off x="1327712" y="2828819"/>
            <a:ext cx="7971804" cy="3555769"/>
          </a:xfrm>
          <a:prstGeom prst="rect">
            <a:avLst/>
          </a:prstGeom>
        </p:spPr>
      </p:pic>
      <p:sp>
        <p:nvSpPr>
          <p:cNvPr id="4099" name="Rectangle 3">
            <a:extLst>
              <a:ext uri="{FF2B5EF4-FFF2-40B4-BE49-F238E27FC236}">
                <a16:creationId xmlns:a16="http://schemas.microsoft.com/office/drawing/2014/main" id="{BC002F85-C66E-788C-8F31-2FC33544D371}"/>
              </a:ext>
            </a:extLst>
          </p:cNvPr>
          <p:cNvSpPr>
            <a:spLocks noGrp="1" noChangeArrowheads="1"/>
          </p:cNvSpPr>
          <p:nvPr>
            <p:ph idx="1"/>
          </p:nvPr>
        </p:nvSpPr>
        <p:spPr>
          <a:xfrm>
            <a:off x="110516" y="1414872"/>
            <a:ext cx="10615863" cy="397032"/>
          </a:xfrm>
        </p:spPr>
        <p:txBody>
          <a:bodyPr vert="horz" lIns="91440" tIns="45720" rIns="91440" bIns="45720" rtlCol="0">
            <a:noAutofit/>
          </a:bodyPr>
          <a:lstStyle/>
          <a:p>
            <a:pPr marL="0" indent="0" algn="ctr">
              <a:buNone/>
            </a:pPr>
            <a:r>
              <a:rPr lang="es-ES" sz="1900" b="1" dirty="0">
                <a:solidFill>
                  <a:srgbClr val="003772"/>
                </a:solidFill>
              </a:rPr>
              <a:t>¿ Cuál es la dimensión económica del Programa Emplea-T ?</a:t>
            </a:r>
          </a:p>
        </p:txBody>
      </p:sp>
      <p:sp>
        <p:nvSpPr>
          <p:cNvPr id="4" name="CuadroTexto 3">
            <a:extLst>
              <a:ext uri="{FF2B5EF4-FFF2-40B4-BE49-F238E27FC236}">
                <a16:creationId xmlns:a16="http://schemas.microsoft.com/office/drawing/2014/main" id="{B60AD882-FE96-4546-D195-699EECEF66A5}"/>
              </a:ext>
            </a:extLst>
          </p:cNvPr>
          <p:cNvSpPr txBox="1"/>
          <p:nvPr/>
        </p:nvSpPr>
        <p:spPr>
          <a:xfrm>
            <a:off x="171938" y="509157"/>
            <a:ext cx="6096000" cy="397032"/>
          </a:xfrm>
          <a:prstGeom prst="rect">
            <a:avLst/>
          </a:prstGeom>
          <a:noFill/>
        </p:spPr>
        <p:txBody>
          <a:bodyPr wrap="square">
            <a:spAutoFit/>
          </a:bodyPr>
          <a:lstStyle/>
          <a:p>
            <a:pPr>
              <a:lnSpc>
                <a:spcPct val="90000"/>
              </a:lnSpc>
              <a:spcBef>
                <a:spcPts val="1000"/>
              </a:spcBef>
            </a:pPr>
            <a:r>
              <a:rPr lang="es-ES" sz="2200" dirty="0">
                <a:solidFill>
                  <a:srgbClr val="003772"/>
                </a:solidFill>
                <a:latin typeface="Arial" panose="020B0604020202020204" pitchFamily="34" charset="0"/>
                <a:cs typeface="Arial" panose="020B0604020202020204" pitchFamily="34" charset="0"/>
              </a:rPr>
              <a:t>Análisis de contexto</a:t>
            </a:r>
          </a:p>
        </p:txBody>
      </p:sp>
      <p:sp>
        <p:nvSpPr>
          <p:cNvPr id="5" name="3 Marcador de número de diapositiva">
            <a:extLst>
              <a:ext uri="{FF2B5EF4-FFF2-40B4-BE49-F238E27FC236}">
                <a16:creationId xmlns:a16="http://schemas.microsoft.com/office/drawing/2014/main" id="{DD2B1918-D1D8-0516-F9D5-5501993DB8F3}"/>
              </a:ext>
            </a:extLst>
          </p:cNvPr>
          <p:cNvSpPr txBox="1">
            <a:spLocks/>
          </p:cNvSpPr>
          <p:nvPr/>
        </p:nvSpPr>
        <p:spPr>
          <a:xfrm>
            <a:off x="9420499" y="6356350"/>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defPPr>
              <a:defRPr lang="es-ES"/>
            </a:defPPr>
            <a:lvl1pPr marL="0" algn="l" defTabSz="914400" rtl="0" eaLnBrk="1" latinLnBrk="0" hangingPunct="1">
              <a:spcBef>
                <a:spcPct val="20000"/>
              </a:spcBef>
              <a:buClr>
                <a:schemeClr val="bg2"/>
              </a:buClr>
              <a:buSzPct val="75000"/>
              <a:buFont typeface="Wingdings" panose="05000000000000000000" pitchFamily="2" charset="2"/>
              <a:buChar char="n"/>
              <a:defRPr sz="3200" kern="1200">
                <a:solidFill>
                  <a:schemeClr val="tx1"/>
                </a:solidFill>
                <a:latin typeface="Arial" panose="020B0604020202020204" pitchFamily="34" charset="0"/>
                <a:ea typeface="+mn-ea"/>
                <a:cs typeface="+mn-cs"/>
              </a:defRPr>
            </a:lvl1pPr>
            <a:lvl2pPr marL="742950" indent="-285750" algn="l" defTabSz="914400" rtl="0" eaLnBrk="1" latinLnBrk="0" hangingPunct="1">
              <a:spcBef>
                <a:spcPct val="20000"/>
              </a:spcBef>
              <a:buClr>
                <a:schemeClr val="accent2"/>
              </a:buClr>
              <a:buSzPct val="80000"/>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defTabSz="914400" rtl="0" eaLnBrk="1" latinLnBrk="0" hangingPunct="1">
              <a:spcBef>
                <a:spcPct val="20000"/>
              </a:spcBef>
              <a:buClr>
                <a:schemeClr val="bg2"/>
              </a:buClr>
              <a:buSzPct val="65000"/>
              <a:buFont typeface="Wingdings" panose="05000000000000000000" pitchFamily="2" charset="2"/>
              <a:buChar char="n"/>
              <a:defRPr sz="2400" kern="1200">
                <a:solidFill>
                  <a:schemeClr val="tx1"/>
                </a:solidFill>
                <a:latin typeface="Arial" panose="020B0604020202020204" pitchFamily="34" charset="0"/>
                <a:ea typeface="+mn-ea"/>
                <a:cs typeface="+mn-cs"/>
              </a:defRPr>
            </a:lvl3pPr>
            <a:lvl4pPr marL="1600200" indent="-228600" algn="l" defTabSz="914400" rtl="0" eaLnBrk="1" latinLnBrk="0" hangingPunct="1">
              <a:spcBef>
                <a:spcPct val="20000"/>
              </a:spcBef>
              <a:buClr>
                <a:schemeClr val="accent2"/>
              </a:buClr>
              <a:buSzPct val="70000"/>
              <a:buFont typeface="Wingdings" panose="05000000000000000000" pitchFamily="2" charset="2"/>
              <a:buChar char="¨"/>
              <a:defRPr sz="2000" kern="1200">
                <a:solidFill>
                  <a:schemeClr val="tx1"/>
                </a:solidFill>
                <a:latin typeface="Arial" panose="020B0604020202020204" pitchFamily="34" charset="0"/>
                <a:ea typeface="+mn-ea"/>
                <a:cs typeface="+mn-cs"/>
              </a:defRPr>
            </a:lvl4pPr>
            <a:lvl5pPr marL="2057400" indent="-228600" algn="l" defTabSz="914400" rtl="0" eaLnBrk="1" latinLnBrk="0" hangingPunct="1">
              <a:spcBef>
                <a:spcPct val="20000"/>
              </a:spcBef>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9pPr>
          </a:lstStyle>
          <a:p>
            <a:pPr algn="r">
              <a:spcBef>
                <a:spcPts val="0"/>
              </a:spcBef>
              <a:spcAft>
                <a:spcPts val="600"/>
              </a:spcAft>
              <a:buClrTx/>
              <a:buSzTx/>
              <a:buFont typeface="Wingdings" panose="05000000000000000000" pitchFamily="2" charset="2"/>
              <a:buNone/>
              <a:defRPr/>
            </a:pPr>
            <a:fld id="{AF0AE83C-7C43-4EDB-B42E-0A2ED1773DE0}" type="slidenum">
              <a:rPr lang="en-US" altLang="es-ES" sz="1200" smtClean="0">
                <a:solidFill>
                  <a:srgbClr val="FFFFFF"/>
                </a:solidFill>
                <a:latin typeface="Calibri" panose="020F0502020204030204"/>
              </a:rPr>
              <a:pPr algn="r">
                <a:spcBef>
                  <a:spcPts val="0"/>
                </a:spcBef>
                <a:spcAft>
                  <a:spcPts val="600"/>
                </a:spcAft>
                <a:buClrTx/>
                <a:buSzTx/>
                <a:buFont typeface="Wingdings" panose="05000000000000000000" pitchFamily="2" charset="2"/>
                <a:buNone/>
                <a:defRPr/>
              </a:pPr>
              <a:t>13</a:t>
            </a:fld>
            <a:endParaRPr lang="en-US" altLang="es-ES" sz="1200" dirty="0">
              <a:solidFill>
                <a:srgbClr val="FFFFFF"/>
              </a:solidFill>
              <a:latin typeface="Calibri" panose="020F0502020204030204"/>
            </a:endParaRPr>
          </a:p>
        </p:txBody>
      </p:sp>
      <p:sp>
        <p:nvSpPr>
          <p:cNvPr id="3" name="CuadroTexto 2">
            <a:extLst>
              <a:ext uri="{FF2B5EF4-FFF2-40B4-BE49-F238E27FC236}">
                <a16:creationId xmlns:a16="http://schemas.microsoft.com/office/drawing/2014/main" id="{71A74875-E345-A2F6-457D-519105479F93}"/>
              </a:ext>
            </a:extLst>
          </p:cNvPr>
          <p:cNvSpPr txBox="1"/>
          <p:nvPr/>
        </p:nvSpPr>
        <p:spPr>
          <a:xfrm>
            <a:off x="28301" y="1918876"/>
            <a:ext cx="10780295" cy="679481"/>
          </a:xfrm>
          <a:prstGeom prst="rect">
            <a:avLst/>
          </a:prstGeom>
          <a:noFill/>
        </p:spPr>
        <p:txBody>
          <a:bodyPr wrap="square">
            <a:spAutoFit/>
          </a:bodyPr>
          <a:lstStyle/>
          <a:p>
            <a:pPr marL="285750" indent="-285750" algn="just">
              <a:lnSpc>
                <a:spcPct val="115000"/>
              </a:lnSpc>
              <a:spcAft>
                <a:spcPts val="800"/>
              </a:spcAft>
              <a:buFont typeface="Arial" panose="020B0604020202020204" pitchFamily="34" charset="0"/>
              <a:buChar char="•"/>
            </a:pPr>
            <a:r>
              <a:rPr lang="es-ES" sz="17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El programa cuenta con una financiación global de </a:t>
            </a:r>
            <a:r>
              <a:rPr lang="es-ES" sz="20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296,7 millones de euros</a:t>
            </a:r>
            <a:r>
              <a:rPr lang="es-ES" sz="17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  </a:t>
            </a:r>
            <a:r>
              <a:rPr lang="es-ES" sz="14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[Fuente: Consejería de Empleo, Empresa y Trabajo Autónomo]</a:t>
            </a:r>
            <a:endParaRPr lang="es-ES" sz="17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endParaRPr>
          </a:p>
        </p:txBody>
      </p:sp>
      <p:sp>
        <p:nvSpPr>
          <p:cNvPr id="9" name="Rectángulo 8">
            <a:extLst>
              <a:ext uri="{FF2B5EF4-FFF2-40B4-BE49-F238E27FC236}">
                <a16:creationId xmlns:a16="http://schemas.microsoft.com/office/drawing/2014/main" id="{E99394A2-F340-5C7D-B1A5-E4FB769A8A8D}"/>
              </a:ext>
            </a:extLst>
          </p:cNvPr>
          <p:cNvSpPr/>
          <p:nvPr/>
        </p:nvSpPr>
        <p:spPr>
          <a:xfrm>
            <a:off x="1327712" y="5812160"/>
            <a:ext cx="7816289" cy="5724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CuadroTexto 1">
            <a:extLst>
              <a:ext uri="{FF2B5EF4-FFF2-40B4-BE49-F238E27FC236}">
                <a16:creationId xmlns:a16="http://schemas.microsoft.com/office/drawing/2014/main" id="{7705F0DB-0147-9C9D-6A92-4E45BF2631A9}"/>
              </a:ext>
            </a:extLst>
          </p:cNvPr>
          <p:cNvSpPr txBox="1"/>
          <p:nvPr/>
        </p:nvSpPr>
        <p:spPr>
          <a:xfrm>
            <a:off x="2368442" y="6596937"/>
            <a:ext cx="6100010" cy="200055"/>
          </a:xfrm>
          <a:prstGeom prst="rect">
            <a:avLst/>
          </a:prstGeom>
          <a:noFill/>
        </p:spPr>
        <p:txBody>
          <a:bodyPr wrap="square">
            <a:spAutoFit/>
          </a:bodyPr>
          <a:lstStyle/>
          <a:p>
            <a:r>
              <a:rPr lang="es-ES" sz="700" kern="100" dirty="0">
                <a:solidFill>
                  <a:schemeClr val="bg1">
                    <a:lumMod val="75000"/>
                  </a:schemeClr>
                </a:solidFill>
                <a:latin typeface="Calibri" panose="020F0502020204030204" pitchFamily="34" charset="0"/>
                <a:ea typeface="Aptos" panose="020B0004020202020204" pitchFamily="34" charset="0"/>
                <a:cs typeface="Times New Roman" panose="02020603050405020304" pitchFamily="18" charset="0"/>
              </a:rPr>
              <a:t>https://www.juntadeandalucia.es/organismos/empleoempresaytrabajoautonomo/areas/incentivos-empleo/plan-empleo-juvenil/programa-empleat.html</a:t>
            </a:r>
            <a:endParaRPr lang="es-ES" sz="700" dirty="0"/>
          </a:p>
        </p:txBody>
      </p:sp>
    </p:spTree>
    <p:extLst>
      <p:ext uri="{BB962C8B-B14F-4D97-AF65-F5344CB8AC3E}">
        <p14:creationId xmlns:p14="http://schemas.microsoft.com/office/powerpoint/2010/main" val="2864250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41657-91C5-768A-2DA8-D6D693BEF2A6}"/>
            </a:ext>
          </a:extLst>
        </p:cNvPr>
        <p:cNvGrpSpPr/>
        <p:nvPr/>
      </p:nvGrpSpPr>
      <p:grpSpPr>
        <a:xfrm>
          <a:off x="0" y="0"/>
          <a:ext cx="0" cy="0"/>
          <a:chOff x="0" y="0"/>
          <a:chExt cx="0" cy="0"/>
        </a:xfrm>
      </p:grpSpPr>
      <p:pic>
        <p:nvPicPr>
          <p:cNvPr id="12" name="Imagen 11">
            <a:extLst>
              <a:ext uri="{FF2B5EF4-FFF2-40B4-BE49-F238E27FC236}">
                <a16:creationId xmlns:a16="http://schemas.microsoft.com/office/drawing/2014/main" id="{90CA59F9-54DD-A3A2-931C-528919EAABC6}"/>
              </a:ext>
            </a:extLst>
          </p:cNvPr>
          <p:cNvPicPr>
            <a:picLocks noChangeAspect="1"/>
          </p:cNvPicPr>
          <p:nvPr/>
        </p:nvPicPr>
        <p:blipFill>
          <a:blip r:embed="rId3"/>
          <a:stretch>
            <a:fillRect/>
          </a:stretch>
        </p:blipFill>
        <p:spPr>
          <a:xfrm>
            <a:off x="1922847" y="2753066"/>
            <a:ext cx="6597717" cy="3716687"/>
          </a:xfrm>
          <a:prstGeom prst="rect">
            <a:avLst/>
          </a:prstGeom>
        </p:spPr>
      </p:pic>
      <p:sp>
        <p:nvSpPr>
          <p:cNvPr id="4099" name="Rectangle 3">
            <a:extLst>
              <a:ext uri="{FF2B5EF4-FFF2-40B4-BE49-F238E27FC236}">
                <a16:creationId xmlns:a16="http://schemas.microsoft.com/office/drawing/2014/main" id="{0596ADC1-A2EF-BC66-3BFF-7ECEF9D301C4}"/>
              </a:ext>
            </a:extLst>
          </p:cNvPr>
          <p:cNvSpPr>
            <a:spLocks noGrp="1" noChangeArrowheads="1"/>
          </p:cNvSpPr>
          <p:nvPr>
            <p:ph idx="1"/>
          </p:nvPr>
        </p:nvSpPr>
        <p:spPr>
          <a:xfrm>
            <a:off x="110516" y="1414872"/>
            <a:ext cx="10615863" cy="397032"/>
          </a:xfrm>
        </p:spPr>
        <p:txBody>
          <a:bodyPr vert="horz" lIns="91440" tIns="45720" rIns="91440" bIns="45720" rtlCol="0">
            <a:noAutofit/>
          </a:bodyPr>
          <a:lstStyle/>
          <a:p>
            <a:pPr marL="0" indent="0" algn="ctr">
              <a:buNone/>
            </a:pPr>
            <a:r>
              <a:rPr lang="es-ES" sz="1900" b="1" dirty="0">
                <a:solidFill>
                  <a:srgbClr val="003772"/>
                </a:solidFill>
              </a:rPr>
              <a:t>¿ Cuál es la dimensión económica del Programa Emplea-T ?</a:t>
            </a:r>
          </a:p>
        </p:txBody>
      </p:sp>
      <p:sp>
        <p:nvSpPr>
          <p:cNvPr id="4" name="CuadroTexto 3">
            <a:extLst>
              <a:ext uri="{FF2B5EF4-FFF2-40B4-BE49-F238E27FC236}">
                <a16:creationId xmlns:a16="http://schemas.microsoft.com/office/drawing/2014/main" id="{427CB541-DCB2-2855-23BD-40FD900C6800}"/>
              </a:ext>
            </a:extLst>
          </p:cNvPr>
          <p:cNvSpPr txBox="1"/>
          <p:nvPr/>
        </p:nvSpPr>
        <p:spPr>
          <a:xfrm>
            <a:off x="171938" y="509157"/>
            <a:ext cx="6096000" cy="397032"/>
          </a:xfrm>
          <a:prstGeom prst="rect">
            <a:avLst/>
          </a:prstGeom>
          <a:noFill/>
        </p:spPr>
        <p:txBody>
          <a:bodyPr wrap="square">
            <a:spAutoFit/>
          </a:bodyPr>
          <a:lstStyle/>
          <a:p>
            <a:pPr>
              <a:lnSpc>
                <a:spcPct val="90000"/>
              </a:lnSpc>
              <a:spcBef>
                <a:spcPts val="1000"/>
              </a:spcBef>
            </a:pPr>
            <a:r>
              <a:rPr lang="es-ES" sz="2200" dirty="0">
                <a:solidFill>
                  <a:srgbClr val="003772"/>
                </a:solidFill>
                <a:latin typeface="Arial" panose="020B0604020202020204" pitchFamily="34" charset="0"/>
                <a:cs typeface="Arial" panose="020B0604020202020204" pitchFamily="34" charset="0"/>
              </a:rPr>
              <a:t>Análisis de contexto</a:t>
            </a:r>
          </a:p>
        </p:txBody>
      </p:sp>
      <p:sp>
        <p:nvSpPr>
          <p:cNvPr id="5" name="3 Marcador de número de diapositiva">
            <a:extLst>
              <a:ext uri="{FF2B5EF4-FFF2-40B4-BE49-F238E27FC236}">
                <a16:creationId xmlns:a16="http://schemas.microsoft.com/office/drawing/2014/main" id="{62BCD348-EFAC-9F47-16F3-E3AA41C9D590}"/>
              </a:ext>
            </a:extLst>
          </p:cNvPr>
          <p:cNvSpPr txBox="1">
            <a:spLocks/>
          </p:cNvSpPr>
          <p:nvPr/>
        </p:nvSpPr>
        <p:spPr>
          <a:xfrm>
            <a:off x="9420499" y="6356350"/>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defPPr>
              <a:defRPr lang="es-ES"/>
            </a:defPPr>
            <a:lvl1pPr marL="0" algn="l" defTabSz="914400" rtl="0" eaLnBrk="1" latinLnBrk="0" hangingPunct="1">
              <a:spcBef>
                <a:spcPct val="20000"/>
              </a:spcBef>
              <a:buClr>
                <a:schemeClr val="bg2"/>
              </a:buClr>
              <a:buSzPct val="75000"/>
              <a:buFont typeface="Wingdings" panose="05000000000000000000" pitchFamily="2" charset="2"/>
              <a:buChar char="n"/>
              <a:defRPr sz="3200" kern="1200">
                <a:solidFill>
                  <a:schemeClr val="tx1"/>
                </a:solidFill>
                <a:latin typeface="Arial" panose="020B0604020202020204" pitchFamily="34" charset="0"/>
                <a:ea typeface="+mn-ea"/>
                <a:cs typeface="+mn-cs"/>
              </a:defRPr>
            </a:lvl1pPr>
            <a:lvl2pPr marL="742950" indent="-285750" algn="l" defTabSz="914400" rtl="0" eaLnBrk="1" latinLnBrk="0" hangingPunct="1">
              <a:spcBef>
                <a:spcPct val="20000"/>
              </a:spcBef>
              <a:buClr>
                <a:schemeClr val="accent2"/>
              </a:buClr>
              <a:buSzPct val="80000"/>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defTabSz="914400" rtl="0" eaLnBrk="1" latinLnBrk="0" hangingPunct="1">
              <a:spcBef>
                <a:spcPct val="20000"/>
              </a:spcBef>
              <a:buClr>
                <a:schemeClr val="bg2"/>
              </a:buClr>
              <a:buSzPct val="65000"/>
              <a:buFont typeface="Wingdings" panose="05000000000000000000" pitchFamily="2" charset="2"/>
              <a:buChar char="n"/>
              <a:defRPr sz="2400" kern="1200">
                <a:solidFill>
                  <a:schemeClr val="tx1"/>
                </a:solidFill>
                <a:latin typeface="Arial" panose="020B0604020202020204" pitchFamily="34" charset="0"/>
                <a:ea typeface="+mn-ea"/>
                <a:cs typeface="+mn-cs"/>
              </a:defRPr>
            </a:lvl3pPr>
            <a:lvl4pPr marL="1600200" indent="-228600" algn="l" defTabSz="914400" rtl="0" eaLnBrk="1" latinLnBrk="0" hangingPunct="1">
              <a:spcBef>
                <a:spcPct val="20000"/>
              </a:spcBef>
              <a:buClr>
                <a:schemeClr val="accent2"/>
              </a:buClr>
              <a:buSzPct val="70000"/>
              <a:buFont typeface="Wingdings" panose="05000000000000000000" pitchFamily="2" charset="2"/>
              <a:buChar char="¨"/>
              <a:defRPr sz="2000" kern="1200">
                <a:solidFill>
                  <a:schemeClr val="tx1"/>
                </a:solidFill>
                <a:latin typeface="Arial" panose="020B0604020202020204" pitchFamily="34" charset="0"/>
                <a:ea typeface="+mn-ea"/>
                <a:cs typeface="+mn-cs"/>
              </a:defRPr>
            </a:lvl4pPr>
            <a:lvl5pPr marL="2057400" indent="-228600" algn="l" defTabSz="914400" rtl="0" eaLnBrk="1" latinLnBrk="0" hangingPunct="1">
              <a:spcBef>
                <a:spcPct val="20000"/>
              </a:spcBef>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9pPr>
          </a:lstStyle>
          <a:p>
            <a:pPr algn="r">
              <a:spcBef>
                <a:spcPts val="0"/>
              </a:spcBef>
              <a:spcAft>
                <a:spcPts val="600"/>
              </a:spcAft>
              <a:buClrTx/>
              <a:buSzTx/>
              <a:buFont typeface="Wingdings" panose="05000000000000000000" pitchFamily="2" charset="2"/>
              <a:buNone/>
              <a:defRPr/>
            </a:pPr>
            <a:fld id="{AF0AE83C-7C43-4EDB-B42E-0A2ED1773DE0}" type="slidenum">
              <a:rPr lang="en-US" altLang="es-ES" sz="1200" smtClean="0">
                <a:solidFill>
                  <a:srgbClr val="FFFFFF"/>
                </a:solidFill>
                <a:latin typeface="Calibri" panose="020F0502020204030204"/>
              </a:rPr>
              <a:pPr algn="r">
                <a:spcBef>
                  <a:spcPts val="0"/>
                </a:spcBef>
                <a:spcAft>
                  <a:spcPts val="600"/>
                </a:spcAft>
                <a:buClrTx/>
                <a:buSzTx/>
                <a:buFont typeface="Wingdings" panose="05000000000000000000" pitchFamily="2" charset="2"/>
                <a:buNone/>
                <a:defRPr/>
              </a:pPr>
              <a:t>14</a:t>
            </a:fld>
            <a:endParaRPr lang="en-US" altLang="es-ES" sz="1200" dirty="0">
              <a:solidFill>
                <a:srgbClr val="FFFFFF"/>
              </a:solidFill>
              <a:latin typeface="Calibri" panose="020F0502020204030204"/>
            </a:endParaRPr>
          </a:p>
        </p:txBody>
      </p:sp>
      <p:sp>
        <p:nvSpPr>
          <p:cNvPr id="3" name="CuadroTexto 2">
            <a:extLst>
              <a:ext uri="{FF2B5EF4-FFF2-40B4-BE49-F238E27FC236}">
                <a16:creationId xmlns:a16="http://schemas.microsoft.com/office/drawing/2014/main" id="{62036DA5-0FAB-F718-879D-2DFCA1F51DC6}"/>
              </a:ext>
            </a:extLst>
          </p:cNvPr>
          <p:cNvSpPr txBox="1"/>
          <p:nvPr/>
        </p:nvSpPr>
        <p:spPr>
          <a:xfrm>
            <a:off x="28301" y="1918876"/>
            <a:ext cx="10780295" cy="679481"/>
          </a:xfrm>
          <a:prstGeom prst="rect">
            <a:avLst/>
          </a:prstGeom>
          <a:noFill/>
        </p:spPr>
        <p:txBody>
          <a:bodyPr wrap="square">
            <a:spAutoFit/>
          </a:bodyPr>
          <a:lstStyle/>
          <a:p>
            <a:pPr marL="285750" indent="-285750" algn="just">
              <a:lnSpc>
                <a:spcPct val="115000"/>
              </a:lnSpc>
              <a:spcAft>
                <a:spcPts val="800"/>
              </a:spcAft>
              <a:buFont typeface="Arial" panose="020B0604020202020204" pitchFamily="34" charset="0"/>
              <a:buChar char="•"/>
            </a:pPr>
            <a:r>
              <a:rPr lang="es-ES" sz="17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El programa cuenta con una financiación global de </a:t>
            </a:r>
            <a:r>
              <a:rPr lang="es-ES" sz="20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296,7 millones de euros</a:t>
            </a:r>
            <a:r>
              <a:rPr lang="es-ES" sz="17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  </a:t>
            </a:r>
            <a:r>
              <a:rPr lang="es-ES" sz="14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[Fuente: Consejería de Empleo, Empresa y Trabajo Autónomo]</a:t>
            </a:r>
            <a:endParaRPr lang="es-ES" sz="17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endParaRPr>
          </a:p>
        </p:txBody>
      </p:sp>
      <p:sp>
        <p:nvSpPr>
          <p:cNvPr id="10" name="Rectángulo 9">
            <a:extLst>
              <a:ext uri="{FF2B5EF4-FFF2-40B4-BE49-F238E27FC236}">
                <a16:creationId xmlns:a16="http://schemas.microsoft.com/office/drawing/2014/main" id="{463705C8-4272-CE7F-0E1D-E47530608938}"/>
              </a:ext>
            </a:extLst>
          </p:cNvPr>
          <p:cNvSpPr/>
          <p:nvPr/>
        </p:nvSpPr>
        <p:spPr>
          <a:xfrm>
            <a:off x="1922847" y="6074933"/>
            <a:ext cx="6800049" cy="3938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CuadroTexto 1">
            <a:extLst>
              <a:ext uri="{FF2B5EF4-FFF2-40B4-BE49-F238E27FC236}">
                <a16:creationId xmlns:a16="http://schemas.microsoft.com/office/drawing/2014/main" id="{8C480AA5-DD02-CD8D-AC50-F180A7898C1E}"/>
              </a:ext>
            </a:extLst>
          </p:cNvPr>
          <p:cNvSpPr txBox="1"/>
          <p:nvPr/>
        </p:nvSpPr>
        <p:spPr>
          <a:xfrm>
            <a:off x="2368442" y="6596937"/>
            <a:ext cx="6100010" cy="200055"/>
          </a:xfrm>
          <a:prstGeom prst="rect">
            <a:avLst/>
          </a:prstGeom>
          <a:noFill/>
        </p:spPr>
        <p:txBody>
          <a:bodyPr wrap="square">
            <a:spAutoFit/>
          </a:bodyPr>
          <a:lstStyle/>
          <a:p>
            <a:r>
              <a:rPr lang="es-ES" sz="700" kern="100" dirty="0">
                <a:solidFill>
                  <a:schemeClr val="bg1">
                    <a:lumMod val="75000"/>
                  </a:schemeClr>
                </a:solidFill>
                <a:latin typeface="Calibri" panose="020F0502020204030204" pitchFamily="34" charset="0"/>
                <a:ea typeface="Aptos" panose="020B0004020202020204" pitchFamily="34" charset="0"/>
                <a:cs typeface="Times New Roman" panose="02020603050405020304" pitchFamily="18" charset="0"/>
              </a:rPr>
              <a:t>https://www.juntadeandalucia.es/organismos/empleoempresaytrabajoautonomo/areas/incentivos-empleo/plan-empleo-juvenil/programa-empleat.html</a:t>
            </a:r>
            <a:endParaRPr lang="es-ES" sz="700" dirty="0"/>
          </a:p>
        </p:txBody>
      </p:sp>
      <p:sp>
        <p:nvSpPr>
          <p:cNvPr id="6" name="Rectángulo 5">
            <a:extLst>
              <a:ext uri="{FF2B5EF4-FFF2-40B4-BE49-F238E27FC236}">
                <a16:creationId xmlns:a16="http://schemas.microsoft.com/office/drawing/2014/main" id="{0DD217C9-F923-7863-BF53-C3A1B523AFC4}"/>
              </a:ext>
            </a:extLst>
          </p:cNvPr>
          <p:cNvSpPr/>
          <p:nvPr/>
        </p:nvSpPr>
        <p:spPr>
          <a:xfrm>
            <a:off x="6267938" y="3128211"/>
            <a:ext cx="2252626" cy="56548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CuadroTexto 6">
            <a:extLst>
              <a:ext uri="{FF2B5EF4-FFF2-40B4-BE49-F238E27FC236}">
                <a16:creationId xmlns:a16="http://schemas.microsoft.com/office/drawing/2014/main" id="{6504C801-EFF5-ADC0-BDAD-7F098B31C9DB}"/>
              </a:ext>
            </a:extLst>
          </p:cNvPr>
          <p:cNvSpPr txBox="1"/>
          <p:nvPr/>
        </p:nvSpPr>
        <p:spPr>
          <a:xfrm>
            <a:off x="8939462" y="3128211"/>
            <a:ext cx="2346158" cy="738664"/>
          </a:xfrm>
          <a:prstGeom prst="rect">
            <a:avLst/>
          </a:prstGeom>
          <a:noFill/>
        </p:spPr>
        <p:txBody>
          <a:bodyPr wrap="square" rtlCol="0">
            <a:spAutoFit/>
          </a:bodyPr>
          <a:lstStyle/>
          <a:p>
            <a:pPr algn="ctr"/>
            <a:r>
              <a:rPr lang="es-ES" sz="1400" dirty="0">
                <a:latin typeface="Calibri" panose="020F0502020204030204" pitchFamily="34" charset="0"/>
                <a:ea typeface="Calibri" panose="020F0502020204030204" pitchFamily="34" charset="0"/>
                <a:cs typeface="Calibri" panose="020F0502020204030204" pitchFamily="34" charset="0"/>
              </a:rPr>
              <a:t>Contribución a la Transición ecológica [PACTO VERDE EUROPEO</a:t>
            </a:r>
          </a:p>
        </p:txBody>
      </p:sp>
      <p:sp>
        <p:nvSpPr>
          <p:cNvPr id="8" name="Flecha: a la derecha 7">
            <a:extLst>
              <a:ext uri="{FF2B5EF4-FFF2-40B4-BE49-F238E27FC236}">
                <a16:creationId xmlns:a16="http://schemas.microsoft.com/office/drawing/2014/main" id="{B522980E-CB1D-1191-ACA7-7A35783B0CEE}"/>
              </a:ext>
            </a:extLst>
          </p:cNvPr>
          <p:cNvSpPr/>
          <p:nvPr/>
        </p:nvSpPr>
        <p:spPr>
          <a:xfrm>
            <a:off x="8778025" y="3269888"/>
            <a:ext cx="192506" cy="1771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726378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114A-458E-D4B5-2D04-2AB89F5202B7}"/>
            </a:ext>
          </a:extLst>
        </p:cNvPr>
        <p:cNvGrpSpPr/>
        <p:nvPr/>
      </p:nvGrpSpPr>
      <p:grpSpPr>
        <a:xfrm>
          <a:off x="0" y="0"/>
          <a:ext cx="0" cy="0"/>
          <a:chOff x="0" y="0"/>
          <a:chExt cx="0" cy="0"/>
        </a:xfrm>
      </p:grpSpPr>
      <p:sp>
        <p:nvSpPr>
          <p:cNvPr id="4099" name="Rectangle 3">
            <a:extLst>
              <a:ext uri="{FF2B5EF4-FFF2-40B4-BE49-F238E27FC236}">
                <a16:creationId xmlns:a16="http://schemas.microsoft.com/office/drawing/2014/main" id="{0C9192FC-78D2-E156-395C-F18208496BAA}"/>
              </a:ext>
            </a:extLst>
          </p:cNvPr>
          <p:cNvSpPr>
            <a:spLocks noGrp="1" noChangeArrowheads="1"/>
          </p:cNvSpPr>
          <p:nvPr>
            <p:ph idx="1"/>
          </p:nvPr>
        </p:nvSpPr>
        <p:spPr>
          <a:xfrm>
            <a:off x="110516" y="1414872"/>
            <a:ext cx="10615863" cy="397032"/>
          </a:xfrm>
        </p:spPr>
        <p:txBody>
          <a:bodyPr vert="horz" lIns="91440" tIns="45720" rIns="91440" bIns="45720" rtlCol="0">
            <a:noAutofit/>
          </a:bodyPr>
          <a:lstStyle/>
          <a:p>
            <a:pPr marL="0" indent="0" algn="ctr">
              <a:buNone/>
            </a:pPr>
            <a:r>
              <a:rPr lang="es-ES" sz="1900" b="1" dirty="0">
                <a:solidFill>
                  <a:srgbClr val="003772"/>
                </a:solidFill>
              </a:rPr>
              <a:t>¿Cómo se financia este tipo de programa??</a:t>
            </a:r>
          </a:p>
        </p:txBody>
      </p:sp>
      <p:sp>
        <p:nvSpPr>
          <p:cNvPr id="9220" name="3 Marcador de número de diapositiva">
            <a:extLst>
              <a:ext uri="{FF2B5EF4-FFF2-40B4-BE49-F238E27FC236}">
                <a16:creationId xmlns:a16="http://schemas.microsoft.com/office/drawing/2014/main" id="{A48C9B13-84BA-2D9B-E277-A8985FC90FE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022B5D9-89AF-4C01-A6B5-B0A330C3083F}" type="slidenum">
              <a:rPr lang="es-ES" altLang="es-ES" sz="1000">
                <a:solidFill>
                  <a:schemeClr val="bg2"/>
                </a:solidFill>
                <a:latin typeface="Arial Black" panose="020B0A04020102020204" pitchFamily="34" charset="0"/>
              </a:rPr>
              <a:pPr>
                <a:spcBef>
                  <a:spcPct val="0"/>
                </a:spcBef>
                <a:buClrTx/>
                <a:buSzTx/>
                <a:buFontTx/>
                <a:buNone/>
              </a:pPr>
              <a:t>15</a:t>
            </a:fld>
            <a:endParaRPr lang="es-ES" altLang="es-ES" sz="1000">
              <a:solidFill>
                <a:schemeClr val="bg2"/>
              </a:solidFill>
              <a:latin typeface="Arial Black" panose="020B0A04020102020204" pitchFamily="34" charset="0"/>
            </a:endParaRPr>
          </a:p>
        </p:txBody>
      </p:sp>
      <p:sp>
        <p:nvSpPr>
          <p:cNvPr id="4" name="CuadroTexto 3">
            <a:extLst>
              <a:ext uri="{FF2B5EF4-FFF2-40B4-BE49-F238E27FC236}">
                <a16:creationId xmlns:a16="http://schemas.microsoft.com/office/drawing/2014/main" id="{A2ADDF77-2E4E-334C-72CC-D9431859E13C}"/>
              </a:ext>
            </a:extLst>
          </p:cNvPr>
          <p:cNvSpPr txBox="1"/>
          <p:nvPr/>
        </p:nvSpPr>
        <p:spPr>
          <a:xfrm>
            <a:off x="171938" y="509157"/>
            <a:ext cx="6096000" cy="397032"/>
          </a:xfrm>
          <a:prstGeom prst="rect">
            <a:avLst/>
          </a:prstGeom>
          <a:noFill/>
        </p:spPr>
        <p:txBody>
          <a:bodyPr wrap="square">
            <a:spAutoFit/>
          </a:bodyPr>
          <a:lstStyle/>
          <a:p>
            <a:pPr>
              <a:lnSpc>
                <a:spcPct val="90000"/>
              </a:lnSpc>
              <a:spcBef>
                <a:spcPts val="1000"/>
              </a:spcBef>
            </a:pPr>
            <a:r>
              <a:rPr lang="es-ES" sz="2200" dirty="0">
                <a:solidFill>
                  <a:srgbClr val="003772"/>
                </a:solidFill>
                <a:latin typeface="Arial" panose="020B0604020202020204" pitchFamily="34" charset="0"/>
                <a:cs typeface="Arial" panose="020B0604020202020204" pitchFamily="34" charset="0"/>
              </a:rPr>
              <a:t>Análisis de contexto</a:t>
            </a:r>
          </a:p>
        </p:txBody>
      </p:sp>
      <p:sp>
        <p:nvSpPr>
          <p:cNvPr id="5" name="3 Marcador de número de diapositiva">
            <a:extLst>
              <a:ext uri="{FF2B5EF4-FFF2-40B4-BE49-F238E27FC236}">
                <a16:creationId xmlns:a16="http://schemas.microsoft.com/office/drawing/2014/main" id="{139ABB8D-87C1-179B-199D-82E2772AB824}"/>
              </a:ext>
            </a:extLst>
          </p:cNvPr>
          <p:cNvSpPr txBox="1">
            <a:spLocks/>
          </p:cNvSpPr>
          <p:nvPr/>
        </p:nvSpPr>
        <p:spPr>
          <a:xfrm>
            <a:off x="9420499" y="6356350"/>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defPPr>
              <a:defRPr lang="es-ES"/>
            </a:defPPr>
            <a:lvl1pPr marL="0" algn="l" defTabSz="914400" rtl="0" eaLnBrk="1" latinLnBrk="0" hangingPunct="1">
              <a:spcBef>
                <a:spcPct val="20000"/>
              </a:spcBef>
              <a:buClr>
                <a:schemeClr val="bg2"/>
              </a:buClr>
              <a:buSzPct val="75000"/>
              <a:buFont typeface="Wingdings" panose="05000000000000000000" pitchFamily="2" charset="2"/>
              <a:buChar char="n"/>
              <a:defRPr sz="3200" kern="1200">
                <a:solidFill>
                  <a:schemeClr val="tx1"/>
                </a:solidFill>
                <a:latin typeface="Arial" panose="020B0604020202020204" pitchFamily="34" charset="0"/>
                <a:ea typeface="+mn-ea"/>
                <a:cs typeface="+mn-cs"/>
              </a:defRPr>
            </a:lvl1pPr>
            <a:lvl2pPr marL="742950" indent="-285750" algn="l" defTabSz="914400" rtl="0" eaLnBrk="1" latinLnBrk="0" hangingPunct="1">
              <a:spcBef>
                <a:spcPct val="20000"/>
              </a:spcBef>
              <a:buClr>
                <a:schemeClr val="accent2"/>
              </a:buClr>
              <a:buSzPct val="80000"/>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defTabSz="914400" rtl="0" eaLnBrk="1" latinLnBrk="0" hangingPunct="1">
              <a:spcBef>
                <a:spcPct val="20000"/>
              </a:spcBef>
              <a:buClr>
                <a:schemeClr val="bg2"/>
              </a:buClr>
              <a:buSzPct val="65000"/>
              <a:buFont typeface="Wingdings" panose="05000000000000000000" pitchFamily="2" charset="2"/>
              <a:buChar char="n"/>
              <a:defRPr sz="2400" kern="1200">
                <a:solidFill>
                  <a:schemeClr val="tx1"/>
                </a:solidFill>
                <a:latin typeface="Arial" panose="020B0604020202020204" pitchFamily="34" charset="0"/>
                <a:ea typeface="+mn-ea"/>
                <a:cs typeface="+mn-cs"/>
              </a:defRPr>
            </a:lvl3pPr>
            <a:lvl4pPr marL="1600200" indent="-228600" algn="l" defTabSz="914400" rtl="0" eaLnBrk="1" latinLnBrk="0" hangingPunct="1">
              <a:spcBef>
                <a:spcPct val="20000"/>
              </a:spcBef>
              <a:buClr>
                <a:schemeClr val="accent2"/>
              </a:buClr>
              <a:buSzPct val="70000"/>
              <a:buFont typeface="Wingdings" panose="05000000000000000000" pitchFamily="2" charset="2"/>
              <a:buChar char="¨"/>
              <a:defRPr sz="2000" kern="1200">
                <a:solidFill>
                  <a:schemeClr val="tx1"/>
                </a:solidFill>
                <a:latin typeface="Arial" panose="020B0604020202020204" pitchFamily="34" charset="0"/>
                <a:ea typeface="+mn-ea"/>
                <a:cs typeface="+mn-cs"/>
              </a:defRPr>
            </a:lvl4pPr>
            <a:lvl5pPr marL="2057400" indent="-228600" algn="l" defTabSz="914400" rtl="0" eaLnBrk="1" latinLnBrk="0" hangingPunct="1">
              <a:spcBef>
                <a:spcPct val="20000"/>
              </a:spcBef>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9pPr>
          </a:lstStyle>
          <a:p>
            <a:pPr algn="r">
              <a:spcBef>
                <a:spcPts val="0"/>
              </a:spcBef>
              <a:spcAft>
                <a:spcPts val="600"/>
              </a:spcAft>
              <a:buClrTx/>
              <a:buSzTx/>
              <a:buFont typeface="Wingdings" panose="05000000000000000000" pitchFamily="2" charset="2"/>
              <a:buNone/>
              <a:defRPr/>
            </a:pPr>
            <a:fld id="{AF0AE83C-7C43-4EDB-B42E-0A2ED1773DE0}" type="slidenum">
              <a:rPr lang="en-US" altLang="es-ES" sz="1200" smtClean="0">
                <a:solidFill>
                  <a:srgbClr val="FFFFFF"/>
                </a:solidFill>
                <a:latin typeface="Calibri" panose="020F0502020204030204"/>
              </a:rPr>
              <a:pPr algn="r">
                <a:spcBef>
                  <a:spcPts val="0"/>
                </a:spcBef>
                <a:spcAft>
                  <a:spcPts val="600"/>
                </a:spcAft>
                <a:buClrTx/>
                <a:buSzTx/>
                <a:buFont typeface="Wingdings" panose="05000000000000000000" pitchFamily="2" charset="2"/>
                <a:buNone/>
                <a:defRPr/>
              </a:pPr>
              <a:t>15</a:t>
            </a:fld>
            <a:endParaRPr lang="en-US" altLang="es-ES" sz="1200" dirty="0">
              <a:solidFill>
                <a:srgbClr val="FFFFFF"/>
              </a:solidFill>
              <a:latin typeface="Calibri" panose="020F0502020204030204"/>
            </a:endParaRPr>
          </a:p>
        </p:txBody>
      </p:sp>
      <p:sp>
        <p:nvSpPr>
          <p:cNvPr id="3" name="CuadroTexto 2">
            <a:extLst>
              <a:ext uri="{FF2B5EF4-FFF2-40B4-BE49-F238E27FC236}">
                <a16:creationId xmlns:a16="http://schemas.microsoft.com/office/drawing/2014/main" id="{11A15BB8-BFC8-1F52-C672-131B2A59F4D1}"/>
              </a:ext>
            </a:extLst>
          </p:cNvPr>
          <p:cNvSpPr txBox="1"/>
          <p:nvPr/>
        </p:nvSpPr>
        <p:spPr>
          <a:xfrm>
            <a:off x="28301" y="1918876"/>
            <a:ext cx="10780295" cy="4019818"/>
          </a:xfrm>
          <a:prstGeom prst="rect">
            <a:avLst/>
          </a:prstGeom>
          <a:noFill/>
        </p:spPr>
        <p:txBody>
          <a:bodyPr wrap="square">
            <a:spAutoFit/>
          </a:bodyPr>
          <a:lstStyle/>
          <a:p>
            <a:pPr marL="285750" indent="-285750" algn="just">
              <a:lnSpc>
                <a:spcPct val="115000"/>
              </a:lnSpc>
              <a:spcAft>
                <a:spcPts val="800"/>
              </a:spcAft>
              <a:buFont typeface="Arial" panose="020B0604020202020204" pitchFamily="34" charset="0"/>
              <a:buChar char="•"/>
            </a:pPr>
            <a:r>
              <a:rPr lang="es-ES"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Las líneas de subvenciones reguladas en la orden podrán ser objeto de </a:t>
            </a:r>
            <a:r>
              <a:rPr lang="es-ES"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cofinanciación por el FSE+ con cargo al Programa Fondo Social Europeo Plus Andalucía 2021-2027, cofinanciado al 85%.</a:t>
            </a:r>
          </a:p>
          <a:p>
            <a:pPr algn="just">
              <a:lnSpc>
                <a:spcPct val="115000"/>
              </a:lnSpc>
              <a:spcAft>
                <a:spcPts val="800"/>
              </a:spcAft>
            </a:pPr>
            <a:endParaRPr lang="es-ES" sz="17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endParaRPr>
          </a:p>
          <a:p>
            <a:pPr algn="just">
              <a:lnSpc>
                <a:spcPct val="115000"/>
              </a:lnSpc>
              <a:spcAft>
                <a:spcPts val="800"/>
              </a:spcAft>
            </a:pPr>
            <a:endParaRPr lang="es-ES" sz="17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endParaRPr>
          </a:p>
          <a:p>
            <a:pPr algn="just">
              <a:lnSpc>
                <a:spcPct val="115000"/>
              </a:lnSpc>
              <a:spcAft>
                <a:spcPts val="800"/>
              </a:spcAft>
            </a:pPr>
            <a:endParaRPr lang="es-ES" sz="17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endParaRPr>
          </a:p>
          <a:p>
            <a:pPr algn="just">
              <a:lnSpc>
                <a:spcPct val="115000"/>
              </a:lnSpc>
              <a:spcAft>
                <a:spcPts val="800"/>
              </a:spcAft>
            </a:pPr>
            <a:endParaRPr lang="es-ES" sz="17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endParaRPr>
          </a:p>
          <a:p>
            <a:pPr marL="285750" indent="-285750" algn="just">
              <a:lnSpc>
                <a:spcPct val="115000"/>
              </a:lnSpc>
              <a:spcAft>
                <a:spcPts val="800"/>
              </a:spcAft>
              <a:buFont typeface="Arial" panose="020B0604020202020204" pitchFamily="34" charset="0"/>
              <a:buChar char="•"/>
            </a:pPr>
            <a:r>
              <a:rPr lang="es-ES"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Es importante resaltar que el </a:t>
            </a:r>
            <a:r>
              <a:rPr lang="es-ES"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Programa Operativo FSE+ de Andalucía se encuentra </a:t>
            </a:r>
            <a:r>
              <a:rPr lang="es-ES"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financiado por la Unión Europea. En este sentido, para que una subvención disponga de financiación europea antes se ha establecido un marco de negociación entre la CCAA y el organismo europeo en el cual hay que justificar la situación socioeconómica a la cual se pretende dar respuesta con el instrumento de ayuda. Este es precisamente el ejercicio que se plantea en el siguiente bloque de trabajo.</a:t>
            </a:r>
          </a:p>
        </p:txBody>
      </p:sp>
      <p:sp>
        <p:nvSpPr>
          <p:cNvPr id="2" name="Flecha: hacia abajo 1">
            <a:extLst>
              <a:ext uri="{FF2B5EF4-FFF2-40B4-BE49-F238E27FC236}">
                <a16:creationId xmlns:a16="http://schemas.microsoft.com/office/drawing/2014/main" id="{68C95056-4CD3-DF8C-5822-CA1FA611D742}"/>
              </a:ext>
            </a:extLst>
          </p:cNvPr>
          <p:cNvSpPr/>
          <p:nvPr/>
        </p:nvSpPr>
        <p:spPr>
          <a:xfrm>
            <a:off x="5137484" y="2983831"/>
            <a:ext cx="673768" cy="890337"/>
          </a:xfrm>
          <a:prstGeom prst="downArrow">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762208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7F2E3C-204D-5D06-7F1C-67726539B9A0}"/>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8CCBE1A9-3E5E-06E9-4F75-2B037F2ACE02}"/>
              </a:ext>
            </a:extLst>
          </p:cNvPr>
          <p:cNvSpPr txBox="1"/>
          <p:nvPr/>
        </p:nvSpPr>
        <p:spPr>
          <a:xfrm>
            <a:off x="890338" y="2733575"/>
            <a:ext cx="3734014" cy="3566160"/>
          </a:xfrm>
          <a:prstGeom prst="rect">
            <a:avLst/>
          </a:prstGeom>
        </p:spPr>
        <p:txBody>
          <a:bodyPr vert="horz" lIns="91440" tIns="45720" rIns="91440" bIns="45720" rtlCol="0" anchor="b">
            <a:normAutofit/>
          </a:bodyPr>
          <a:lstStyle>
            <a:defPPr>
              <a:defRPr lang="es-ES"/>
            </a:defPPr>
            <a:lvl1pPr>
              <a:defRPr sz="3200" b="1">
                <a:solidFill>
                  <a:srgbClr val="003772"/>
                </a:solidFill>
                <a:latin typeface="Arial" panose="020B0604020202020204" pitchFamily="34" charset="0"/>
                <a:cs typeface="Arial" panose="020B0604020202020204" pitchFamily="34" charset="0"/>
              </a:defRPr>
            </a:lvl1pPr>
          </a:lstStyle>
          <a:p>
            <a:pPr>
              <a:lnSpc>
                <a:spcPct val="90000"/>
              </a:lnSpc>
              <a:spcBef>
                <a:spcPct val="0"/>
              </a:spcBef>
              <a:spcAft>
                <a:spcPts val="600"/>
              </a:spcAft>
            </a:pPr>
            <a:r>
              <a:rPr lang="en-US" sz="3800" dirty="0" err="1">
                <a:solidFill>
                  <a:schemeClr val="bg1">
                    <a:lumMod val="50000"/>
                  </a:schemeClr>
                </a:solidFill>
                <a:latin typeface="+mj-lt"/>
                <a:ea typeface="+mj-ea"/>
                <a:cs typeface="+mj-cs"/>
              </a:rPr>
              <a:t>Programa</a:t>
            </a:r>
            <a:r>
              <a:rPr lang="en-US" sz="3800" dirty="0">
                <a:solidFill>
                  <a:schemeClr val="bg1">
                    <a:lumMod val="50000"/>
                  </a:schemeClr>
                </a:solidFill>
                <a:latin typeface="+mj-lt"/>
                <a:ea typeface="+mj-ea"/>
                <a:cs typeface="+mj-cs"/>
              </a:rPr>
              <a:t> </a:t>
            </a:r>
            <a:r>
              <a:rPr lang="en-US" sz="3800" dirty="0" err="1">
                <a:solidFill>
                  <a:schemeClr val="bg1">
                    <a:lumMod val="50000"/>
                  </a:schemeClr>
                </a:solidFill>
                <a:latin typeface="+mj-lt"/>
                <a:ea typeface="+mj-ea"/>
                <a:cs typeface="+mj-cs"/>
              </a:rPr>
              <a:t>Emplea</a:t>
            </a:r>
            <a:r>
              <a:rPr lang="en-US" sz="3800" dirty="0">
                <a:solidFill>
                  <a:schemeClr val="bg1">
                    <a:lumMod val="50000"/>
                  </a:schemeClr>
                </a:solidFill>
                <a:latin typeface="+mj-lt"/>
                <a:ea typeface="+mj-ea"/>
                <a:cs typeface="+mj-cs"/>
              </a:rPr>
              <a:t>-T</a:t>
            </a:r>
          </a:p>
          <a:p>
            <a:pPr>
              <a:lnSpc>
                <a:spcPct val="90000"/>
              </a:lnSpc>
              <a:spcBef>
                <a:spcPct val="0"/>
              </a:spcBef>
              <a:spcAft>
                <a:spcPts val="600"/>
              </a:spcAft>
            </a:pPr>
            <a:endParaRPr lang="en-US" sz="3800" dirty="0">
              <a:solidFill>
                <a:schemeClr val="tx1"/>
              </a:solidFill>
              <a:latin typeface="+mj-lt"/>
              <a:ea typeface="+mj-ea"/>
              <a:cs typeface="+mj-cs"/>
            </a:endParaRPr>
          </a:p>
          <a:p>
            <a:pPr>
              <a:lnSpc>
                <a:spcPct val="90000"/>
              </a:lnSpc>
              <a:spcBef>
                <a:spcPct val="0"/>
              </a:spcBef>
              <a:spcAft>
                <a:spcPts val="600"/>
              </a:spcAft>
            </a:pPr>
            <a:r>
              <a:rPr lang="en-US" sz="3600" dirty="0" err="1">
                <a:solidFill>
                  <a:schemeClr val="accent1"/>
                </a:solidFill>
                <a:latin typeface="+mj-lt"/>
                <a:ea typeface="+mj-ea"/>
                <a:cs typeface="+mj-cs"/>
              </a:rPr>
              <a:t>Información</a:t>
            </a:r>
            <a:r>
              <a:rPr lang="en-US" sz="3600" dirty="0">
                <a:solidFill>
                  <a:schemeClr val="accent1"/>
                </a:solidFill>
                <a:latin typeface="+mj-lt"/>
                <a:ea typeface="+mj-ea"/>
                <a:cs typeface="+mj-cs"/>
              </a:rPr>
              <a:t> para </a:t>
            </a:r>
            <a:r>
              <a:rPr lang="en-US" sz="3600" dirty="0" err="1">
                <a:solidFill>
                  <a:schemeClr val="accent1"/>
                </a:solidFill>
                <a:latin typeface="+mj-lt"/>
                <a:ea typeface="+mj-ea"/>
                <a:cs typeface="+mj-cs"/>
              </a:rPr>
              <a:t>el</a:t>
            </a:r>
            <a:r>
              <a:rPr lang="en-US" sz="3600" dirty="0">
                <a:solidFill>
                  <a:schemeClr val="accent1"/>
                </a:solidFill>
                <a:latin typeface="+mj-lt"/>
                <a:ea typeface="+mj-ea"/>
                <a:cs typeface="+mj-cs"/>
              </a:rPr>
              <a:t> </a:t>
            </a:r>
            <a:r>
              <a:rPr lang="en-US" sz="3600" dirty="0" err="1">
                <a:solidFill>
                  <a:schemeClr val="accent1"/>
                </a:solidFill>
                <a:latin typeface="+mj-lt"/>
                <a:ea typeface="+mj-ea"/>
                <a:cs typeface="+mj-cs"/>
              </a:rPr>
              <a:t>análisis</a:t>
            </a:r>
            <a:r>
              <a:rPr lang="en-US" sz="3600" dirty="0">
                <a:solidFill>
                  <a:schemeClr val="accent1"/>
                </a:solidFill>
                <a:latin typeface="+mj-lt"/>
                <a:ea typeface="+mj-ea"/>
                <a:cs typeface="+mj-cs"/>
              </a:rPr>
              <a:t> de </a:t>
            </a:r>
            <a:r>
              <a:rPr lang="en-US" sz="3600" dirty="0" err="1">
                <a:solidFill>
                  <a:schemeClr val="accent1"/>
                </a:solidFill>
                <a:latin typeface="+mj-lt"/>
                <a:ea typeface="+mj-ea"/>
                <a:cs typeface="+mj-cs"/>
              </a:rPr>
              <a:t>pertinencia</a:t>
            </a:r>
            <a:endParaRPr lang="en-US" sz="3600" dirty="0">
              <a:solidFill>
                <a:schemeClr val="accent1"/>
              </a:solidFill>
              <a:latin typeface="+mj-lt"/>
              <a:ea typeface="+mj-ea"/>
              <a:cs typeface="+mj-cs"/>
            </a:endParaRPr>
          </a:p>
        </p:txBody>
      </p:sp>
      <p:sp>
        <p:nvSpPr>
          <p:cNvPr id="13"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Silueta de hombre parado en un muelle&#10;&#10;El contenido generado por IA puede ser incorrecto.">
            <a:extLst>
              <a:ext uri="{FF2B5EF4-FFF2-40B4-BE49-F238E27FC236}">
                <a16:creationId xmlns:a16="http://schemas.microsoft.com/office/drawing/2014/main" id="{2F6853D1-87FD-ED42-8D68-660EA2E9AFBB}"/>
              </a:ext>
            </a:extLst>
          </p:cNvPr>
          <p:cNvPicPr>
            <a:picLocks noChangeAspect="1"/>
          </p:cNvPicPr>
          <p:nvPr/>
        </p:nvPicPr>
        <p:blipFill>
          <a:blip r:embed="rId3">
            <a:extLst>
              <a:ext uri="{28A0092B-C50C-407E-A947-70E740481C1C}">
                <a14:useLocalDpi xmlns:a14="http://schemas.microsoft.com/office/drawing/2010/main" val="0"/>
              </a:ext>
            </a:extLst>
          </a:blip>
          <a:srcRect l="9506" r="23540"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819722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77C61-5345-667F-0B5E-77D469AD1259}"/>
            </a:ext>
          </a:extLst>
        </p:cNvPr>
        <p:cNvGrpSpPr/>
        <p:nvPr/>
      </p:nvGrpSpPr>
      <p:grpSpPr>
        <a:xfrm>
          <a:off x="0" y="0"/>
          <a:ext cx="0" cy="0"/>
          <a:chOff x="0" y="0"/>
          <a:chExt cx="0" cy="0"/>
        </a:xfrm>
      </p:grpSpPr>
      <p:sp>
        <p:nvSpPr>
          <p:cNvPr id="9220" name="3 Marcador de número de diapositiva">
            <a:extLst>
              <a:ext uri="{FF2B5EF4-FFF2-40B4-BE49-F238E27FC236}">
                <a16:creationId xmlns:a16="http://schemas.microsoft.com/office/drawing/2014/main" id="{8EDD18F6-883A-9CAD-88D4-F0BC8685D91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022B5D9-89AF-4C01-A6B5-B0A330C3083F}" type="slidenum">
              <a:rPr lang="es-ES" altLang="es-ES" sz="1000">
                <a:solidFill>
                  <a:schemeClr val="bg2"/>
                </a:solidFill>
                <a:latin typeface="Arial Black" panose="020B0A04020102020204" pitchFamily="34" charset="0"/>
              </a:rPr>
              <a:pPr>
                <a:spcBef>
                  <a:spcPct val="0"/>
                </a:spcBef>
                <a:buClrTx/>
                <a:buSzTx/>
                <a:buFontTx/>
                <a:buNone/>
              </a:pPr>
              <a:t>17</a:t>
            </a:fld>
            <a:endParaRPr lang="es-ES" altLang="es-ES" sz="1000">
              <a:solidFill>
                <a:schemeClr val="bg2"/>
              </a:solidFill>
              <a:latin typeface="Arial Black" panose="020B0A04020102020204" pitchFamily="34" charset="0"/>
            </a:endParaRPr>
          </a:p>
        </p:txBody>
      </p:sp>
      <p:sp>
        <p:nvSpPr>
          <p:cNvPr id="4" name="CuadroTexto 3">
            <a:extLst>
              <a:ext uri="{FF2B5EF4-FFF2-40B4-BE49-F238E27FC236}">
                <a16:creationId xmlns:a16="http://schemas.microsoft.com/office/drawing/2014/main" id="{925BD752-9025-93A4-B312-9B56F327F006}"/>
              </a:ext>
            </a:extLst>
          </p:cNvPr>
          <p:cNvSpPr txBox="1"/>
          <p:nvPr/>
        </p:nvSpPr>
        <p:spPr>
          <a:xfrm>
            <a:off x="171938" y="509157"/>
            <a:ext cx="6096000" cy="397032"/>
          </a:xfrm>
          <a:prstGeom prst="rect">
            <a:avLst/>
          </a:prstGeom>
          <a:noFill/>
        </p:spPr>
        <p:txBody>
          <a:bodyPr wrap="square">
            <a:spAutoFit/>
          </a:bodyPr>
          <a:lstStyle/>
          <a:p>
            <a:pPr>
              <a:lnSpc>
                <a:spcPct val="90000"/>
              </a:lnSpc>
              <a:spcBef>
                <a:spcPts val="1000"/>
              </a:spcBef>
            </a:pPr>
            <a:r>
              <a:rPr lang="es-ES" sz="2200" dirty="0">
                <a:solidFill>
                  <a:srgbClr val="003772"/>
                </a:solidFill>
                <a:latin typeface="Arial" panose="020B0604020202020204" pitchFamily="34" charset="0"/>
                <a:cs typeface="Arial" panose="020B0604020202020204" pitchFamily="34" charset="0"/>
              </a:rPr>
              <a:t>Justificación del Programa de ayudas</a:t>
            </a:r>
          </a:p>
        </p:txBody>
      </p:sp>
      <p:sp>
        <p:nvSpPr>
          <p:cNvPr id="5" name="3 Marcador de número de diapositiva">
            <a:extLst>
              <a:ext uri="{FF2B5EF4-FFF2-40B4-BE49-F238E27FC236}">
                <a16:creationId xmlns:a16="http://schemas.microsoft.com/office/drawing/2014/main" id="{3C310B5D-908E-367F-4E49-2A688ED27ABD}"/>
              </a:ext>
            </a:extLst>
          </p:cNvPr>
          <p:cNvSpPr txBox="1">
            <a:spLocks/>
          </p:cNvSpPr>
          <p:nvPr/>
        </p:nvSpPr>
        <p:spPr>
          <a:xfrm>
            <a:off x="9420499" y="6356350"/>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defPPr>
              <a:defRPr lang="es-ES"/>
            </a:defPPr>
            <a:lvl1pPr marL="0" algn="l" defTabSz="914400" rtl="0" eaLnBrk="1" latinLnBrk="0" hangingPunct="1">
              <a:spcBef>
                <a:spcPct val="20000"/>
              </a:spcBef>
              <a:buClr>
                <a:schemeClr val="bg2"/>
              </a:buClr>
              <a:buSzPct val="75000"/>
              <a:buFont typeface="Wingdings" panose="05000000000000000000" pitchFamily="2" charset="2"/>
              <a:buChar char="n"/>
              <a:defRPr sz="3200" kern="1200">
                <a:solidFill>
                  <a:schemeClr val="tx1"/>
                </a:solidFill>
                <a:latin typeface="Arial" panose="020B0604020202020204" pitchFamily="34" charset="0"/>
                <a:ea typeface="+mn-ea"/>
                <a:cs typeface="+mn-cs"/>
              </a:defRPr>
            </a:lvl1pPr>
            <a:lvl2pPr marL="742950" indent="-285750" algn="l" defTabSz="914400" rtl="0" eaLnBrk="1" latinLnBrk="0" hangingPunct="1">
              <a:spcBef>
                <a:spcPct val="20000"/>
              </a:spcBef>
              <a:buClr>
                <a:schemeClr val="accent2"/>
              </a:buClr>
              <a:buSzPct val="80000"/>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defTabSz="914400" rtl="0" eaLnBrk="1" latinLnBrk="0" hangingPunct="1">
              <a:spcBef>
                <a:spcPct val="20000"/>
              </a:spcBef>
              <a:buClr>
                <a:schemeClr val="bg2"/>
              </a:buClr>
              <a:buSzPct val="65000"/>
              <a:buFont typeface="Wingdings" panose="05000000000000000000" pitchFamily="2" charset="2"/>
              <a:buChar char="n"/>
              <a:defRPr sz="2400" kern="1200">
                <a:solidFill>
                  <a:schemeClr val="tx1"/>
                </a:solidFill>
                <a:latin typeface="Arial" panose="020B0604020202020204" pitchFamily="34" charset="0"/>
                <a:ea typeface="+mn-ea"/>
                <a:cs typeface="+mn-cs"/>
              </a:defRPr>
            </a:lvl3pPr>
            <a:lvl4pPr marL="1600200" indent="-228600" algn="l" defTabSz="914400" rtl="0" eaLnBrk="1" latinLnBrk="0" hangingPunct="1">
              <a:spcBef>
                <a:spcPct val="20000"/>
              </a:spcBef>
              <a:buClr>
                <a:schemeClr val="accent2"/>
              </a:buClr>
              <a:buSzPct val="70000"/>
              <a:buFont typeface="Wingdings" panose="05000000000000000000" pitchFamily="2" charset="2"/>
              <a:buChar char="¨"/>
              <a:defRPr sz="2000" kern="1200">
                <a:solidFill>
                  <a:schemeClr val="tx1"/>
                </a:solidFill>
                <a:latin typeface="Arial" panose="020B0604020202020204" pitchFamily="34" charset="0"/>
                <a:ea typeface="+mn-ea"/>
                <a:cs typeface="+mn-cs"/>
              </a:defRPr>
            </a:lvl4pPr>
            <a:lvl5pPr marL="2057400" indent="-228600" algn="l" defTabSz="914400" rtl="0" eaLnBrk="1" latinLnBrk="0" hangingPunct="1">
              <a:spcBef>
                <a:spcPct val="20000"/>
              </a:spcBef>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9pPr>
          </a:lstStyle>
          <a:p>
            <a:pPr algn="r">
              <a:spcBef>
                <a:spcPts val="0"/>
              </a:spcBef>
              <a:spcAft>
                <a:spcPts val="600"/>
              </a:spcAft>
              <a:buClrTx/>
              <a:buSzTx/>
              <a:buFont typeface="Wingdings" panose="05000000000000000000" pitchFamily="2" charset="2"/>
              <a:buNone/>
              <a:defRPr/>
            </a:pPr>
            <a:fld id="{AF0AE83C-7C43-4EDB-B42E-0A2ED1773DE0}" type="slidenum">
              <a:rPr lang="en-US" altLang="es-ES" sz="1200" smtClean="0">
                <a:solidFill>
                  <a:srgbClr val="FFFFFF"/>
                </a:solidFill>
                <a:latin typeface="Calibri" panose="020F0502020204030204"/>
              </a:rPr>
              <a:pPr algn="r">
                <a:spcBef>
                  <a:spcPts val="0"/>
                </a:spcBef>
                <a:spcAft>
                  <a:spcPts val="600"/>
                </a:spcAft>
                <a:buClrTx/>
                <a:buSzTx/>
                <a:buFont typeface="Wingdings" panose="05000000000000000000" pitchFamily="2" charset="2"/>
                <a:buNone/>
                <a:defRPr/>
              </a:pPr>
              <a:t>17</a:t>
            </a:fld>
            <a:endParaRPr lang="en-US" altLang="es-ES" sz="1200" dirty="0">
              <a:solidFill>
                <a:srgbClr val="FFFFFF"/>
              </a:solidFill>
              <a:latin typeface="Calibri" panose="020F0502020204030204"/>
            </a:endParaRPr>
          </a:p>
        </p:txBody>
      </p:sp>
      <p:sp>
        <p:nvSpPr>
          <p:cNvPr id="3" name="CuadroTexto 2">
            <a:extLst>
              <a:ext uri="{FF2B5EF4-FFF2-40B4-BE49-F238E27FC236}">
                <a16:creationId xmlns:a16="http://schemas.microsoft.com/office/drawing/2014/main" id="{46ECF8CB-F4BD-FE35-72A8-349143362B30}"/>
              </a:ext>
            </a:extLst>
          </p:cNvPr>
          <p:cNvSpPr txBox="1"/>
          <p:nvPr/>
        </p:nvSpPr>
        <p:spPr>
          <a:xfrm>
            <a:off x="171938" y="1829288"/>
            <a:ext cx="10780295" cy="3294107"/>
          </a:xfrm>
          <a:prstGeom prst="rect">
            <a:avLst/>
          </a:prstGeom>
          <a:noFill/>
        </p:spPr>
        <p:txBody>
          <a:bodyPr wrap="square">
            <a:spAutoFit/>
          </a:bodyPr>
          <a:lstStyle/>
          <a:p>
            <a:pPr marL="285750" indent="-285750" algn="just">
              <a:lnSpc>
                <a:spcPct val="115000"/>
              </a:lnSpc>
              <a:spcAft>
                <a:spcPts val="800"/>
              </a:spcAft>
              <a:buFont typeface="Arial" panose="020B0604020202020204" pitchFamily="34" charset="0"/>
              <a:buChar char="•"/>
            </a:pPr>
            <a:r>
              <a:rPr lang="es-ES" sz="2000"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En este bloque, el alumnado llevará a cabo un </a:t>
            </a:r>
            <a:r>
              <a:rPr lang="es-ES" sz="20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análisis de pertinencia </a:t>
            </a:r>
            <a:r>
              <a:rPr lang="es-ES" sz="2000"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del instrumento de ayuda, como ejercicio introductorio en el ámbito de la </a:t>
            </a:r>
            <a:r>
              <a:rPr lang="es-ES" sz="2000" b="1"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evaluación de las políticas públicas</a:t>
            </a:r>
            <a:r>
              <a:rPr lang="es-ES" sz="2000"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 El propósito es identificar la conexión entre los ámbitos a los que se dirige el apoyo público y la situación sociolaboral existente en la región de Andalucía.</a:t>
            </a:r>
          </a:p>
          <a:p>
            <a:pPr algn="just">
              <a:lnSpc>
                <a:spcPct val="115000"/>
              </a:lnSpc>
              <a:spcAft>
                <a:spcPts val="800"/>
              </a:spcAft>
            </a:pPr>
            <a:endParaRPr lang="es-ES" sz="1050"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endParaRPr>
          </a:p>
          <a:p>
            <a:pPr marL="285750" indent="-285750" algn="just">
              <a:lnSpc>
                <a:spcPct val="115000"/>
              </a:lnSpc>
              <a:spcAft>
                <a:spcPts val="800"/>
              </a:spcAft>
              <a:buFont typeface="Arial" panose="020B0604020202020204" pitchFamily="34" charset="0"/>
              <a:buChar char="•"/>
            </a:pPr>
            <a:r>
              <a:rPr lang="es-ES" sz="2000" kern="100" dirty="0">
                <a:solidFill>
                  <a:schemeClr val="accent1"/>
                </a:solidFill>
                <a:latin typeface="Calibri" panose="020F0502020204030204" pitchFamily="34" charset="0"/>
                <a:ea typeface="Aptos" panose="020B0004020202020204" pitchFamily="34" charset="0"/>
                <a:cs typeface="Times New Roman" panose="02020603050405020304" pitchFamily="18" charset="0"/>
              </a:rPr>
              <a:t>Mediante la respuesta a una batería de preguntas, el alumnado aprenderá a consultar las fuentes estadísticas disponibles, realizar un tratamiento adecuado de los datos que permita interpretar la realidad del mercado laboral en Andalucía y elaborar un análisis crítico que fundamente la coherencia del instrumento público de fomento del empleo.</a:t>
            </a:r>
          </a:p>
        </p:txBody>
      </p:sp>
    </p:spTree>
    <p:extLst>
      <p:ext uri="{BB962C8B-B14F-4D97-AF65-F5344CB8AC3E}">
        <p14:creationId xmlns:p14="http://schemas.microsoft.com/office/powerpoint/2010/main" val="42290755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E5982-C0E7-B3F2-F4C8-D25B96136036}"/>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9FBC65C2-33BD-59C2-0124-B98DF4581C7D}"/>
              </a:ext>
            </a:extLst>
          </p:cNvPr>
          <p:cNvSpPr txBox="1"/>
          <p:nvPr/>
        </p:nvSpPr>
        <p:spPr>
          <a:xfrm>
            <a:off x="171938" y="509157"/>
            <a:ext cx="6096000" cy="397032"/>
          </a:xfrm>
          <a:prstGeom prst="rect">
            <a:avLst/>
          </a:prstGeom>
          <a:noFill/>
        </p:spPr>
        <p:txBody>
          <a:bodyPr wrap="square">
            <a:spAutoFit/>
          </a:bodyPr>
          <a:lstStyle/>
          <a:p>
            <a:pPr>
              <a:lnSpc>
                <a:spcPct val="90000"/>
              </a:lnSpc>
              <a:spcBef>
                <a:spcPts val="1000"/>
              </a:spcBef>
            </a:pPr>
            <a:r>
              <a:rPr lang="es-ES" sz="2200" dirty="0">
                <a:solidFill>
                  <a:srgbClr val="003772"/>
                </a:solidFill>
                <a:latin typeface="Arial" panose="020B0604020202020204" pitchFamily="34" charset="0"/>
                <a:cs typeface="Arial" panose="020B0604020202020204" pitchFamily="34" charset="0"/>
              </a:rPr>
              <a:t>Justificación del Programa de ayudas</a:t>
            </a:r>
          </a:p>
        </p:txBody>
      </p:sp>
      <p:sp>
        <p:nvSpPr>
          <p:cNvPr id="5" name="3 Marcador de número de diapositiva">
            <a:extLst>
              <a:ext uri="{FF2B5EF4-FFF2-40B4-BE49-F238E27FC236}">
                <a16:creationId xmlns:a16="http://schemas.microsoft.com/office/drawing/2014/main" id="{2D1F4C1F-B2B4-8AD2-F390-402ED4FD942F}"/>
              </a:ext>
            </a:extLst>
          </p:cNvPr>
          <p:cNvSpPr txBox="1">
            <a:spLocks/>
          </p:cNvSpPr>
          <p:nvPr/>
        </p:nvSpPr>
        <p:spPr>
          <a:xfrm>
            <a:off x="9420499" y="6356350"/>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defPPr>
              <a:defRPr lang="es-ES"/>
            </a:defPPr>
            <a:lvl1pPr marL="0" algn="l" defTabSz="914400" rtl="0" eaLnBrk="1" latinLnBrk="0" hangingPunct="1">
              <a:spcBef>
                <a:spcPct val="20000"/>
              </a:spcBef>
              <a:buClr>
                <a:schemeClr val="bg2"/>
              </a:buClr>
              <a:buSzPct val="75000"/>
              <a:buFont typeface="Wingdings" panose="05000000000000000000" pitchFamily="2" charset="2"/>
              <a:buChar char="n"/>
              <a:defRPr sz="3200" kern="1200">
                <a:solidFill>
                  <a:schemeClr val="tx1"/>
                </a:solidFill>
                <a:latin typeface="Arial" panose="020B0604020202020204" pitchFamily="34" charset="0"/>
                <a:ea typeface="+mn-ea"/>
                <a:cs typeface="+mn-cs"/>
              </a:defRPr>
            </a:lvl1pPr>
            <a:lvl2pPr marL="742950" indent="-285750" algn="l" defTabSz="914400" rtl="0" eaLnBrk="1" latinLnBrk="0" hangingPunct="1">
              <a:spcBef>
                <a:spcPct val="20000"/>
              </a:spcBef>
              <a:buClr>
                <a:schemeClr val="accent2"/>
              </a:buClr>
              <a:buSzPct val="80000"/>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defTabSz="914400" rtl="0" eaLnBrk="1" latinLnBrk="0" hangingPunct="1">
              <a:spcBef>
                <a:spcPct val="20000"/>
              </a:spcBef>
              <a:buClr>
                <a:schemeClr val="bg2"/>
              </a:buClr>
              <a:buSzPct val="65000"/>
              <a:buFont typeface="Wingdings" panose="05000000000000000000" pitchFamily="2" charset="2"/>
              <a:buChar char="n"/>
              <a:defRPr sz="2400" kern="1200">
                <a:solidFill>
                  <a:schemeClr val="tx1"/>
                </a:solidFill>
                <a:latin typeface="Arial" panose="020B0604020202020204" pitchFamily="34" charset="0"/>
                <a:ea typeface="+mn-ea"/>
                <a:cs typeface="+mn-cs"/>
              </a:defRPr>
            </a:lvl3pPr>
            <a:lvl4pPr marL="1600200" indent="-228600" algn="l" defTabSz="914400" rtl="0" eaLnBrk="1" latinLnBrk="0" hangingPunct="1">
              <a:spcBef>
                <a:spcPct val="20000"/>
              </a:spcBef>
              <a:buClr>
                <a:schemeClr val="accent2"/>
              </a:buClr>
              <a:buSzPct val="70000"/>
              <a:buFont typeface="Wingdings" panose="05000000000000000000" pitchFamily="2" charset="2"/>
              <a:buChar char="¨"/>
              <a:defRPr sz="2000" kern="1200">
                <a:solidFill>
                  <a:schemeClr val="tx1"/>
                </a:solidFill>
                <a:latin typeface="Arial" panose="020B0604020202020204" pitchFamily="34" charset="0"/>
                <a:ea typeface="+mn-ea"/>
                <a:cs typeface="+mn-cs"/>
              </a:defRPr>
            </a:lvl4pPr>
            <a:lvl5pPr marL="2057400" indent="-228600" algn="l" defTabSz="914400" rtl="0" eaLnBrk="1" latinLnBrk="0" hangingPunct="1">
              <a:spcBef>
                <a:spcPct val="20000"/>
              </a:spcBef>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9pPr>
          </a:lstStyle>
          <a:p>
            <a:pPr algn="r">
              <a:spcBef>
                <a:spcPts val="0"/>
              </a:spcBef>
              <a:spcAft>
                <a:spcPts val="600"/>
              </a:spcAft>
              <a:buClrTx/>
              <a:buSzTx/>
              <a:buFont typeface="Wingdings" panose="05000000000000000000" pitchFamily="2" charset="2"/>
              <a:buNone/>
              <a:defRPr/>
            </a:pPr>
            <a:fld id="{AF0AE83C-7C43-4EDB-B42E-0A2ED1773DE0}" type="slidenum">
              <a:rPr lang="en-US" altLang="es-ES" sz="1200" smtClean="0">
                <a:solidFill>
                  <a:srgbClr val="FFFFFF"/>
                </a:solidFill>
                <a:latin typeface="Calibri" panose="020F0502020204030204"/>
              </a:rPr>
              <a:pPr algn="r">
                <a:spcBef>
                  <a:spcPts val="0"/>
                </a:spcBef>
                <a:spcAft>
                  <a:spcPts val="600"/>
                </a:spcAft>
                <a:buClrTx/>
                <a:buSzTx/>
                <a:buFont typeface="Wingdings" panose="05000000000000000000" pitchFamily="2" charset="2"/>
                <a:buNone/>
                <a:defRPr/>
              </a:pPr>
              <a:t>18</a:t>
            </a:fld>
            <a:endParaRPr lang="en-US" altLang="es-ES" sz="1200" dirty="0">
              <a:solidFill>
                <a:srgbClr val="FFFFFF"/>
              </a:solidFill>
              <a:latin typeface="Calibri" panose="020F0502020204030204"/>
            </a:endParaRPr>
          </a:p>
        </p:txBody>
      </p:sp>
      <p:sp>
        <p:nvSpPr>
          <p:cNvPr id="2" name="Rectangle 3">
            <a:extLst>
              <a:ext uri="{FF2B5EF4-FFF2-40B4-BE49-F238E27FC236}">
                <a16:creationId xmlns:a16="http://schemas.microsoft.com/office/drawing/2014/main" id="{07E86242-61DF-2E5D-9E0F-B74C1B29D18F}"/>
              </a:ext>
            </a:extLst>
          </p:cNvPr>
          <p:cNvSpPr>
            <a:spLocks noGrp="1" noChangeArrowheads="1"/>
          </p:cNvSpPr>
          <p:nvPr>
            <p:ph idx="1"/>
          </p:nvPr>
        </p:nvSpPr>
        <p:spPr>
          <a:xfrm>
            <a:off x="0" y="1251322"/>
            <a:ext cx="10615863" cy="630496"/>
          </a:xfrm>
        </p:spPr>
        <p:txBody>
          <a:bodyPr vert="horz" lIns="91440" tIns="45720" rIns="91440" bIns="45720" rtlCol="0">
            <a:noAutofit/>
          </a:bodyPr>
          <a:lstStyle/>
          <a:p>
            <a:pPr marL="0" indent="0" algn="ctr">
              <a:buNone/>
            </a:pPr>
            <a:r>
              <a:rPr lang="es-ES" sz="1900" b="1" dirty="0">
                <a:solidFill>
                  <a:srgbClr val="003772"/>
                </a:solidFill>
              </a:rPr>
              <a:t>	Cuestión 1: ¿Se encuentra justificado el apoyo a la contratación laboral para personas jóvenes desempleadas menores de 30 años de edad?</a:t>
            </a:r>
          </a:p>
        </p:txBody>
      </p:sp>
      <p:pic>
        <p:nvPicPr>
          <p:cNvPr id="3" name="Imagen 2">
            <a:extLst>
              <a:ext uri="{FF2B5EF4-FFF2-40B4-BE49-F238E27FC236}">
                <a16:creationId xmlns:a16="http://schemas.microsoft.com/office/drawing/2014/main" id="{AEEA52AC-7265-51C5-B1F6-88BA7911F699}"/>
              </a:ext>
            </a:extLst>
          </p:cNvPr>
          <p:cNvPicPr>
            <a:picLocks noChangeAspect="1"/>
          </p:cNvPicPr>
          <p:nvPr/>
        </p:nvPicPr>
        <p:blipFill>
          <a:blip r:embed="rId3"/>
          <a:stretch>
            <a:fillRect/>
          </a:stretch>
        </p:blipFill>
        <p:spPr>
          <a:xfrm>
            <a:off x="171937" y="2057280"/>
            <a:ext cx="4893357" cy="2936015"/>
          </a:xfrm>
          <a:prstGeom prst="rect">
            <a:avLst/>
          </a:prstGeom>
        </p:spPr>
      </p:pic>
      <p:pic>
        <p:nvPicPr>
          <p:cNvPr id="6" name="Imagen 5">
            <a:extLst>
              <a:ext uri="{FF2B5EF4-FFF2-40B4-BE49-F238E27FC236}">
                <a16:creationId xmlns:a16="http://schemas.microsoft.com/office/drawing/2014/main" id="{22D45AD8-3E1D-BEA0-D43F-0E64AD421B3B}"/>
              </a:ext>
            </a:extLst>
          </p:cNvPr>
          <p:cNvPicPr>
            <a:picLocks noChangeAspect="1"/>
          </p:cNvPicPr>
          <p:nvPr/>
        </p:nvPicPr>
        <p:blipFill>
          <a:blip r:embed="rId4"/>
          <a:stretch>
            <a:fillRect/>
          </a:stretch>
        </p:blipFill>
        <p:spPr>
          <a:xfrm>
            <a:off x="5317958" y="3412239"/>
            <a:ext cx="5009197" cy="3033207"/>
          </a:xfrm>
          <a:prstGeom prst="rect">
            <a:avLst/>
          </a:prstGeom>
        </p:spPr>
      </p:pic>
    </p:spTree>
    <p:extLst>
      <p:ext uri="{BB962C8B-B14F-4D97-AF65-F5344CB8AC3E}">
        <p14:creationId xmlns:p14="http://schemas.microsoft.com/office/powerpoint/2010/main" val="12007567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F56C6-9A93-6B97-8DFF-58D6DA05C7CA}"/>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09C5D501-513B-8358-DFC6-DDA8821EC265}"/>
              </a:ext>
            </a:extLst>
          </p:cNvPr>
          <p:cNvSpPr txBox="1"/>
          <p:nvPr/>
        </p:nvSpPr>
        <p:spPr>
          <a:xfrm>
            <a:off x="171938" y="509157"/>
            <a:ext cx="6096000" cy="397032"/>
          </a:xfrm>
          <a:prstGeom prst="rect">
            <a:avLst/>
          </a:prstGeom>
          <a:noFill/>
        </p:spPr>
        <p:txBody>
          <a:bodyPr wrap="square">
            <a:spAutoFit/>
          </a:bodyPr>
          <a:lstStyle/>
          <a:p>
            <a:pPr>
              <a:lnSpc>
                <a:spcPct val="90000"/>
              </a:lnSpc>
              <a:spcBef>
                <a:spcPts val="1000"/>
              </a:spcBef>
            </a:pPr>
            <a:r>
              <a:rPr lang="es-ES" sz="2200" dirty="0">
                <a:solidFill>
                  <a:srgbClr val="003772"/>
                </a:solidFill>
                <a:latin typeface="Arial" panose="020B0604020202020204" pitchFamily="34" charset="0"/>
                <a:cs typeface="Arial" panose="020B0604020202020204" pitchFamily="34" charset="0"/>
              </a:rPr>
              <a:t>Justificación del Programa de ayudas</a:t>
            </a:r>
          </a:p>
        </p:txBody>
      </p:sp>
      <p:sp>
        <p:nvSpPr>
          <p:cNvPr id="5" name="3 Marcador de número de diapositiva">
            <a:extLst>
              <a:ext uri="{FF2B5EF4-FFF2-40B4-BE49-F238E27FC236}">
                <a16:creationId xmlns:a16="http://schemas.microsoft.com/office/drawing/2014/main" id="{98CF5A22-2C3A-C08B-C57F-80BB01B29F79}"/>
              </a:ext>
            </a:extLst>
          </p:cNvPr>
          <p:cNvSpPr txBox="1">
            <a:spLocks/>
          </p:cNvSpPr>
          <p:nvPr/>
        </p:nvSpPr>
        <p:spPr>
          <a:xfrm>
            <a:off x="9420499" y="6356350"/>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defPPr>
              <a:defRPr lang="es-ES"/>
            </a:defPPr>
            <a:lvl1pPr marL="0" algn="l" defTabSz="914400" rtl="0" eaLnBrk="1" latinLnBrk="0" hangingPunct="1">
              <a:spcBef>
                <a:spcPct val="20000"/>
              </a:spcBef>
              <a:buClr>
                <a:schemeClr val="bg2"/>
              </a:buClr>
              <a:buSzPct val="75000"/>
              <a:buFont typeface="Wingdings" panose="05000000000000000000" pitchFamily="2" charset="2"/>
              <a:buChar char="n"/>
              <a:defRPr sz="3200" kern="1200">
                <a:solidFill>
                  <a:schemeClr val="tx1"/>
                </a:solidFill>
                <a:latin typeface="Arial" panose="020B0604020202020204" pitchFamily="34" charset="0"/>
                <a:ea typeface="+mn-ea"/>
                <a:cs typeface="+mn-cs"/>
              </a:defRPr>
            </a:lvl1pPr>
            <a:lvl2pPr marL="742950" indent="-285750" algn="l" defTabSz="914400" rtl="0" eaLnBrk="1" latinLnBrk="0" hangingPunct="1">
              <a:spcBef>
                <a:spcPct val="20000"/>
              </a:spcBef>
              <a:buClr>
                <a:schemeClr val="accent2"/>
              </a:buClr>
              <a:buSzPct val="80000"/>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defTabSz="914400" rtl="0" eaLnBrk="1" latinLnBrk="0" hangingPunct="1">
              <a:spcBef>
                <a:spcPct val="20000"/>
              </a:spcBef>
              <a:buClr>
                <a:schemeClr val="bg2"/>
              </a:buClr>
              <a:buSzPct val="65000"/>
              <a:buFont typeface="Wingdings" panose="05000000000000000000" pitchFamily="2" charset="2"/>
              <a:buChar char="n"/>
              <a:defRPr sz="2400" kern="1200">
                <a:solidFill>
                  <a:schemeClr val="tx1"/>
                </a:solidFill>
                <a:latin typeface="Arial" panose="020B0604020202020204" pitchFamily="34" charset="0"/>
                <a:ea typeface="+mn-ea"/>
                <a:cs typeface="+mn-cs"/>
              </a:defRPr>
            </a:lvl3pPr>
            <a:lvl4pPr marL="1600200" indent="-228600" algn="l" defTabSz="914400" rtl="0" eaLnBrk="1" latinLnBrk="0" hangingPunct="1">
              <a:spcBef>
                <a:spcPct val="20000"/>
              </a:spcBef>
              <a:buClr>
                <a:schemeClr val="accent2"/>
              </a:buClr>
              <a:buSzPct val="70000"/>
              <a:buFont typeface="Wingdings" panose="05000000000000000000" pitchFamily="2" charset="2"/>
              <a:buChar char="¨"/>
              <a:defRPr sz="2000" kern="1200">
                <a:solidFill>
                  <a:schemeClr val="tx1"/>
                </a:solidFill>
                <a:latin typeface="Arial" panose="020B0604020202020204" pitchFamily="34" charset="0"/>
                <a:ea typeface="+mn-ea"/>
                <a:cs typeface="+mn-cs"/>
              </a:defRPr>
            </a:lvl4pPr>
            <a:lvl5pPr marL="2057400" indent="-228600" algn="l" defTabSz="914400" rtl="0" eaLnBrk="1" latinLnBrk="0" hangingPunct="1">
              <a:spcBef>
                <a:spcPct val="20000"/>
              </a:spcBef>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9pPr>
          </a:lstStyle>
          <a:p>
            <a:pPr algn="r">
              <a:spcBef>
                <a:spcPts val="0"/>
              </a:spcBef>
              <a:spcAft>
                <a:spcPts val="600"/>
              </a:spcAft>
              <a:buClrTx/>
              <a:buSzTx/>
              <a:buFont typeface="Wingdings" panose="05000000000000000000" pitchFamily="2" charset="2"/>
              <a:buNone/>
              <a:defRPr/>
            </a:pPr>
            <a:fld id="{AF0AE83C-7C43-4EDB-B42E-0A2ED1773DE0}" type="slidenum">
              <a:rPr lang="en-US" altLang="es-ES" sz="1200" smtClean="0">
                <a:solidFill>
                  <a:srgbClr val="FFFFFF"/>
                </a:solidFill>
                <a:latin typeface="Calibri" panose="020F0502020204030204"/>
              </a:rPr>
              <a:pPr algn="r">
                <a:spcBef>
                  <a:spcPts val="0"/>
                </a:spcBef>
                <a:spcAft>
                  <a:spcPts val="600"/>
                </a:spcAft>
                <a:buClrTx/>
                <a:buSzTx/>
                <a:buFont typeface="Wingdings" panose="05000000000000000000" pitchFamily="2" charset="2"/>
                <a:buNone/>
                <a:defRPr/>
              </a:pPr>
              <a:t>19</a:t>
            </a:fld>
            <a:endParaRPr lang="en-US" altLang="es-ES" sz="1200" dirty="0">
              <a:solidFill>
                <a:srgbClr val="FFFFFF"/>
              </a:solidFill>
              <a:latin typeface="Calibri" panose="020F0502020204030204"/>
            </a:endParaRPr>
          </a:p>
        </p:txBody>
      </p:sp>
      <p:sp>
        <p:nvSpPr>
          <p:cNvPr id="2" name="Rectangle 3">
            <a:extLst>
              <a:ext uri="{FF2B5EF4-FFF2-40B4-BE49-F238E27FC236}">
                <a16:creationId xmlns:a16="http://schemas.microsoft.com/office/drawing/2014/main" id="{FDA9EB9E-270F-B79B-9856-4B9725C364CD}"/>
              </a:ext>
            </a:extLst>
          </p:cNvPr>
          <p:cNvSpPr>
            <a:spLocks noGrp="1" noChangeArrowheads="1"/>
          </p:cNvSpPr>
          <p:nvPr>
            <p:ph idx="1"/>
          </p:nvPr>
        </p:nvSpPr>
        <p:spPr>
          <a:xfrm>
            <a:off x="0" y="1251322"/>
            <a:ext cx="10615863" cy="630496"/>
          </a:xfrm>
        </p:spPr>
        <p:txBody>
          <a:bodyPr vert="horz" lIns="91440" tIns="45720" rIns="91440" bIns="45720" rtlCol="0">
            <a:noAutofit/>
          </a:bodyPr>
          <a:lstStyle/>
          <a:p>
            <a:pPr marL="0" indent="0" algn="ctr">
              <a:buNone/>
            </a:pPr>
            <a:r>
              <a:rPr lang="es-ES" sz="1900" b="1" dirty="0">
                <a:solidFill>
                  <a:srgbClr val="003772"/>
                </a:solidFill>
              </a:rPr>
              <a:t>	Cuestión 2: ¿Se encuentra justificado el apoyo a la contratación laboral para personas desempleadas mayores de 45 años de edad?</a:t>
            </a:r>
          </a:p>
        </p:txBody>
      </p:sp>
      <p:pic>
        <p:nvPicPr>
          <p:cNvPr id="7" name="Imagen 6">
            <a:extLst>
              <a:ext uri="{FF2B5EF4-FFF2-40B4-BE49-F238E27FC236}">
                <a16:creationId xmlns:a16="http://schemas.microsoft.com/office/drawing/2014/main" id="{E20812CF-C4ED-0CEB-61B3-DBB9872D1C17}"/>
              </a:ext>
            </a:extLst>
          </p:cNvPr>
          <p:cNvPicPr>
            <a:picLocks noChangeAspect="1"/>
          </p:cNvPicPr>
          <p:nvPr/>
        </p:nvPicPr>
        <p:blipFill>
          <a:blip r:embed="rId3"/>
          <a:stretch>
            <a:fillRect/>
          </a:stretch>
        </p:blipFill>
        <p:spPr>
          <a:xfrm>
            <a:off x="171938" y="2098386"/>
            <a:ext cx="5534526" cy="3317837"/>
          </a:xfrm>
          <a:prstGeom prst="rect">
            <a:avLst/>
          </a:prstGeom>
        </p:spPr>
      </p:pic>
      <p:pic>
        <p:nvPicPr>
          <p:cNvPr id="9" name="Imagen 8">
            <a:extLst>
              <a:ext uri="{FF2B5EF4-FFF2-40B4-BE49-F238E27FC236}">
                <a16:creationId xmlns:a16="http://schemas.microsoft.com/office/drawing/2014/main" id="{B98701FC-C309-9B21-DE67-3F241A8BF4A1}"/>
              </a:ext>
            </a:extLst>
          </p:cNvPr>
          <p:cNvPicPr>
            <a:picLocks noChangeAspect="1"/>
          </p:cNvPicPr>
          <p:nvPr/>
        </p:nvPicPr>
        <p:blipFill>
          <a:blip r:embed="rId4"/>
          <a:stretch>
            <a:fillRect/>
          </a:stretch>
        </p:blipFill>
        <p:spPr>
          <a:xfrm>
            <a:off x="6096000" y="3195517"/>
            <a:ext cx="6096000" cy="3662483"/>
          </a:xfrm>
          <a:prstGeom prst="rect">
            <a:avLst/>
          </a:prstGeom>
        </p:spPr>
      </p:pic>
    </p:spTree>
    <p:extLst>
      <p:ext uri="{BB962C8B-B14F-4D97-AF65-F5344CB8AC3E}">
        <p14:creationId xmlns:p14="http://schemas.microsoft.com/office/powerpoint/2010/main" val="932303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D6254-8BF8-8A14-F1A0-3277588A6BBB}"/>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0434DCB1-B61C-8431-5D65-929023846CED}"/>
              </a:ext>
            </a:extLst>
          </p:cNvPr>
          <p:cNvSpPr txBox="1"/>
          <p:nvPr/>
        </p:nvSpPr>
        <p:spPr>
          <a:xfrm>
            <a:off x="171938" y="509157"/>
            <a:ext cx="6096000" cy="397032"/>
          </a:xfrm>
          <a:prstGeom prst="rect">
            <a:avLst/>
          </a:prstGeom>
          <a:noFill/>
        </p:spPr>
        <p:txBody>
          <a:bodyPr wrap="square">
            <a:spAutoFit/>
          </a:bodyPr>
          <a:lstStyle/>
          <a:p>
            <a:pPr>
              <a:lnSpc>
                <a:spcPct val="90000"/>
              </a:lnSpc>
              <a:spcBef>
                <a:spcPts val="1000"/>
              </a:spcBef>
            </a:pPr>
            <a:r>
              <a:rPr lang="es-ES" sz="2200" dirty="0">
                <a:solidFill>
                  <a:srgbClr val="003772"/>
                </a:solidFill>
                <a:latin typeface="Arial" panose="020B0604020202020204" pitchFamily="34" charset="0"/>
                <a:cs typeface="Arial" panose="020B0604020202020204" pitchFamily="34" charset="0"/>
              </a:rPr>
              <a:t>Justificación del Programa de ayudas</a:t>
            </a:r>
          </a:p>
        </p:txBody>
      </p:sp>
      <p:sp>
        <p:nvSpPr>
          <p:cNvPr id="5" name="3 Marcador de número de diapositiva">
            <a:extLst>
              <a:ext uri="{FF2B5EF4-FFF2-40B4-BE49-F238E27FC236}">
                <a16:creationId xmlns:a16="http://schemas.microsoft.com/office/drawing/2014/main" id="{BE9D67E6-56AF-E206-3798-C417683F94F3}"/>
              </a:ext>
            </a:extLst>
          </p:cNvPr>
          <p:cNvSpPr txBox="1">
            <a:spLocks/>
          </p:cNvSpPr>
          <p:nvPr/>
        </p:nvSpPr>
        <p:spPr>
          <a:xfrm>
            <a:off x="9420499" y="6356350"/>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defPPr>
              <a:defRPr lang="es-ES"/>
            </a:defPPr>
            <a:lvl1pPr marL="0" algn="l" defTabSz="914400" rtl="0" eaLnBrk="1" latinLnBrk="0" hangingPunct="1">
              <a:spcBef>
                <a:spcPct val="20000"/>
              </a:spcBef>
              <a:buClr>
                <a:schemeClr val="bg2"/>
              </a:buClr>
              <a:buSzPct val="75000"/>
              <a:buFont typeface="Wingdings" panose="05000000000000000000" pitchFamily="2" charset="2"/>
              <a:buChar char="n"/>
              <a:defRPr sz="3200" kern="1200">
                <a:solidFill>
                  <a:schemeClr val="tx1"/>
                </a:solidFill>
                <a:latin typeface="Arial" panose="020B0604020202020204" pitchFamily="34" charset="0"/>
                <a:ea typeface="+mn-ea"/>
                <a:cs typeface="+mn-cs"/>
              </a:defRPr>
            </a:lvl1pPr>
            <a:lvl2pPr marL="742950" indent="-285750" algn="l" defTabSz="914400" rtl="0" eaLnBrk="1" latinLnBrk="0" hangingPunct="1">
              <a:spcBef>
                <a:spcPct val="20000"/>
              </a:spcBef>
              <a:buClr>
                <a:schemeClr val="accent2"/>
              </a:buClr>
              <a:buSzPct val="80000"/>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defTabSz="914400" rtl="0" eaLnBrk="1" latinLnBrk="0" hangingPunct="1">
              <a:spcBef>
                <a:spcPct val="20000"/>
              </a:spcBef>
              <a:buClr>
                <a:schemeClr val="bg2"/>
              </a:buClr>
              <a:buSzPct val="65000"/>
              <a:buFont typeface="Wingdings" panose="05000000000000000000" pitchFamily="2" charset="2"/>
              <a:buChar char="n"/>
              <a:defRPr sz="2400" kern="1200">
                <a:solidFill>
                  <a:schemeClr val="tx1"/>
                </a:solidFill>
                <a:latin typeface="Arial" panose="020B0604020202020204" pitchFamily="34" charset="0"/>
                <a:ea typeface="+mn-ea"/>
                <a:cs typeface="+mn-cs"/>
              </a:defRPr>
            </a:lvl3pPr>
            <a:lvl4pPr marL="1600200" indent="-228600" algn="l" defTabSz="914400" rtl="0" eaLnBrk="1" latinLnBrk="0" hangingPunct="1">
              <a:spcBef>
                <a:spcPct val="20000"/>
              </a:spcBef>
              <a:buClr>
                <a:schemeClr val="accent2"/>
              </a:buClr>
              <a:buSzPct val="70000"/>
              <a:buFont typeface="Wingdings" panose="05000000000000000000" pitchFamily="2" charset="2"/>
              <a:buChar char="¨"/>
              <a:defRPr sz="2000" kern="1200">
                <a:solidFill>
                  <a:schemeClr val="tx1"/>
                </a:solidFill>
                <a:latin typeface="Arial" panose="020B0604020202020204" pitchFamily="34" charset="0"/>
                <a:ea typeface="+mn-ea"/>
                <a:cs typeface="+mn-cs"/>
              </a:defRPr>
            </a:lvl4pPr>
            <a:lvl5pPr marL="2057400" indent="-228600" algn="l" defTabSz="914400" rtl="0" eaLnBrk="1" latinLnBrk="0" hangingPunct="1">
              <a:spcBef>
                <a:spcPct val="20000"/>
              </a:spcBef>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9pPr>
          </a:lstStyle>
          <a:p>
            <a:pPr algn="r">
              <a:spcBef>
                <a:spcPts val="0"/>
              </a:spcBef>
              <a:spcAft>
                <a:spcPts val="600"/>
              </a:spcAft>
              <a:buClrTx/>
              <a:buSzTx/>
              <a:buFont typeface="Wingdings" panose="05000000000000000000" pitchFamily="2" charset="2"/>
              <a:buNone/>
              <a:defRPr/>
            </a:pPr>
            <a:fld id="{AF0AE83C-7C43-4EDB-B42E-0A2ED1773DE0}" type="slidenum">
              <a:rPr lang="en-US" altLang="es-ES" sz="1200" smtClean="0">
                <a:solidFill>
                  <a:srgbClr val="FFFFFF"/>
                </a:solidFill>
                <a:latin typeface="Calibri" panose="020F0502020204030204"/>
              </a:rPr>
              <a:pPr algn="r">
                <a:spcBef>
                  <a:spcPts val="0"/>
                </a:spcBef>
                <a:spcAft>
                  <a:spcPts val="600"/>
                </a:spcAft>
                <a:buClrTx/>
                <a:buSzTx/>
                <a:buFont typeface="Wingdings" panose="05000000000000000000" pitchFamily="2" charset="2"/>
                <a:buNone/>
                <a:defRPr/>
              </a:pPr>
              <a:t>20</a:t>
            </a:fld>
            <a:endParaRPr lang="en-US" altLang="es-ES" sz="1200" dirty="0">
              <a:solidFill>
                <a:srgbClr val="FFFFFF"/>
              </a:solidFill>
              <a:latin typeface="Calibri" panose="020F0502020204030204"/>
            </a:endParaRPr>
          </a:p>
        </p:txBody>
      </p:sp>
      <p:sp>
        <p:nvSpPr>
          <p:cNvPr id="2" name="Rectangle 3">
            <a:extLst>
              <a:ext uri="{FF2B5EF4-FFF2-40B4-BE49-F238E27FC236}">
                <a16:creationId xmlns:a16="http://schemas.microsoft.com/office/drawing/2014/main" id="{659A5042-1AA2-2E10-FED9-5D9D2834B6F1}"/>
              </a:ext>
            </a:extLst>
          </p:cNvPr>
          <p:cNvSpPr>
            <a:spLocks noGrp="1" noChangeArrowheads="1"/>
          </p:cNvSpPr>
          <p:nvPr>
            <p:ph idx="1"/>
          </p:nvPr>
        </p:nvSpPr>
        <p:spPr>
          <a:xfrm>
            <a:off x="0" y="1251322"/>
            <a:ext cx="10615863" cy="630496"/>
          </a:xfrm>
        </p:spPr>
        <p:txBody>
          <a:bodyPr vert="horz" lIns="91440" tIns="45720" rIns="91440" bIns="45720" rtlCol="0">
            <a:noAutofit/>
          </a:bodyPr>
          <a:lstStyle/>
          <a:p>
            <a:pPr marL="0" indent="0" algn="ctr">
              <a:buNone/>
            </a:pPr>
            <a:r>
              <a:rPr lang="es-ES" sz="1900" b="1" dirty="0">
                <a:solidFill>
                  <a:srgbClr val="003772"/>
                </a:solidFill>
              </a:rPr>
              <a:t>	Cuestión 3: ¿Se encuentra justificado el apoyo a la contratación laboral para personas desempleadas de larga duración?</a:t>
            </a:r>
          </a:p>
        </p:txBody>
      </p:sp>
      <p:pic>
        <p:nvPicPr>
          <p:cNvPr id="3" name="Imagen 2">
            <a:extLst>
              <a:ext uri="{FF2B5EF4-FFF2-40B4-BE49-F238E27FC236}">
                <a16:creationId xmlns:a16="http://schemas.microsoft.com/office/drawing/2014/main" id="{310374F1-B857-F746-3A62-FC0E3A154BF0}"/>
              </a:ext>
            </a:extLst>
          </p:cNvPr>
          <p:cNvPicPr>
            <a:picLocks noChangeAspect="1"/>
          </p:cNvPicPr>
          <p:nvPr/>
        </p:nvPicPr>
        <p:blipFill>
          <a:blip r:embed="rId3"/>
          <a:stretch>
            <a:fillRect/>
          </a:stretch>
        </p:blipFill>
        <p:spPr>
          <a:xfrm>
            <a:off x="171938" y="2226951"/>
            <a:ext cx="5653760" cy="3034207"/>
          </a:xfrm>
          <a:prstGeom prst="rect">
            <a:avLst/>
          </a:prstGeom>
        </p:spPr>
      </p:pic>
      <p:pic>
        <p:nvPicPr>
          <p:cNvPr id="9" name="Imagen 8">
            <a:extLst>
              <a:ext uri="{FF2B5EF4-FFF2-40B4-BE49-F238E27FC236}">
                <a16:creationId xmlns:a16="http://schemas.microsoft.com/office/drawing/2014/main" id="{05B551CE-438E-B53F-4215-C140AB6360D3}"/>
              </a:ext>
            </a:extLst>
          </p:cNvPr>
          <p:cNvPicPr>
            <a:picLocks noChangeAspect="1"/>
          </p:cNvPicPr>
          <p:nvPr/>
        </p:nvPicPr>
        <p:blipFill>
          <a:blip r:embed="rId4"/>
          <a:stretch>
            <a:fillRect/>
          </a:stretch>
        </p:blipFill>
        <p:spPr>
          <a:xfrm>
            <a:off x="5895475" y="3135526"/>
            <a:ext cx="6296526" cy="3722474"/>
          </a:xfrm>
          <a:prstGeom prst="rect">
            <a:avLst/>
          </a:prstGeom>
        </p:spPr>
      </p:pic>
    </p:spTree>
    <p:extLst>
      <p:ext uri="{BB962C8B-B14F-4D97-AF65-F5344CB8AC3E}">
        <p14:creationId xmlns:p14="http://schemas.microsoft.com/office/powerpoint/2010/main" val="33795650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C985F-FCE8-4F9D-4A01-62C6D9BD1F8B}"/>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CF8A20B3-4B65-1C95-B4FF-01E14ED7AD77}"/>
              </a:ext>
            </a:extLst>
          </p:cNvPr>
          <p:cNvSpPr txBox="1"/>
          <p:nvPr/>
        </p:nvSpPr>
        <p:spPr>
          <a:xfrm>
            <a:off x="171938" y="509157"/>
            <a:ext cx="6096000" cy="397032"/>
          </a:xfrm>
          <a:prstGeom prst="rect">
            <a:avLst/>
          </a:prstGeom>
          <a:noFill/>
        </p:spPr>
        <p:txBody>
          <a:bodyPr wrap="square">
            <a:spAutoFit/>
          </a:bodyPr>
          <a:lstStyle/>
          <a:p>
            <a:pPr>
              <a:lnSpc>
                <a:spcPct val="90000"/>
              </a:lnSpc>
              <a:spcBef>
                <a:spcPts val="1000"/>
              </a:spcBef>
            </a:pPr>
            <a:r>
              <a:rPr lang="es-ES" sz="2200" dirty="0">
                <a:solidFill>
                  <a:srgbClr val="003772"/>
                </a:solidFill>
                <a:latin typeface="Arial" panose="020B0604020202020204" pitchFamily="34" charset="0"/>
                <a:cs typeface="Arial" panose="020B0604020202020204" pitchFamily="34" charset="0"/>
              </a:rPr>
              <a:t>Justificación del Programa de ayudas</a:t>
            </a:r>
          </a:p>
        </p:txBody>
      </p:sp>
      <p:sp>
        <p:nvSpPr>
          <p:cNvPr id="5" name="3 Marcador de número de diapositiva">
            <a:extLst>
              <a:ext uri="{FF2B5EF4-FFF2-40B4-BE49-F238E27FC236}">
                <a16:creationId xmlns:a16="http://schemas.microsoft.com/office/drawing/2014/main" id="{80168775-BD10-8499-C394-523EC2A0726D}"/>
              </a:ext>
            </a:extLst>
          </p:cNvPr>
          <p:cNvSpPr txBox="1">
            <a:spLocks/>
          </p:cNvSpPr>
          <p:nvPr/>
        </p:nvSpPr>
        <p:spPr>
          <a:xfrm>
            <a:off x="9420499" y="6356350"/>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defPPr>
              <a:defRPr lang="es-ES"/>
            </a:defPPr>
            <a:lvl1pPr marL="0" algn="l" defTabSz="914400" rtl="0" eaLnBrk="1" latinLnBrk="0" hangingPunct="1">
              <a:spcBef>
                <a:spcPct val="20000"/>
              </a:spcBef>
              <a:buClr>
                <a:schemeClr val="bg2"/>
              </a:buClr>
              <a:buSzPct val="75000"/>
              <a:buFont typeface="Wingdings" panose="05000000000000000000" pitchFamily="2" charset="2"/>
              <a:buChar char="n"/>
              <a:defRPr sz="3200" kern="1200">
                <a:solidFill>
                  <a:schemeClr val="tx1"/>
                </a:solidFill>
                <a:latin typeface="Arial" panose="020B0604020202020204" pitchFamily="34" charset="0"/>
                <a:ea typeface="+mn-ea"/>
                <a:cs typeface="+mn-cs"/>
              </a:defRPr>
            </a:lvl1pPr>
            <a:lvl2pPr marL="742950" indent="-285750" algn="l" defTabSz="914400" rtl="0" eaLnBrk="1" latinLnBrk="0" hangingPunct="1">
              <a:spcBef>
                <a:spcPct val="20000"/>
              </a:spcBef>
              <a:buClr>
                <a:schemeClr val="accent2"/>
              </a:buClr>
              <a:buSzPct val="80000"/>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defTabSz="914400" rtl="0" eaLnBrk="1" latinLnBrk="0" hangingPunct="1">
              <a:spcBef>
                <a:spcPct val="20000"/>
              </a:spcBef>
              <a:buClr>
                <a:schemeClr val="bg2"/>
              </a:buClr>
              <a:buSzPct val="65000"/>
              <a:buFont typeface="Wingdings" panose="05000000000000000000" pitchFamily="2" charset="2"/>
              <a:buChar char="n"/>
              <a:defRPr sz="2400" kern="1200">
                <a:solidFill>
                  <a:schemeClr val="tx1"/>
                </a:solidFill>
                <a:latin typeface="Arial" panose="020B0604020202020204" pitchFamily="34" charset="0"/>
                <a:ea typeface="+mn-ea"/>
                <a:cs typeface="+mn-cs"/>
              </a:defRPr>
            </a:lvl3pPr>
            <a:lvl4pPr marL="1600200" indent="-228600" algn="l" defTabSz="914400" rtl="0" eaLnBrk="1" latinLnBrk="0" hangingPunct="1">
              <a:spcBef>
                <a:spcPct val="20000"/>
              </a:spcBef>
              <a:buClr>
                <a:schemeClr val="accent2"/>
              </a:buClr>
              <a:buSzPct val="70000"/>
              <a:buFont typeface="Wingdings" panose="05000000000000000000" pitchFamily="2" charset="2"/>
              <a:buChar char="¨"/>
              <a:defRPr sz="2000" kern="1200">
                <a:solidFill>
                  <a:schemeClr val="tx1"/>
                </a:solidFill>
                <a:latin typeface="Arial" panose="020B0604020202020204" pitchFamily="34" charset="0"/>
                <a:ea typeface="+mn-ea"/>
                <a:cs typeface="+mn-cs"/>
              </a:defRPr>
            </a:lvl4pPr>
            <a:lvl5pPr marL="2057400" indent="-228600" algn="l" defTabSz="914400" rtl="0" eaLnBrk="1" latinLnBrk="0" hangingPunct="1">
              <a:spcBef>
                <a:spcPct val="20000"/>
              </a:spcBef>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9pPr>
          </a:lstStyle>
          <a:p>
            <a:pPr algn="r">
              <a:spcBef>
                <a:spcPts val="0"/>
              </a:spcBef>
              <a:spcAft>
                <a:spcPts val="600"/>
              </a:spcAft>
              <a:buClrTx/>
              <a:buSzTx/>
              <a:buFont typeface="Wingdings" panose="05000000000000000000" pitchFamily="2" charset="2"/>
              <a:buNone/>
              <a:defRPr/>
            </a:pPr>
            <a:fld id="{AF0AE83C-7C43-4EDB-B42E-0A2ED1773DE0}" type="slidenum">
              <a:rPr lang="en-US" altLang="es-ES" sz="1200" smtClean="0">
                <a:solidFill>
                  <a:srgbClr val="FFFFFF"/>
                </a:solidFill>
                <a:latin typeface="Calibri" panose="020F0502020204030204"/>
              </a:rPr>
              <a:pPr algn="r">
                <a:spcBef>
                  <a:spcPts val="0"/>
                </a:spcBef>
                <a:spcAft>
                  <a:spcPts val="600"/>
                </a:spcAft>
                <a:buClrTx/>
                <a:buSzTx/>
                <a:buFont typeface="Wingdings" panose="05000000000000000000" pitchFamily="2" charset="2"/>
                <a:buNone/>
                <a:defRPr/>
              </a:pPr>
              <a:t>21</a:t>
            </a:fld>
            <a:endParaRPr lang="en-US" altLang="es-ES" sz="1200" dirty="0">
              <a:solidFill>
                <a:srgbClr val="FFFFFF"/>
              </a:solidFill>
              <a:latin typeface="Calibri" panose="020F0502020204030204"/>
            </a:endParaRPr>
          </a:p>
        </p:txBody>
      </p:sp>
      <p:sp>
        <p:nvSpPr>
          <p:cNvPr id="2" name="Rectangle 3">
            <a:extLst>
              <a:ext uri="{FF2B5EF4-FFF2-40B4-BE49-F238E27FC236}">
                <a16:creationId xmlns:a16="http://schemas.microsoft.com/office/drawing/2014/main" id="{C07B7529-5808-00A0-BB1D-D18910810DBC}"/>
              </a:ext>
            </a:extLst>
          </p:cNvPr>
          <p:cNvSpPr>
            <a:spLocks noGrp="1" noChangeArrowheads="1"/>
          </p:cNvSpPr>
          <p:nvPr>
            <p:ph idx="1"/>
          </p:nvPr>
        </p:nvSpPr>
        <p:spPr>
          <a:xfrm>
            <a:off x="-168442" y="1434790"/>
            <a:ext cx="11417968" cy="630496"/>
          </a:xfrm>
        </p:spPr>
        <p:txBody>
          <a:bodyPr vert="horz" lIns="91440" tIns="45720" rIns="91440" bIns="45720" rtlCol="0">
            <a:noAutofit/>
          </a:bodyPr>
          <a:lstStyle/>
          <a:p>
            <a:pPr marL="0" indent="0" algn="ctr">
              <a:buNone/>
            </a:pPr>
            <a:r>
              <a:rPr lang="es-ES" sz="1900" b="1" dirty="0">
                <a:solidFill>
                  <a:srgbClr val="003772"/>
                </a:solidFill>
              </a:rPr>
              <a:t>	Cuestión 4: ¿Podría ofrecer una valoración sobre la calidad del empleo en Andalucía atendiendo a la tipología contractual en la ocupación de asalariados del sector privado?</a:t>
            </a:r>
          </a:p>
        </p:txBody>
      </p:sp>
      <p:pic>
        <p:nvPicPr>
          <p:cNvPr id="3" name="Imagen 2">
            <a:extLst>
              <a:ext uri="{FF2B5EF4-FFF2-40B4-BE49-F238E27FC236}">
                <a16:creationId xmlns:a16="http://schemas.microsoft.com/office/drawing/2014/main" id="{329DA686-0AE8-A5A4-8BC1-F0E9AFB658A1}"/>
              </a:ext>
            </a:extLst>
          </p:cNvPr>
          <p:cNvPicPr>
            <a:picLocks noChangeAspect="1"/>
          </p:cNvPicPr>
          <p:nvPr/>
        </p:nvPicPr>
        <p:blipFill>
          <a:blip r:embed="rId3"/>
          <a:stretch>
            <a:fillRect/>
          </a:stretch>
        </p:blipFill>
        <p:spPr>
          <a:xfrm>
            <a:off x="388507" y="2367070"/>
            <a:ext cx="5093566" cy="3056140"/>
          </a:xfrm>
          <a:prstGeom prst="rect">
            <a:avLst/>
          </a:prstGeom>
        </p:spPr>
      </p:pic>
      <p:pic>
        <p:nvPicPr>
          <p:cNvPr id="9" name="Imagen 8">
            <a:extLst>
              <a:ext uri="{FF2B5EF4-FFF2-40B4-BE49-F238E27FC236}">
                <a16:creationId xmlns:a16="http://schemas.microsoft.com/office/drawing/2014/main" id="{75239D13-AD40-311E-A895-0027FC22D890}"/>
              </a:ext>
            </a:extLst>
          </p:cNvPr>
          <p:cNvPicPr>
            <a:picLocks noChangeAspect="1"/>
          </p:cNvPicPr>
          <p:nvPr/>
        </p:nvPicPr>
        <p:blipFill>
          <a:blip r:embed="rId4"/>
          <a:stretch>
            <a:fillRect/>
          </a:stretch>
        </p:blipFill>
        <p:spPr>
          <a:xfrm>
            <a:off x="5751095" y="2993457"/>
            <a:ext cx="6440905" cy="3864544"/>
          </a:xfrm>
          <a:prstGeom prst="rect">
            <a:avLst/>
          </a:prstGeom>
        </p:spPr>
      </p:pic>
    </p:spTree>
    <p:extLst>
      <p:ext uri="{BB962C8B-B14F-4D97-AF65-F5344CB8AC3E}">
        <p14:creationId xmlns:p14="http://schemas.microsoft.com/office/powerpoint/2010/main" val="33943787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280C0-7490-90DE-E80E-823E4A3E9248}"/>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1854A26C-1A0A-E4EF-A63E-2AE43BCECDA0}"/>
              </a:ext>
            </a:extLst>
          </p:cNvPr>
          <p:cNvSpPr txBox="1"/>
          <p:nvPr/>
        </p:nvSpPr>
        <p:spPr>
          <a:xfrm>
            <a:off x="171938" y="509157"/>
            <a:ext cx="6096000" cy="397032"/>
          </a:xfrm>
          <a:prstGeom prst="rect">
            <a:avLst/>
          </a:prstGeom>
          <a:noFill/>
        </p:spPr>
        <p:txBody>
          <a:bodyPr wrap="square">
            <a:spAutoFit/>
          </a:bodyPr>
          <a:lstStyle/>
          <a:p>
            <a:pPr>
              <a:lnSpc>
                <a:spcPct val="90000"/>
              </a:lnSpc>
              <a:spcBef>
                <a:spcPts val="1000"/>
              </a:spcBef>
            </a:pPr>
            <a:r>
              <a:rPr lang="es-ES" sz="2200" dirty="0">
                <a:solidFill>
                  <a:srgbClr val="003772"/>
                </a:solidFill>
                <a:latin typeface="Arial" panose="020B0604020202020204" pitchFamily="34" charset="0"/>
                <a:cs typeface="Arial" panose="020B0604020202020204" pitchFamily="34" charset="0"/>
              </a:rPr>
              <a:t>Justificación del Programa de ayudas</a:t>
            </a:r>
          </a:p>
        </p:txBody>
      </p:sp>
      <p:sp>
        <p:nvSpPr>
          <p:cNvPr id="5" name="3 Marcador de número de diapositiva">
            <a:extLst>
              <a:ext uri="{FF2B5EF4-FFF2-40B4-BE49-F238E27FC236}">
                <a16:creationId xmlns:a16="http://schemas.microsoft.com/office/drawing/2014/main" id="{43F27592-BEBF-8E79-3AE2-72283B58F92F}"/>
              </a:ext>
            </a:extLst>
          </p:cNvPr>
          <p:cNvSpPr txBox="1">
            <a:spLocks/>
          </p:cNvSpPr>
          <p:nvPr/>
        </p:nvSpPr>
        <p:spPr>
          <a:xfrm>
            <a:off x="9420499" y="6356350"/>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defPPr>
              <a:defRPr lang="es-ES"/>
            </a:defPPr>
            <a:lvl1pPr marL="0" algn="l" defTabSz="914400" rtl="0" eaLnBrk="1" latinLnBrk="0" hangingPunct="1">
              <a:spcBef>
                <a:spcPct val="20000"/>
              </a:spcBef>
              <a:buClr>
                <a:schemeClr val="bg2"/>
              </a:buClr>
              <a:buSzPct val="75000"/>
              <a:buFont typeface="Wingdings" panose="05000000000000000000" pitchFamily="2" charset="2"/>
              <a:buChar char="n"/>
              <a:defRPr sz="3200" kern="1200">
                <a:solidFill>
                  <a:schemeClr val="tx1"/>
                </a:solidFill>
                <a:latin typeface="Arial" panose="020B0604020202020204" pitchFamily="34" charset="0"/>
                <a:ea typeface="+mn-ea"/>
                <a:cs typeface="+mn-cs"/>
              </a:defRPr>
            </a:lvl1pPr>
            <a:lvl2pPr marL="742950" indent="-285750" algn="l" defTabSz="914400" rtl="0" eaLnBrk="1" latinLnBrk="0" hangingPunct="1">
              <a:spcBef>
                <a:spcPct val="20000"/>
              </a:spcBef>
              <a:buClr>
                <a:schemeClr val="accent2"/>
              </a:buClr>
              <a:buSzPct val="80000"/>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defTabSz="914400" rtl="0" eaLnBrk="1" latinLnBrk="0" hangingPunct="1">
              <a:spcBef>
                <a:spcPct val="20000"/>
              </a:spcBef>
              <a:buClr>
                <a:schemeClr val="bg2"/>
              </a:buClr>
              <a:buSzPct val="65000"/>
              <a:buFont typeface="Wingdings" panose="05000000000000000000" pitchFamily="2" charset="2"/>
              <a:buChar char="n"/>
              <a:defRPr sz="2400" kern="1200">
                <a:solidFill>
                  <a:schemeClr val="tx1"/>
                </a:solidFill>
                <a:latin typeface="Arial" panose="020B0604020202020204" pitchFamily="34" charset="0"/>
                <a:ea typeface="+mn-ea"/>
                <a:cs typeface="+mn-cs"/>
              </a:defRPr>
            </a:lvl3pPr>
            <a:lvl4pPr marL="1600200" indent="-228600" algn="l" defTabSz="914400" rtl="0" eaLnBrk="1" latinLnBrk="0" hangingPunct="1">
              <a:spcBef>
                <a:spcPct val="20000"/>
              </a:spcBef>
              <a:buClr>
                <a:schemeClr val="accent2"/>
              </a:buClr>
              <a:buSzPct val="70000"/>
              <a:buFont typeface="Wingdings" panose="05000000000000000000" pitchFamily="2" charset="2"/>
              <a:buChar char="¨"/>
              <a:defRPr sz="2000" kern="1200">
                <a:solidFill>
                  <a:schemeClr val="tx1"/>
                </a:solidFill>
                <a:latin typeface="Arial" panose="020B0604020202020204" pitchFamily="34" charset="0"/>
                <a:ea typeface="+mn-ea"/>
                <a:cs typeface="+mn-cs"/>
              </a:defRPr>
            </a:lvl4pPr>
            <a:lvl5pPr marL="2057400" indent="-228600" algn="l" defTabSz="914400" rtl="0" eaLnBrk="1" latinLnBrk="0" hangingPunct="1">
              <a:spcBef>
                <a:spcPct val="20000"/>
              </a:spcBef>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9pPr>
          </a:lstStyle>
          <a:p>
            <a:pPr algn="r">
              <a:spcBef>
                <a:spcPts val="0"/>
              </a:spcBef>
              <a:spcAft>
                <a:spcPts val="600"/>
              </a:spcAft>
              <a:buClrTx/>
              <a:buSzTx/>
              <a:buFont typeface="Wingdings" panose="05000000000000000000" pitchFamily="2" charset="2"/>
              <a:buNone/>
              <a:defRPr/>
            </a:pPr>
            <a:fld id="{AF0AE83C-7C43-4EDB-B42E-0A2ED1773DE0}" type="slidenum">
              <a:rPr lang="en-US" altLang="es-ES" sz="1200" smtClean="0">
                <a:solidFill>
                  <a:srgbClr val="FFFFFF"/>
                </a:solidFill>
                <a:latin typeface="Calibri" panose="020F0502020204030204"/>
              </a:rPr>
              <a:pPr algn="r">
                <a:spcBef>
                  <a:spcPts val="0"/>
                </a:spcBef>
                <a:spcAft>
                  <a:spcPts val="600"/>
                </a:spcAft>
                <a:buClrTx/>
                <a:buSzTx/>
                <a:buFont typeface="Wingdings" panose="05000000000000000000" pitchFamily="2" charset="2"/>
                <a:buNone/>
                <a:defRPr/>
              </a:pPr>
              <a:t>22</a:t>
            </a:fld>
            <a:endParaRPr lang="en-US" altLang="es-ES" sz="1200" dirty="0">
              <a:solidFill>
                <a:srgbClr val="FFFFFF"/>
              </a:solidFill>
              <a:latin typeface="Calibri" panose="020F0502020204030204"/>
            </a:endParaRPr>
          </a:p>
        </p:txBody>
      </p:sp>
      <p:sp>
        <p:nvSpPr>
          <p:cNvPr id="2" name="Rectangle 3">
            <a:extLst>
              <a:ext uri="{FF2B5EF4-FFF2-40B4-BE49-F238E27FC236}">
                <a16:creationId xmlns:a16="http://schemas.microsoft.com/office/drawing/2014/main" id="{464D6295-5D41-C922-2395-FD0A4F9D1405}"/>
              </a:ext>
            </a:extLst>
          </p:cNvPr>
          <p:cNvSpPr>
            <a:spLocks noGrp="1" noChangeArrowheads="1"/>
          </p:cNvSpPr>
          <p:nvPr>
            <p:ph idx="1"/>
          </p:nvPr>
        </p:nvSpPr>
        <p:spPr>
          <a:xfrm>
            <a:off x="-168442" y="1333078"/>
            <a:ext cx="11417968" cy="630496"/>
          </a:xfrm>
        </p:spPr>
        <p:txBody>
          <a:bodyPr vert="horz" lIns="91440" tIns="45720" rIns="91440" bIns="45720" rtlCol="0">
            <a:noAutofit/>
          </a:bodyPr>
          <a:lstStyle/>
          <a:p>
            <a:pPr marL="0" indent="0" algn="ctr">
              <a:buNone/>
            </a:pPr>
            <a:r>
              <a:rPr lang="es-ES" sz="1900" b="1" dirty="0">
                <a:solidFill>
                  <a:srgbClr val="003772"/>
                </a:solidFill>
              </a:rPr>
              <a:t>	Cuestión 5: ¿Podría caracterizar la situación del empleo de las personas con discapacidad en Andalucía?</a:t>
            </a:r>
          </a:p>
        </p:txBody>
      </p:sp>
      <p:pic>
        <p:nvPicPr>
          <p:cNvPr id="6" name="Imagen 5">
            <a:extLst>
              <a:ext uri="{FF2B5EF4-FFF2-40B4-BE49-F238E27FC236}">
                <a16:creationId xmlns:a16="http://schemas.microsoft.com/office/drawing/2014/main" id="{586380AB-5AA2-4994-2617-243DC9BF322C}"/>
              </a:ext>
            </a:extLst>
          </p:cNvPr>
          <p:cNvPicPr>
            <a:picLocks noChangeAspect="1"/>
          </p:cNvPicPr>
          <p:nvPr/>
        </p:nvPicPr>
        <p:blipFill>
          <a:blip r:embed="rId3"/>
          <a:stretch>
            <a:fillRect/>
          </a:stretch>
        </p:blipFill>
        <p:spPr>
          <a:xfrm>
            <a:off x="0" y="2052809"/>
            <a:ext cx="4302530" cy="2841618"/>
          </a:xfrm>
          <a:prstGeom prst="rect">
            <a:avLst/>
          </a:prstGeom>
        </p:spPr>
      </p:pic>
      <p:sp>
        <p:nvSpPr>
          <p:cNvPr id="7" name="Elipse 6">
            <a:extLst>
              <a:ext uri="{FF2B5EF4-FFF2-40B4-BE49-F238E27FC236}">
                <a16:creationId xmlns:a16="http://schemas.microsoft.com/office/drawing/2014/main" id="{F46363C7-D8EA-30EB-DB01-B41B8A2FB730}"/>
              </a:ext>
            </a:extLst>
          </p:cNvPr>
          <p:cNvSpPr/>
          <p:nvPr/>
        </p:nvSpPr>
        <p:spPr>
          <a:xfrm>
            <a:off x="445164" y="5602731"/>
            <a:ext cx="900000" cy="90000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a:extLst>
              <a:ext uri="{FF2B5EF4-FFF2-40B4-BE49-F238E27FC236}">
                <a16:creationId xmlns:a16="http://schemas.microsoft.com/office/drawing/2014/main" id="{7AD116BB-3C1C-AB50-CF86-5A8AEDF314B1}"/>
              </a:ext>
            </a:extLst>
          </p:cNvPr>
          <p:cNvSpPr txBox="1"/>
          <p:nvPr/>
        </p:nvSpPr>
        <p:spPr>
          <a:xfrm>
            <a:off x="239509" y="6538912"/>
            <a:ext cx="2042874" cy="307777"/>
          </a:xfrm>
          <a:prstGeom prst="rect">
            <a:avLst/>
          </a:prstGeom>
          <a:noFill/>
        </p:spPr>
        <p:txBody>
          <a:bodyPr wrap="square">
            <a:spAutoFit/>
          </a:bodyPr>
          <a:lstStyle/>
          <a:p>
            <a:r>
              <a:rPr lang="es-ES" sz="1400" dirty="0">
                <a:latin typeface="Calibri" panose="020F0502020204030204" pitchFamily="34" charset="0"/>
                <a:ea typeface="Calibri" panose="020F0502020204030204" pitchFamily="34" charset="0"/>
                <a:cs typeface="Calibri" panose="020F0502020204030204" pitchFamily="34" charset="0"/>
              </a:rPr>
              <a:t>Sin discapacidad</a:t>
            </a:r>
          </a:p>
        </p:txBody>
      </p:sp>
      <p:sp>
        <p:nvSpPr>
          <p:cNvPr id="11" name="Elipse 10">
            <a:extLst>
              <a:ext uri="{FF2B5EF4-FFF2-40B4-BE49-F238E27FC236}">
                <a16:creationId xmlns:a16="http://schemas.microsoft.com/office/drawing/2014/main" id="{A2D401B5-D4CF-530F-8EEE-D3D488617118}"/>
              </a:ext>
            </a:extLst>
          </p:cNvPr>
          <p:cNvSpPr/>
          <p:nvPr/>
        </p:nvSpPr>
        <p:spPr>
          <a:xfrm>
            <a:off x="2562723" y="5626880"/>
            <a:ext cx="900000" cy="900000"/>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2420CF59-1EF7-E2FA-02F3-CDB85BD73E1E}"/>
              </a:ext>
            </a:extLst>
          </p:cNvPr>
          <p:cNvSpPr txBox="1"/>
          <p:nvPr/>
        </p:nvSpPr>
        <p:spPr>
          <a:xfrm>
            <a:off x="2319849" y="6562976"/>
            <a:ext cx="2042874" cy="307777"/>
          </a:xfrm>
          <a:prstGeom prst="rect">
            <a:avLst/>
          </a:prstGeom>
          <a:noFill/>
        </p:spPr>
        <p:txBody>
          <a:bodyPr wrap="square">
            <a:spAutoFit/>
          </a:bodyPr>
          <a:lstStyle/>
          <a:p>
            <a:r>
              <a:rPr lang="es-ES" sz="1400"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Con discapacidad</a:t>
            </a:r>
          </a:p>
        </p:txBody>
      </p:sp>
      <p:sp>
        <p:nvSpPr>
          <p:cNvPr id="13" name="CuadroTexto 12">
            <a:extLst>
              <a:ext uri="{FF2B5EF4-FFF2-40B4-BE49-F238E27FC236}">
                <a16:creationId xmlns:a16="http://schemas.microsoft.com/office/drawing/2014/main" id="{0FE6F4E8-8D7A-DCDD-FF7D-6856D66A0397}"/>
              </a:ext>
            </a:extLst>
          </p:cNvPr>
          <p:cNvSpPr txBox="1"/>
          <p:nvPr/>
        </p:nvSpPr>
        <p:spPr>
          <a:xfrm>
            <a:off x="516605" y="5868065"/>
            <a:ext cx="900000" cy="369332"/>
          </a:xfrm>
          <a:prstGeom prst="rect">
            <a:avLst/>
          </a:prstGeom>
          <a:noFill/>
        </p:spPr>
        <p:txBody>
          <a:bodyPr wrap="square" rtlCol="0">
            <a:spAutoFit/>
          </a:bodyPr>
          <a:lstStyle/>
          <a:p>
            <a:r>
              <a:rPr lang="es-ES" dirty="0">
                <a:solidFill>
                  <a:schemeClr val="accent2">
                    <a:lumMod val="75000"/>
                  </a:schemeClr>
                </a:solidFill>
              </a:rPr>
              <a:t>61,8%</a:t>
            </a:r>
          </a:p>
        </p:txBody>
      </p:sp>
      <p:sp>
        <p:nvSpPr>
          <p:cNvPr id="14" name="CuadroTexto 13">
            <a:extLst>
              <a:ext uri="{FF2B5EF4-FFF2-40B4-BE49-F238E27FC236}">
                <a16:creationId xmlns:a16="http://schemas.microsoft.com/office/drawing/2014/main" id="{71A4688D-1C8F-BF89-F398-E4EB2174F883}"/>
              </a:ext>
            </a:extLst>
          </p:cNvPr>
          <p:cNvSpPr txBox="1"/>
          <p:nvPr/>
        </p:nvSpPr>
        <p:spPr>
          <a:xfrm>
            <a:off x="2646572" y="5880182"/>
            <a:ext cx="900000" cy="369332"/>
          </a:xfrm>
          <a:prstGeom prst="rect">
            <a:avLst/>
          </a:prstGeom>
          <a:noFill/>
        </p:spPr>
        <p:txBody>
          <a:bodyPr wrap="square" rtlCol="0">
            <a:spAutoFit/>
          </a:bodyPr>
          <a:lstStyle/>
          <a:p>
            <a:r>
              <a:rPr lang="es-ES" dirty="0">
                <a:solidFill>
                  <a:schemeClr val="accent5">
                    <a:lumMod val="75000"/>
                  </a:schemeClr>
                </a:solidFill>
              </a:rPr>
              <a:t>20,6%</a:t>
            </a:r>
          </a:p>
        </p:txBody>
      </p:sp>
      <p:sp>
        <p:nvSpPr>
          <p:cNvPr id="16" name="CuadroTexto 15">
            <a:extLst>
              <a:ext uri="{FF2B5EF4-FFF2-40B4-BE49-F238E27FC236}">
                <a16:creationId xmlns:a16="http://schemas.microsoft.com/office/drawing/2014/main" id="{4E6BF69E-585F-F3F7-AC0F-A6E6C7E0712F}"/>
              </a:ext>
            </a:extLst>
          </p:cNvPr>
          <p:cNvSpPr txBox="1"/>
          <p:nvPr/>
        </p:nvSpPr>
        <p:spPr>
          <a:xfrm>
            <a:off x="171938" y="5135380"/>
            <a:ext cx="6178214" cy="307777"/>
          </a:xfrm>
          <a:prstGeom prst="rect">
            <a:avLst/>
          </a:prstGeom>
          <a:noFill/>
        </p:spPr>
        <p:txBody>
          <a:bodyPr wrap="square">
            <a:spAutoFit/>
          </a:bodyPr>
          <a:lstStyle/>
          <a:p>
            <a:r>
              <a:rPr lang="es-ES" sz="1400" b="1" dirty="0">
                <a:latin typeface="Calibri" panose="020F0502020204030204" pitchFamily="34" charset="0"/>
                <a:ea typeface="Calibri" panose="020F0502020204030204" pitchFamily="34" charset="0"/>
                <a:cs typeface="Calibri" panose="020F0502020204030204" pitchFamily="34" charset="0"/>
              </a:rPr>
              <a:t>Tasas de empleo de la población de 16 a 64 años </a:t>
            </a:r>
          </a:p>
        </p:txBody>
      </p:sp>
      <p:pic>
        <p:nvPicPr>
          <p:cNvPr id="18" name="Imagen 17">
            <a:extLst>
              <a:ext uri="{FF2B5EF4-FFF2-40B4-BE49-F238E27FC236}">
                <a16:creationId xmlns:a16="http://schemas.microsoft.com/office/drawing/2014/main" id="{3D925779-E750-12F8-D4FD-B2C887FD7ACE}"/>
              </a:ext>
            </a:extLst>
          </p:cNvPr>
          <p:cNvPicPr>
            <a:picLocks noChangeAspect="1"/>
          </p:cNvPicPr>
          <p:nvPr/>
        </p:nvPicPr>
        <p:blipFill>
          <a:blip r:embed="rId4"/>
          <a:stretch>
            <a:fillRect/>
          </a:stretch>
        </p:blipFill>
        <p:spPr>
          <a:xfrm>
            <a:off x="3984788" y="2065458"/>
            <a:ext cx="4566300" cy="2743438"/>
          </a:xfrm>
          <a:prstGeom prst="rect">
            <a:avLst/>
          </a:prstGeom>
        </p:spPr>
      </p:pic>
      <p:pic>
        <p:nvPicPr>
          <p:cNvPr id="19" name="Imagen 18">
            <a:extLst>
              <a:ext uri="{FF2B5EF4-FFF2-40B4-BE49-F238E27FC236}">
                <a16:creationId xmlns:a16="http://schemas.microsoft.com/office/drawing/2014/main" id="{40EA0B81-1026-C655-B34F-B77BAFF00D58}"/>
              </a:ext>
            </a:extLst>
          </p:cNvPr>
          <p:cNvPicPr>
            <a:picLocks noChangeAspect="1"/>
          </p:cNvPicPr>
          <p:nvPr/>
        </p:nvPicPr>
        <p:blipFill>
          <a:blip r:embed="rId5"/>
          <a:stretch>
            <a:fillRect/>
          </a:stretch>
        </p:blipFill>
        <p:spPr>
          <a:xfrm>
            <a:off x="6944809" y="3539061"/>
            <a:ext cx="4566300" cy="2743438"/>
          </a:xfrm>
          <a:prstGeom prst="rect">
            <a:avLst/>
          </a:prstGeom>
        </p:spPr>
      </p:pic>
      <p:sp>
        <p:nvSpPr>
          <p:cNvPr id="21" name="CuadroTexto 20">
            <a:extLst>
              <a:ext uri="{FF2B5EF4-FFF2-40B4-BE49-F238E27FC236}">
                <a16:creationId xmlns:a16="http://schemas.microsoft.com/office/drawing/2014/main" id="{ECE6ABC4-8DB4-D630-97E5-55D9116BC9D6}"/>
              </a:ext>
            </a:extLst>
          </p:cNvPr>
          <p:cNvSpPr txBox="1"/>
          <p:nvPr/>
        </p:nvSpPr>
        <p:spPr>
          <a:xfrm>
            <a:off x="4625726" y="6554300"/>
            <a:ext cx="6178214" cy="276999"/>
          </a:xfrm>
          <a:prstGeom prst="rect">
            <a:avLst/>
          </a:prstGeom>
          <a:noFill/>
        </p:spPr>
        <p:txBody>
          <a:bodyPr wrap="square">
            <a:spAutoFit/>
          </a:bodyPr>
          <a:lstStyle/>
          <a:p>
            <a:pPr algn="ctr" rtl="0">
              <a:defRPr sz="800" b="0" i="0" u="none" strike="noStrike" kern="1200" baseline="0">
                <a:solidFill>
                  <a:sysClr val="windowText" lastClr="000000">
                    <a:lumMod val="65000"/>
                    <a:lumOff val="35000"/>
                  </a:sysClr>
                </a:solidFill>
                <a:latin typeface="Calibri" panose="020F0502020204030204" pitchFamily="34" charset="0"/>
                <a:ea typeface="Calibri" panose="020F0502020204030204" pitchFamily="34" charset="0"/>
                <a:cs typeface="Calibri" panose="020F0502020204030204" pitchFamily="34" charset="0"/>
              </a:defRPr>
            </a:pPr>
            <a:r>
              <a:rPr lang="es-ES" sz="1200" dirty="0"/>
              <a:t>Fuente: IECA. Explotación de los microdatos de Empleo de las Personas con Discapacidad del INE</a:t>
            </a:r>
          </a:p>
        </p:txBody>
      </p:sp>
    </p:spTree>
    <p:extLst>
      <p:ext uri="{BB962C8B-B14F-4D97-AF65-F5344CB8AC3E}">
        <p14:creationId xmlns:p14="http://schemas.microsoft.com/office/powerpoint/2010/main" val="18897039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B34C0-BA65-8995-7572-3C9222FC5532}"/>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C94442E8-7898-DB3F-FD8B-52F20BF974F4}"/>
              </a:ext>
            </a:extLst>
          </p:cNvPr>
          <p:cNvSpPr txBox="1"/>
          <p:nvPr/>
        </p:nvSpPr>
        <p:spPr>
          <a:xfrm>
            <a:off x="171938" y="509157"/>
            <a:ext cx="6096000" cy="397032"/>
          </a:xfrm>
          <a:prstGeom prst="rect">
            <a:avLst/>
          </a:prstGeom>
          <a:noFill/>
        </p:spPr>
        <p:txBody>
          <a:bodyPr wrap="square">
            <a:spAutoFit/>
          </a:bodyPr>
          <a:lstStyle/>
          <a:p>
            <a:pPr>
              <a:lnSpc>
                <a:spcPct val="90000"/>
              </a:lnSpc>
              <a:spcBef>
                <a:spcPts val="1000"/>
              </a:spcBef>
            </a:pPr>
            <a:r>
              <a:rPr lang="es-ES" sz="2200" dirty="0">
                <a:solidFill>
                  <a:srgbClr val="003772"/>
                </a:solidFill>
                <a:latin typeface="Arial" panose="020B0604020202020204" pitchFamily="34" charset="0"/>
                <a:cs typeface="Arial" panose="020B0604020202020204" pitchFamily="34" charset="0"/>
              </a:rPr>
              <a:t>Justificación del Programa de ayudas</a:t>
            </a:r>
          </a:p>
        </p:txBody>
      </p:sp>
      <p:sp>
        <p:nvSpPr>
          <p:cNvPr id="5" name="3 Marcador de número de diapositiva">
            <a:extLst>
              <a:ext uri="{FF2B5EF4-FFF2-40B4-BE49-F238E27FC236}">
                <a16:creationId xmlns:a16="http://schemas.microsoft.com/office/drawing/2014/main" id="{6725CC12-9143-1927-35D0-FBBD41A8B87F}"/>
              </a:ext>
            </a:extLst>
          </p:cNvPr>
          <p:cNvSpPr txBox="1">
            <a:spLocks/>
          </p:cNvSpPr>
          <p:nvPr/>
        </p:nvSpPr>
        <p:spPr>
          <a:xfrm>
            <a:off x="9420499" y="6356350"/>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defPPr>
              <a:defRPr lang="es-ES"/>
            </a:defPPr>
            <a:lvl1pPr marL="0" algn="l" defTabSz="914400" rtl="0" eaLnBrk="1" latinLnBrk="0" hangingPunct="1">
              <a:spcBef>
                <a:spcPct val="20000"/>
              </a:spcBef>
              <a:buClr>
                <a:schemeClr val="bg2"/>
              </a:buClr>
              <a:buSzPct val="75000"/>
              <a:buFont typeface="Wingdings" panose="05000000000000000000" pitchFamily="2" charset="2"/>
              <a:buChar char="n"/>
              <a:defRPr sz="3200" kern="1200">
                <a:solidFill>
                  <a:schemeClr val="tx1"/>
                </a:solidFill>
                <a:latin typeface="Arial" panose="020B0604020202020204" pitchFamily="34" charset="0"/>
                <a:ea typeface="+mn-ea"/>
                <a:cs typeface="+mn-cs"/>
              </a:defRPr>
            </a:lvl1pPr>
            <a:lvl2pPr marL="742950" indent="-285750" algn="l" defTabSz="914400" rtl="0" eaLnBrk="1" latinLnBrk="0" hangingPunct="1">
              <a:spcBef>
                <a:spcPct val="20000"/>
              </a:spcBef>
              <a:buClr>
                <a:schemeClr val="accent2"/>
              </a:buClr>
              <a:buSzPct val="80000"/>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defTabSz="914400" rtl="0" eaLnBrk="1" latinLnBrk="0" hangingPunct="1">
              <a:spcBef>
                <a:spcPct val="20000"/>
              </a:spcBef>
              <a:buClr>
                <a:schemeClr val="bg2"/>
              </a:buClr>
              <a:buSzPct val="65000"/>
              <a:buFont typeface="Wingdings" panose="05000000000000000000" pitchFamily="2" charset="2"/>
              <a:buChar char="n"/>
              <a:defRPr sz="2400" kern="1200">
                <a:solidFill>
                  <a:schemeClr val="tx1"/>
                </a:solidFill>
                <a:latin typeface="Arial" panose="020B0604020202020204" pitchFamily="34" charset="0"/>
                <a:ea typeface="+mn-ea"/>
                <a:cs typeface="+mn-cs"/>
              </a:defRPr>
            </a:lvl3pPr>
            <a:lvl4pPr marL="1600200" indent="-228600" algn="l" defTabSz="914400" rtl="0" eaLnBrk="1" latinLnBrk="0" hangingPunct="1">
              <a:spcBef>
                <a:spcPct val="20000"/>
              </a:spcBef>
              <a:buClr>
                <a:schemeClr val="accent2"/>
              </a:buClr>
              <a:buSzPct val="70000"/>
              <a:buFont typeface="Wingdings" panose="05000000000000000000" pitchFamily="2" charset="2"/>
              <a:buChar char="¨"/>
              <a:defRPr sz="2000" kern="1200">
                <a:solidFill>
                  <a:schemeClr val="tx1"/>
                </a:solidFill>
                <a:latin typeface="Arial" panose="020B0604020202020204" pitchFamily="34" charset="0"/>
                <a:ea typeface="+mn-ea"/>
                <a:cs typeface="+mn-cs"/>
              </a:defRPr>
            </a:lvl4pPr>
            <a:lvl5pPr marL="2057400" indent="-228600" algn="l" defTabSz="914400" rtl="0" eaLnBrk="1" latinLnBrk="0" hangingPunct="1">
              <a:spcBef>
                <a:spcPct val="20000"/>
              </a:spcBef>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9pPr>
          </a:lstStyle>
          <a:p>
            <a:pPr algn="r">
              <a:spcBef>
                <a:spcPts val="0"/>
              </a:spcBef>
              <a:spcAft>
                <a:spcPts val="600"/>
              </a:spcAft>
              <a:buClrTx/>
              <a:buSzTx/>
              <a:buFont typeface="Wingdings" panose="05000000000000000000" pitchFamily="2" charset="2"/>
              <a:buNone/>
              <a:defRPr/>
            </a:pPr>
            <a:fld id="{AF0AE83C-7C43-4EDB-B42E-0A2ED1773DE0}" type="slidenum">
              <a:rPr lang="en-US" altLang="es-ES" sz="1200" smtClean="0">
                <a:solidFill>
                  <a:srgbClr val="FFFFFF"/>
                </a:solidFill>
                <a:latin typeface="Calibri" panose="020F0502020204030204"/>
              </a:rPr>
              <a:pPr algn="r">
                <a:spcBef>
                  <a:spcPts val="0"/>
                </a:spcBef>
                <a:spcAft>
                  <a:spcPts val="600"/>
                </a:spcAft>
                <a:buClrTx/>
                <a:buSzTx/>
                <a:buFont typeface="Wingdings" panose="05000000000000000000" pitchFamily="2" charset="2"/>
                <a:buNone/>
                <a:defRPr/>
              </a:pPr>
              <a:t>23</a:t>
            </a:fld>
            <a:endParaRPr lang="en-US" altLang="es-ES" sz="1200" dirty="0">
              <a:solidFill>
                <a:srgbClr val="FFFFFF"/>
              </a:solidFill>
              <a:latin typeface="Calibri" panose="020F0502020204030204"/>
            </a:endParaRPr>
          </a:p>
        </p:txBody>
      </p:sp>
      <p:sp>
        <p:nvSpPr>
          <p:cNvPr id="2" name="Rectangle 3">
            <a:extLst>
              <a:ext uri="{FF2B5EF4-FFF2-40B4-BE49-F238E27FC236}">
                <a16:creationId xmlns:a16="http://schemas.microsoft.com/office/drawing/2014/main" id="{E52A7DB6-15B6-690E-F2F5-F22DDA9EA628}"/>
              </a:ext>
            </a:extLst>
          </p:cNvPr>
          <p:cNvSpPr>
            <a:spLocks noGrp="1" noChangeArrowheads="1"/>
          </p:cNvSpPr>
          <p:nvPr>
            <p:ph idx="1"/>
          </p:nvPr>
        </p:nvSpPr>
        <p:spPr>
          <a:xfrm>
            <a:off x="0" y="1251322"/>
            <a:ext cx="10615863" cy="630496"/>
          </a:xfrm>
        </p:spPr>
        <p:txBody>
          <a:bodyPr vert="horz" lIns="91440" tIns="45720" rIns="91440" bIns="45720" rtlCol="0">
            <a:noAutofit/>
          </a:bodyPr>
          <a:lstStyle/>
          <a:p>
            <a:pPr marL="0" indent="0" algn="ctr">
              <a:buNone/>
            </a:pPr>
            <a:r>
              <a:rPr lang="es-ES" sz="1900" b="1" dirty="0">
                <a:solidFill>
                  <a:srgbClr val="003772"/>
                </a:solidFill>
              </a:rPr>
              <a:t>	Cuestión 6: ¿Se encuentra justificado el apoyo adicional cuando la persona desempleada contratada es mujer?</a:t>
            </a:r>
          </a:p>
        </p:txBody>
      </p:sp>
      <p:pic>
        <p:nvPicPr>
          <p:cNvPr id="8" name="Imagen 7">
            <a:extLst>
              <a:ext uri="{FF2B5EF4-FFF2-40B4-BE49-F238E27FC236}">
                <a16:creationId xmlns:a16="http://schemas.microsoft.com/office/drawing/2014/main" id="{9059F6A5-E809-82F5-51AA-9F8EDA4167EA}"/>
              </a:ext>
            </a:extLst>
          </p:cNvPr>
          <p:cNvPicPr>
            <a:picLocks noChangeAspect="1"/>
          </p:cNvPicPr>
          <p:nvPr/>
        </p:nvPicPr>
        <p:blipFill>
          <a:blip r:embed="rId3"/>
          <a:stretch>
            <a:fillRect/>
          </a:stretch>
        </p:blipFill>
        <p:spPr>
          <a:xfrm>
            <a:off x="302597" y="2226951"/>
            <a:ext cx="5173776" cy="3104266"/>
          </a:xfrm>
          <a:prstGeom prst="rect">
            <a:avLst/>
          </a:prstGeom>
        </p:spPr>
      </p:pic>
      <p:pic>
        <p:nvPicPr>
          <p:cNvPr id="6" name="Imagen 5">
            <a:extLst>
              <a:ext uri="{FF2B5EF4-FFF2-40B4-BE49-F238E27FC236}">
                <a16:creationId xmlns:a16="http://schemas.microsoft.com/office/drawing/2014/main" id="{547A2EB8-24A9-4C61-F0F5-84E6A1F841CD}"/>
              </a:ext>
            </a:extLst>
          </p:cNvPr>
          <p:cNvPicPr>
            <a:picLocks noChangeAspect="1"/>
          </p:cNvPicPr>
          <p:nvPr/>
        </p:nvPicPr>
        <p:blipFill>
          <a:blip r:embed="rId4"/>
          <a:stretch>
            <a:fillRect/>
          </a:stretch>
        </p:blipFill>
        <p:spPr>
          <a:xfrm>
            <a:off x="6079396" y="3260559"/>
            <a:ext cx="6112604" cy="3597442"/>
          </a:xfrm>
          <a:prstGeom prst="rect">
            <a:avLst/>
          </a:prstGeom>
        </p:spPr>
      </p:pic>
    </p:spTree>
    <p:extLst>
      <p:ext uri="{BB962C8B-B14F-4D97-AF65-F5344CB8AC3E}">
        <p14:creationId xmlns:p14="http://schemas.microsoft.com/office/powerpoint/2010/main" val="34206133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8C001-579A-FC15-BA71-53F3D3DA5ABC}"/>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B46DC498-0B1B-4A56-B766-258DFBFAC88B}"/>
              </a:ext>
            </a:extLst>
          </p:cNvPr>
          <p:cNvSpPr txBox="1"/>
          <p:nvPr/>
        </p:nvSpPr>
        <p:spPr>
          <a:xfrm>
            <a:off x="171938" y="509157"/>
            <a:ext cx="6096000" cy="397032"/>
          </a:xfrm>
          <a:prstGeom prst="rect">
            <a:avLst/>
          </a:prstGeom>
          <a:noFill/>
        </p:spPr>
        <p:txBody>
          <a:bodyPr wrap="square">
            <a:spAutoFit/>
          </a:bodyPr>
          <a:lstStyle/>
          <a:p>
            <a:pPr>
              <a:lnSpc>
                <a:spcPct val="90000"/>
              </a:lnSpc>
              <a:spcBef>
                <a:spcPts val="1000"/>
              </a:spcBef>
            </a:pPr>
            <a:r>
              <a:rPr lang="es-ES" sz="2200" dirty="0">
                <a:solidFill>
                  <a:srgbClr val="003772"/>
                </a:solidFill>
                <a:latin typeface="Arial" panose="020B0604020202020204" pitchFamily="34" charset="0"/>
                <a:cs typeface="Arial" panose="020B0604020202020204" pitchFamily="34" charset="0"/>
              </a:rPr>
              <a:t>Justificación del Programa de ayudas</a:t>
            </a:r>
          </a:p>
        </p:txBody>
      </p:sp>
      <p:sp>
        <p:nvSpPr>
          <p:cNvPr id="5" name="3 Marcador de número de diapositiva">
            <a:extLst>
              <a:ext uri="{FF2B5EF4-FFF2-40B4-BE49-F238E27FC236}">
                <a16:creationId xmlns:a16="http://schemas.microsoft.com/office/drawing/2014/main" id="{D759E2B8-AB9F-065F-4D66-222785221737}"/>
              </a:ext>
            </a:extLst>
          </p:cNvPr>
          <p:cNvSpPr txBox="1">
            <a:spLocks/>
          </p:cNvSpPr>
          <p:nvPr/>
        </p:nvSpPr>
        <p:spPr>
          <a:xfrm>
            <a:off x="9420499" y="6356350"/>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defPPr>
              <a:defRPr lang="es-ES"/>
            </a:defPPr>
            <a:lvl1pPr marL="0" algn="l" defTabSz="914400" rtl="0" eaLnBrk="1" latinLnBrk="0" hangingPunct="1">
              <a:spcBef>
                <a:spcPct val="20000"/>
              </a:spcBef>
              <a:buClr>
                <a:schemeClr val="bg2"/>
              </a:buClr>
              <a:buSzPct val="75000"/>
              <a:buFont typeface="Wingdings" panose="05000000000000000000" pitchFamily="2" charset="2"/>
              <a:buChar char="n"/>
              <a:defRPr sz="3200" kern="1200">
                <a:solidFill>
                  <a:schemeClr val="tx1"/>
                </a:solidFill>
                <a:latin typeface="Arial" panose="020B0604020202020204" pitchFamily="34" charset="0"/>
                <a:ea typeface="+mn-ea"/>
                <a:cs typeface="+mn-cs"/>
              </a:defRPr>
            </a:lvl1pPr>
            <a:lvl2pPr marL="742950" indent="-285750" algn="l" defTabSz="914400" rtl="0" eaLnBrk="1" latinLnBrk="0" hangingPunct="1">
              <a:spcBef>
                <a:spcPct val="20000"/>
              </a:spcBef>
              <a:buClr>
                <a:schemeClr val="accent2"/>
              </a:buClr>
              <a:buSzPct val="80000"/>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defTabSz="914400" rtl="0" eaLnBrk="1" latinLnBrk="0" hangingPunct="1">
              <a:spcBef>
                <a:spcPct val="20000"/>
              </a:spcBef>
              <a:buClr>
                <a:schemeClr val="bg2"/>
              </a:buClr>
              <a:buSzPct val="65000"/>
              <a:buFont typeface="Wingdings" panose="05000000000000000000" pitchFamily="2" charset="2"/>
              <a:buChar char="n"/>
              <a:defRPr sz="2400" kern="1200">
                <a:solidFill>
                  <a:schemeClr val="tx1"/>
                </a:solidFill>
                <a:latin typeface="Arial" panose="020B0604020202020204" pitchFamily="34" charset="0"/>
                <a:ea typeface="+mn-ea"/>
                <a:cs typeface="+mn-cs"/>
              </a:defRPr>
            </a:lvl3pPr>
            <a:lvl4pPr marL="1600200" indent="-228600" algn="l" defTabSz="914400" rtl="0" eaLnBrk="1" latinLnBrk="0" hangingPunct="1">
              <a:spcBef>
                <a:spcPct val="20000"/>
              </a:spcBef>
              <a:buClr>
                <a:schemeClr val="accent2"/>
              </a:buClr>
              <a:buSzPct val="70000"/>
              <a:buFont typeface="Wingdings" panose="05000000000000000000" pitchFamily="2" charset="2"/>
              <a:buChar char="¨"/>
              <a:defRPr sz="2000" kern="1200">
                <a:solidFill>
                  <a:schemeClr val="tx1"/>
                </a:solidFill>
                <a:latin typeface="Arial" panose="020B0604020202020204" pitchFamily="34" charset="0"/>
                <a:ea typeface="+mn-ea"/>
                <a:cs typeface="+mn-cs"/>
              </a:defRPr>
            </a:lvl4pPr>
            <a:lvl5pPr marL="2057400" indent="-228600" algn="l" defTabSz="914400" rtl="0" eaLnBrk="1" latinLnBrk="0" hangingPunct="1">
              <a:spcBef>
                <a:spcPct val="20000"/>
              </a:spcBef>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20000"/>
              </a:spcBef>
              <a:spcAft>
                <a:spcPct val="0"/>
              </a:spcAft>
              <a:buClr>
                <a:schemeClr val="bg2"/>
              </a:buClr>
              <a:buFont typeface="Wingdings" panose="05000000000000000000" pitchFamily="2" charset="2"/>
              <a:buChar char="§"/>
              <a:defRPr sz="2000" kern="1200">
                <a:solidFill>
                  <a:schemeClr val="tx1"/>
                </a:solidFill>
                <a:latin typeface="Arial" panose="020B0604020202020204" pitchFamily="34" charset="0"/>
                <a:ea typeface="+mn-ea"/>
                <a:cs typeface="+mn-cs"/>
              </a:defRPr>
            </a:lvl9pPr>
          </a:lstStyle>
          <a:p>
            <a:pPr algn="r">
              <a:spcBef>
                <a:spcPts val="0"/>
              </a:spcBef>
              <a:spcAft>
                <a:spcPts val="600"/>
              </a:spcAft>
              <a:buClrTx/>
              <a:buSzTx/>
              <a:buFont typeface="Wingdings" panose="05000000000000000000" pitchFamily="2" charset="2"/>
              <a:buNone/>
              <a:defRPr/>
            </a:pPr>
            <a:fld id="{AF0AE83C-7C43-4EDB-B42E-0A2ED1773DE0}" type="slidenum">
              <a:rPr lang="en-US" altLang="es-ES" sz="1200" smtClean="0">
                <a:solidFill>
                  <a:srgbClr val="FFFFFF"/>
                </a:solidFill>
                <a:latin typeface="Calibri" panose="020F0502020204030204"/>
              </a:rPr>
              <a:pPr algn="r">
                <a:spcBef>
                  <a:spcPts val="0"/>
                </a:spcBef>
                <a:spcAft>
                  <a:spcPts val="600"/>
                </a:spcAft>
                <a:buClrTx/>
                <a:buSzTx/>
                <a:buFont typeface="Wingdings" panose="05000000000000000000" pitchFamily="2" charset="2"/>
                <a:buNone/>
                <a:defRPr/>
              </a:pPr>
              <a:t>24</a:t>
            </a:fld>
            <a:endParaRPr lang="en-US" altLang="es-ES" sz="1200" dirty="0">
              <a:solidFill>
                <a:srgbClr val="FFFFFF"/>
              </a:solidFill>
              <a:latin typeface="Calibri" panose="020F0502020204030204"/>
            </a:endParaRPr>
          </a:p>
        </p:txBody>
      </p:sp>
      <p:sp>
        <p:nvSpPr>
          <p:cNvPr id="2" name="Rectangle 3">
            <a:extLst>
              <a:ext uri="{FF2B5EF4-FFF2-40B4-BE49-F238E27FC236}">
                <a16:creationId xmlns:a16="http://schemas.microsoft.com/office/drawing/2014/main" id="{12EFE811-5E13-0CF5-DE25-B5D9A9A5498E}"/>
              </a:ext>
            </a:extLst>
          </p:cNvPr>
          <p:cNvSpPr>
            <a:spLocks noGrp="1" noChangeArrowheads="1"/>
          </p:cNvSpPr>
          <p:nvPr>
            <p:ph idx="1"/>
          </p:nvPr>
        </p:nvSpPr>
        <p:spPr>
          <a:xfrm>
            <a:off x="-66174" y="1396566"/>
            <a:ext cx="11273589" cy="630496"/>
          </a:xfrm>
        </p:spPr>
        <p:txBody>
          <a:bodyPr vert="horz" lIns="91440" tIns="45720" rIns="91440" bIns="45720" rtlCol="0">
            <a:noAutofit/>
          </a:bodyPr>
          <a:lstStyle/>
          <a:p>
            <a:pPr marL="0" indent="0" algn="ctr">
              <a:buNone/>
            </a:pPr>
            <a:r>
              <a:rPr lang="es-ES" sz="1900" b="1" dirty="0">
                <a:solidFill>
                  <a:srgbClr val="003772"/>
                </a:solidFill>
              </a:rPr>
              <a:t>	Cuestión 7: ¿Es coherente con los objetivos de mejora de la calidad del empleo que el Programa de ayudas ofrezca un apoyo económico superior a las contrataciones a tiempo completo?</a:t>
            </a:r>
          </a:p>
        </p:txBody>
      </p:sp>
      <p:pic>
        <p:nvPicPr>
          <p:cNvPr id="3" name="Imagen 2">
            <a:extLst>
              <a:ext uri="{FF2B5EF4-FFF2-40B4-BE49-F238E27FC236}">
                <a16:creationId xmlns:a16="http://schemas.microsoft.com/office/drawing/2014/main" id="{4A5145A3-4ED2-44E9-6358-476FAF4A1692}"/>
              </a:ext>
            </a:extLst>
          </p:cNvPr>
          <p:cNvPicPr>
            <a:picLocks noChangeAspect="1"/>
          </p:cNvPicPr>
          <p:nvPr/>
        </p:nvPicPr>
        <p:blipFill>
          <a:blip r:embed="rId3"/>
          <a:stretch>
            <a:fillRect/>
          </a:stretch>
        </p:blipFill>
        <p:spPr>
          <a:xfrm>
            <a:off x="171938" y="2370101"/>
            <a:ext cx="5025704" cy="3015423"/>
          </a:xfrm>
          <a:prstGeom prst="rect">
            <a:avLst/>
          </a:prstGeom>
        </p:spPr>
      </p:pic>
      <p:pic>
        <p:nvPicPr>
          <p:cNvPr id="8" name="Imagen 7">
            <a:extLst>
              <a:ext uri="{FF2B5EF4-FFF2-40B4-BE49-F238E27FC236}">
                <a16:creationId xmlns:a16="http://schemas.microsoft.com/office/drawing/2014/main" id="{89A5D7A5-5819-7716-29AD-BE4994B0F0B1}"/>
              </a:ext>
            </a:extLst>
          </p:cNvPr>
          <p:cNvPicPr>
            <a:picLocks noChangeAspect="1"/>
          </p:cNvPicPr>
          <p:nvPr/>
        </p:nvPicPr>
        <p:blipFill>
          <a:blip r:embed="rId4"/>
          <a:stretch>
            <a:fillRect/>
          </a:stretch>
        </p:blipFill>
        <p:spPr>
          <a:xfrm>
            <a:off x="5606290" y="2894297"/>
            <a:ext cx="6585710" cy="3963703"/>
          </a:xfrm>
          <a:prstGeom prst="rect">
            <a:avLst/>
          </a:prstGeom>
        </p:spPr>
      </p:pic>
    </p:spTree>
    <p:extLst>
      <p:ext uri="{BB962C8B-B14F-4D97-AF65-F5344CB8AC3E}">
        <p14:creationId xmlns:p14="http://schemas.microsoft.com/office/powerpoint/2010/main" val="33373815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A697A-FA68-5175-F298-B117EFB1893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8F58A39-17DB-C13A-2ADA-C2F05C847694}"/>
              </a:ext>
            </a:extLst>
          </p:cNvPr>
          <p:cNvSpPr>
            <a:spLocks noGrp="1"/>
          </p:cNvSpPr>
          <p:nvPr>
            <p:ph type="ctrTitle"/>
          </p:nvPr>
        </p:nvSpPr>
        <p:spPr>
          <a:xfrm>
            <a:off x="788708" y="2546555"/>
            <a:ext cx="9144000" cy="1331362"/>
          </a:xfrm>
        </p:spPr>
        <p:txBody>
          <a:bodyPr>
            <a:normAutofit/>
          </a:bodyPr>
          <a:lstStyle/>
          <a:p>
            <a:pPr algn="l"/>
            <a:r>
              <a:rPr lang="es-ES" sz="4000" b="1" dirty="0">
                <a:solidFill>
                  <a:srgbClr val="003772"/>
                </a:solidFill>
                <a:latin typeface="Arial" panose="020B0604020202020204" pitchFamily="34" charset="0"/>
                <a:cs typeface="Arial" panose="020B0604020202020204" pitchFamily="34" charset="0"/>
              </a:rPr>
              <a:t>POLÍTICAS ACTIVAS DE EMPLEO</a:t>
            </a:r>
            <a:br>
              <a:rPr lang="es-ES" sz="4400" b="1" dirty="0">
                <a:solidFill>
                  <a:srgbClr val="003772"/>
                </a:solidFill>
                <a:latin typeface="Arial" panose="020B0604020202020204" pitchFamily="34" charset="0"/>
                <a:cs typeface="Arial" panose="020B0604020202020204" pitchFamily="34" charset="0"/>
              </a:rPr>
            </a:br>
            <a:r>
              <a:rPr lang="es-ES" sz="4400" b="1" dirty="0">
                <a:solidFill>
                  <a:srgbClr val="003772"/>
                </a:solidFill>
                <a:latin typeface="Arial" panose="020B0604020202020204" pitchFamily="34" charset="0"/>
                <a:cs typeface="Arial" panose="020B0604020202020204" pitchFamily="34" charset="0"/>
              </a:rPr>
              <a:t>		</a:t>
            </a:r>
          </a:p>
        </p:txBody>
      </p:sp>
      <p:sp>
        <p:nvSpPr>
          <p:cNvPr id="3" name="Subtítulo 2">
            <a:extLst>
              <a:ext uri="{FF2B5EF4-FFF2-40B4-BE49-F238E27FC236}">
                <a16:creationId xmlns:a16="http://schemas.microsoft.com/office/drawing/2014/main" id="{4DC2D9E4-B249-7B68-A07B-C4E5C08ECEEA}"/>
              </a:ext>
            </a:extLst>
          </p:cNvPr>
          <p:cNvSpPr>
            <a:spLocks noGrp="1"/>
          </p:cNvSpPr>
          <p:nvPr>
            <p:ph type="subTitle" idx="1"/>
          </p:nvPr>
        </p:nvSpPr>
        <p:spPr>
          <a:xfrm>
            <a:off x="788707" y="3940431"/>
            <a:ext cx="9870583" cy="1331362"/>
          </a:xfrm>
        </p:spPr>
        <p:txBody>
          <a:bodyPr/>
          <a:lstStyle/>
          <a:p>
            <a:pPr algn="l"/>
            <a:r>
              <a:rPr lang="es-ES" dirty="0">
                <a:solidFill>
                  <a:srgbClr val="003772"/>
                </a:solidFill>
                <a:latin typeface="Arial" panose="020B0604020202020204" pitchFamily="34" charset="0"/>
                <a:cs typeface="Arial" panose="020B0604020202020204" pitchFamily="34" charset="0"/>
              </a:rPr>
              <a:t>ANÁLISIS DEL CASO: </a:t>
            </a:r>
          </a:p>
          <a:p>
            <a:pPr algn="l"/>
            <a:r>
              <a:rPr lang="es-ES" dirty="0">
                <a:solidFill>
                  <a:srgbClr val="003772"/>
                </a:solidFill>
                <a:latin typeface="Arial" panose="020B0604020202020204" pitchFamily="34" charset="0"/>
                <a:cs typeface="Arial" panose="020B0604020202020204" pitchFamily="34" charset="0"/>
              </a:rPr>
              <a:t>PROGRAMA EMPLEA-T </a:t>
            </a:r>
            <a:r>
              <a:rPr lang="es-ES" sz="1600" dirty="0">
                <a:solidFill>
                  <a:srgbClr val="003772"/>
                </a:solidFill>
                <a:latin typeface="Arial" panose="020B0604020202020204" pitchFamily="34" charset="0"/>
                <a:cs typeface="Arial" panose="020B0604020202020204" pitchFamily="34" charset="0"/>
              </a:rPr>
              <a:t>[JUNTA DE ANDALUCÍA]</a:t>
            </a:r>
            <a:endParaRPr lang="es-ES" dirty="0">
              <a:solidFill>
                <a:srgbClr val="003772"/>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B76319D1-8284-CEBC-ED8A-E3F4FA2BB849}"/>
              </a:ext>
            </a:extLst>
          </p:cNvPr>
          <p:cNvSpPr txBox="1">
            <a:spLocks noChangeArrowheads="1"/>
          </p:cNvSpPr>
          <p:nvPr/>
        </p:nvSpPr>
        <p:spPr bwMode="auto">
          <a:xfrm>
            <a:off x="2627313" y="5822029"/>
            <a:ext cx="5689600" cy="673100"/>
          </a:xfrm>
          <a:prstGeom prst="rect">
            <a:avLst/>
          </a:prstGeom>
          <a:noFill/>
          <a:ln w="9525">
            <a:noFill/>
            <a:miter lim="800000"/>
            <a:headEnd/>
            <a:tailEnd/>
          </a:ln>
          <a:effectLst/>
        </p:spPr>
        <p:txBody>
          <a:bodyPr/>
          <a:lstStyle/>
          <a:p>
            <a:pPr>
              <a:lnSpc>
                <a:spcPct val="90000"/>
              </a:lnSpc>
              <a:spcBef>
                <a:spcPts val="1000"/>
              </a:spcBef>
              <a:buClr>
                <a:schemeClr val="bg2"/>
              </a:buClr>
              <a:buSzPct val="75000"/>
              <a:defRPr/>
            </a:pPr>
            <a:r>
              <a:rPr lang="es-ES" dirty="0">
                <a:solidFill>
                  <a:srgbClr val="003772"/>
                </a:solidFill>
                <a:latin typeface="Arial" panose="020B0604020202020204" pitchFamily="34" charset="0"/>
                <a:cs typeface="Arial" panose="020B0604020202020204" pitchFamily="34" charset="0"/>
              </a:rPr>
              <a:t>3º GRRLL y RRHH, curso 2025-2026</a:t>
            </a:r>
          </a:p>
        </p:txBody>
      </p:sp>
    </p:spTree>
    <p:extLst>
      <p:ext uri="{BB962C8B-B14F-4D97-AF65-F5344CB8AC3E}">
        <p14:creationId xmlns:p14="http://schemas.microsoft.com/office/powerpoint/2010/main" val="239236609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nterior-blanco_UPO.potx" id="{0517FC57-2D93-4600-A209-A0486FECC6FA}" vid="{ED9CAAD6-D22D-4724-9CC1-F8E7FECCF44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553a06a-ed09-4c28-9571-b95b6611c5a5">
      <Terms xmlns="http://schemas.microsoft.com/office/infopath/2007/PartnerControls"/>
    </lcf76f155ced4ddcb4097134ff3c332f>
    <TaxCatchAll xmlns="2068f9e8-411a-44f6-ba18-5936c5864b0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674E4EE427921444AAB99F337E92539A" ma:contentTypeVersion="13" ma:contentTypeDescription="Crear nuevo documento." ma:contentTypeScope="" ma:versionID="37d3fc3f65980331fdc9542036974079">
  <xsd:schema xmlns:xsd="http://www.w3.org/2001/XMLSchema" xmlns:xs="http://www.w3.org/2001/XMLSchema" xmlns:p="http://schemas.microsoft.com/office/2006/metadata/properties" xmlns:ns2="7553a06a-ed09-4c28-9571-b95b6611c5a5" xmlns:ns3="2068f9e8-411a-44f6-ba18-5936c5864b07" targetNamespace="http://schemas.microsoft.com/office/2006/metadata/properties" ma:root="true" ma:fieldsID="a843403e8f8132cb13862644231d24eb" ns2:_="" ns3:_="">
    <xsd:import namespace="7553a06a-ed09-4c28-9571-b95b6611c5a5"/>
    <xsd:import namespace="2068f9e8-411a-44f6-ba18-5936c5864b07"/>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53a06a-ed09-4c28-9571-b95b6611c5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Etiquetas de imagen" ma:readOnly="false" ma:fieldId="{5cf76f15-5ced-4ddc-b409-7134ff3c332f}" ma:taxonomyMulti="true" ma:sspId="cbb0a5e8-2b65-41a3-ae7f-03311556343d" ma:termSetId="09814cd3-568e-fe90-9814-8d621ff8fb84" ma:anchorId="fba54fb3-c3e1-fe81-a776-ca4b69148c4d" ma:open="true" ma:isKeyword="false">
      <xsd:complexType>
        <xsd:sequence>
          <xsd:element ref="pc:Terms" minOccurs="0" maxOccurs="1"/>
        </xsd:sequence>
      </xsd:complex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Location" ma:index="18" nillable="true" ma:displayName="Location" ma:description="" ma:indexed="true" ma:internalName="MediaServiceLocation" ma:readOnly="true">
      <xsd:simpleType>
        <xsd:restriction base="dms:Text"/>
      </xsd:simpleType>
    </xsd:element>
    <xsd:element name="MediaServiceObjectDetectorVersions" ma:index="19"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068f9e8-411a-44f6-ba18-5936c5864b07"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6624a9a2-215d-4c77-b56b-ba21dd7ec871}" ma:internalName="TaxCatchAll" ma:showField="CatchAllData" ma:web="2068f9e8-411a-44f6-ba18-5936c5864b0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5FDA993-B65B-430B-9A25-8379B5CCD0C2}">
  <ds:schemaRefs>
    <ds:schemaRef ds:uri="http://schemas.microsoft.com/office/2006/metadata/properties"/>
    <ds:schemaRef ds:uri="http://schemas.microsoft.com/office/infopath/2007/PartnerControls"/>
    <ds:schemaRef ds:uri="7553a06a-ed09-4c28-9571-b95b6611c5a5"/>
    <ds:schemaRef ds:uri="2068f9e8-411a-44f6-ba18-5936c5864b07"/>
  </ds:schemaRefs>
</ds:datastoreItem>
</file>

<file path=customXml/itemProps2.xml><?xml version="1.0" encoding="utf-8"?>
<ds:datastoreItem xmlns:ds="http://schemas.openxmlformats.org/officeDocument/2006/customXml" ds:itemID="{A9148141-870C-4624-BC63-5F8DAD0E8D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553a06a-ed09-4c28-9571-b95b6611c5a5"/>
    <ds:schemaRef ds:uri="2068f9e8-411a-44f6-ba18-5936c5864b0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8B853A9-4FE7-4068-A960-938B9EFDB63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Tema 1_prueba</Template>
  <TotalTime>935</TotalTime>
  <Words>2067</Words>
  <Application>Microsoft Office PowerPoint</Application>
  <PresentationFormat>Panorámica</PresentationFormat>
  <Paragraphs>165</Paragraphs>
  <Slides>25</Slides>
  <Notes>23</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25</vt:i4>
      </vt:variant>
    </vt:vector>
  </HeadingPairs>
  <TitlesOfParts>
    <vt:vector size="32" baseType="lpstr">
      <vt:lpstr>Aptos</vt:lpstr>
      <vt:lpstr>Aptos Display</vt:lpstr>
      <vt:lpstr>Arial</vt:lpstr>
      <vt:lpstr>Arial Black</vt:lpstr>
      <vt:lpstr>Calibri</vt:lpstr>
      <vt:lpstr>Wingdings</vt:lpstr>
      <vt:lpstr>Tema de Office</vt:lpstr>
      <vt:lpstr>POLÍTICAS ACTIVAS DE EMPLEO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POLÍTICAS ACTIVAS DE EMPLEO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Juan Manuel Espejo Benitez</dc:creator>
  <cp:lastModifiedBy>Juan Manuel Espejo Benitez</cp:lastModifiedBy>
  <cp:revision>1</cp:revision>
  <dcterms:created xsi:type="dcterms:W3CDTF">2025-09-18T17:07:13Z</dcterms:created>
  <dcterms:modified xsi:type="dcterms:W3CDTF">2025-11-23T10:03:53Z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0x010100674E4EE427921444AAB99F337E92539A</vt:lpwstr>
  </property>
</Properties>
</file>